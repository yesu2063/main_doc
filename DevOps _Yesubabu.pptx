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4"/>
    <p:sldMasterId id="2147483728" r:id="rId5"/>
  </p:sldMasterIdLst>
  <p:notesMasterIdLst>
    <p:notesMasterId r:id="rId7"/>
  </p:notesMasterIdLst>
  <p:handoutMasterIdLst>
    <p:handoutMasterId r:id="rId8"/>
  </p:handoutMasterIdLst>
  <p:sldIdLst>
    <p:sldId id="355"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D800"/>
    <a:srgbClr val="454545"/>
    <a:srgbClr val="E5044F"/>
    <a:srgbClr val="FE066D"/>
    <a:srgbClr val="C70129"/>
    <a:srgbClr val="7E00FF"/>
    <a:srgbClr val="FFB600"/>
    <a:srgbClr val="70E6E1"/>
    <a:srgbClr val="FFCCCC"/>
    <a:srgbClr val="D8D8D8"/>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1DF90A-39FE-4DE2-BD93-DFCBEF0B7600}" v="2" dt="2023-12-20T09:36:42.879"/>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94" autoAdjust="0"/>
    <p:restoredTop sz="94660"/>
  </p:normalViewPr>
  <p:slideViewPr>
    <p:cSldViewPr snapToGrid="0">
      <p:cViewPr varScale="1">
        <p:scale>
          <a:sx n="59" d="100"/>
          <a:sy n="59" d="100"/>
        </p:scale>
        <p:origin x="1232" y="5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BD7333-DD87-4773-BED3-E2892A4094EE}" type="datetimeFigureOut">
              <a:rPr lang="en-US" smtClean="0"/>
              <a:t>1/4/2024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A0E21C-7E3E-40C1-A5B4-152F0F11E190}" type="slidenum">
              <a:rPr lang="en-US" smtClean="0"/>
              <a:t>‹#›</a:t>
            </a:fld>
            <a:endParaRPr lang="en-US"/>
          </a:p>
        </p:txBody>
      </p:sp>
    </p:spTree>
    <p:extLst>
      <p:ext uri="{BB962C8B-B14F-4D97-AF65-F5344CB8AC3E}">
        <p14:creationId xmlns:p14="http://schemas.microsoft.com/office/powerpoint/2010/main" val="1635044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9D084F-DC83-4EB0-8CED-52E9AA3ECA1C}" type="datetimeFigureOut">
              <a:rPr lang="en-US" smtClean="0"/>
              <a:t>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157E0A-F321-48DC-AF94-681D4DCF344D}" type="slidenum">
              <a:rPr lang="en-US" smtClean="0"/>
              <a:t>‹#›</a:t>
            </a:fld>
            <a:endParaRPr lang="en-US"/>
          </a:p>
        </p:txBody>
      </p:sp>
    </p:spTree>
    <p:extLst>
      <p:ext uri="{BB962C8B-B14F-4D97-AF65-F5344CB8AC3E}">
        <p14:creationId xmlns:p14="http://schemas.microsoft.com/office/powerpoint/2010/main" val="379690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sume: Standard">
    <p:bg>
      <p:bgPr>
        <a:solidFill>
          <a:schemeClr val="bg1"/>
        </a:solidFill>
        <a:effectLst/>
      </p:bgPr>
    </p:bg>
    <p:spTree>
      <p:nvGrpSpPr>
        <p:cNvPr id="1" name=""/>
        <p:cNvGrpSpPr/>
        <p:nvPr/>
      </p:nvGrpSpPr>
      <p:grpSpPr>
        <a:xfrm>
          <a:off x="0" y="0"/>
          <a:ext cx="0" cy="0"/>
          <a:chOff x="0" y="0"/>
          <a:chExt cx="0" cy="0"/>
        </a:xfrm>
      </p:grpSpPr>
      <p:sp>
        <p:nvSpPr>
          <p:cNvPr id="300" name="Detail:Job Experience">
            <a:extLst>
              <a:ext uri="{FF2B5EF4-FFF2-40B4-BE49-F238E27FC236}">
                <a16:creationId xmlns:a16="http://schemas.microsoft.com/office/drawing/2014/main" id="{4647FB51-A60D-4010-B2F2-62CF8F3D53E5}"/>
              </a:ext>
            </a:extLst>
          </p:cNvPr>
          <p:cNvSpPr>
            <a:spLocks noGrp="1"/>
          </p:cNvSpPr>
          <p:nvPr userDrawn="1">
            <p:ph type="body" sz="quarter" idx="300" hasCustomPrompt="1"/>
          </p:nvPr>
        </p:nvSpPr>
        <p:spPr>
          <a:xfrm>
            <a:off x="5439992" y="1560512"/>
            <a:ext cx="6371008" cy="5159303"/>
          </a:xfrm>
          <a:prstGeom prst="rect">
            <a:avLst/>
          </a:prstGeom>
        </p:spPr>
        <p:txBody>
          <a:bodyPr rIns="182880"/>
          <a:lstStyle>
            <a:lvl1pPr marL="118872" indent="-118872">
              <a:lnSpc>
                <a:spcPct val="100000"/>
              </a:lnSpc>
              <a:spcBef>
                <a:spcPts val="600"/>
              </a:spcBef>
              <a:spcAft>
                <a:spcPts val="10"/>
              </a:spcAft>
              <a:buFont typeface="Wingdings" panose="05000000000000000000" pitchFamily="2" charset="2"/>
              <a:buChar char="§"/>
              <a:defRPr kumimoji="0" lang="en-US" sz="1000" b="1"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vl2pPr marL="228600" indent="0">
              <a:lnSpc>
                <a:spcPct val="90000"/>
              </a:lnSpc>
              <a:spcBef>
                <a:spcPts val="0"/>
              </a:spcBef>
              <a:spcAft>
                <a:spcPts val="100"/>
              </a:spcAft>
              <a:buFontTx/>
              <a:buNone/>
              <a:defRPr lang="en-US" sz="1000" kern="1200" dirty="0">
                <a:solidFill>
                  <a:schemeClr val="tx1"/>
                </a:solidFill>
                <a:latin typeface="+mn-lt"/>
                <a:ea typeface="+mn-ea"/>
                <a:cs typeface="+mn-cs"/>
              </a:defRPr>
            </a:lvl2pPr>
            <a:lvl3pPr marL="228600" indent="-118872">
              <a:lnSpc>
                <a:spcPct val="90000"/>
              </a:lnSpc>
              <a:spcBef>
                <a:spcPts val="0"/>
              </a:spcBef>
              <a:spcAft>
                <a:spcPts val="100"/>
              </a:spcAft>
              <a:buFont typeface="Arial" panose="020B0604020202020204" pitchFamily="34" charset="0"/>
              <a:buChar char="•"/>
              <a:defRPr sz="1000">
                <a:latin typeface="+mn-lt"/>
              </a:defRPr>
            </a:lvl3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Job Title</a:t>
            </a:r>
          </a:p>
          <a:p>
            <a:pPr marL="52578" marR="0" lvl="1"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Job Description No Bullets</a:t>
            </a:r>
          </a:p>
          <a:p>
            <a:pPr marL="281178" marR="0" lvl="2"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Job Description with Bullets</a:t>
            </a:r>
          </a:p>
        </p:txBody>
      </p:sp>
      <p:grpSp>
        <p:nvGrpSpPr>
          <p:cNvPr id="3" name="Title:Selected Experience">
            <a:extLst>
              <a:ext uri="{FF2B5EF4-FFF2-40B4-BE49-F238E27FC236}">
                <a16:creationId xmlns:a16="http://schemas.microsoft.com/office/drawing/2014/main" id="{72A0BD7C-4CA0-4010-8918-E2D67DDDF126}"/>
              </a:ext>
            </a:extLst>
          </p:cNvPr>
          <p:cNvGrpSpPr/>
          <p:nvPr userDrawn="1"/>
        </p:nvGrpSpPr>
        <p:grpSpPr>
          <a:xfrm>
            <a:off x="5439992" y="1168183"/>
            <a:ext cx="6371008" cy="333189"/>
            <a:chOff x="5439992" y="1168183"/>
            <a:chExt cx="6371008" cy="333189"/>
          </a:xfrm>
        </p:grpSpPr>
        <p:sp>
          <p:nvSpPr>
            <p:cNvPr id="17" name="Line 10">
              <a:extLst>
                <a:ext uri="{FF2B5EF4-FFF2-40B4-BE49-F238E27FC236}">
                  <a16:creationId xmlns:a16="http://schemas.microsoft.com/office/drawing/2014/main" id="{BFE1AC2B-139B-49A4-9847-042BF9EA0951}"/>
                </a:ext>
              </a:extLst>
            </p:cNvPr>
            <p:cNvSpPr>
              <a:spLocks noChangeShapeType="1"/>
            </p:cNvSpPr>
            <p:nvPr userDrawn="1"/>
          </p:nvSpPr>
          <p:spPr bwMode="auto">
            <a:xfrm>
              <a:off x="5439992" y="1501372"/>
              <a:ext cx="6371008" cy="0"/>
            </a:xfrm>
            <a:prstGeom prst="line">
              <a:avLst/>
            </a:prstGeom>
            <a:noFill/>
            <a:ln w="28575">
              <a:solidFill>
                <a:srgbClr val="404040"/>
              </a:solidFill>
              <a:round/>
              <a:headEnd/>
              <a:tailEnd/>
            </a:ln>
            <a:effectLst/>
          </p:spPr>
          <p:txBody>
            <a:bodyPr wrap="none" lIns="45720" rIns="45720" anchor="ctr"/>
            <a:lstStyle/>
            <a:p>
              <a:pPr marL="0" marR="0" lvl="0" indent="0" algn="l"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32" name="Rectangle 7">
              <a:extLst>
                <a:ext uri="{FF2B5EF4-FFF2-40B4-BE49-F238E27FC236}">
                  <a16:creationId xmlns:a16="http://schemas.microsoft.com/office/drawing/2014/main" id="{DFDC65E6-C741-4F69-B674-8A5AF2511964}"/>
                </a:ext>
              </a:extLst>
            </p:cNvPr>
            <p:cNvSpPr>
              <a:spLocks noChangeArrowheads="1"/>
            </p:cNvSpPr>
            <p:nvPr/>
          </p:nvSpPr>
          <p:spPr bwMode="auto">
            <a:xfrm>
              <a:off x="5713018" y="1199616"/>
              <a:ext cx="4113193" cy="257175"/>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dirty="0">
                  <a:ln>
                    <a:noFill/>
                  </a:ln>
                  <a:solidFill>
                    <a:srgbClr val="404040"/>
                  </a:solidFill>
                  <a:effectLst/>
                  <a:uLnTx/>
                  <a:uFillTx/>
                  <a:latin typeface="Graphik Black" panose="020B0A03030202060203" pitchFamily="34" charset="0"/>
                  <a:ea typeface="+mn-ea"/>
                  <a:cs typeface="Arial" charset="0"/>
                </a:rPr>
                <a:t>Selected Relevant Experience </a:t>
              </a:r>
            </a:p>
          </p:txBody>
        </p:sp>
        <p:pic>
          <p:nvPicPr>
            <p:cNvPr id="33" name="Picture 32">
              <a:extLst>
                <a:ext uri="{FF2B5EF4-FFF2-40B4-BE49-F238E27FC236}">
                  <a16:creationId xmlns:a16="http://schemas.microsoft.com/office/drawing/2014/main" id="{06BF1768-2C0C-493D-9A0E-5858C5C13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9992" y="1168183"/>
              <a:ext cx="320040" cy="320040"/>
            </a:xfrm>
            <a:prstGeom prst="rect">
              <a:avLst/>
            </a:prstGeom>
          </p:spPr>
        </p:pic>
      </p:grpSp>
      <p:sp>
        <p:nvSpPr>
          <p:cNvPr id="400" name="Detail:Technical Experience">
            <a:extLst>
              <a:ext uri="{FF2B5EF4-FFF2-40B4-BE49-F238E27FC236}">
                <a16:creationId xmlns:a16="http://schemas.microsoft.com/office/drawing/2014/main" id="{BDD354EF-6FF4-4D24-B51B-D9A72C1C176F}"/>
              </a:ext>
            </a:extLst>
          </p:cNvPr>
          <p:cNvSpPr>
            <a:spLocks noGrp="1"/>
          </p:cNvSpPr>
          <p:nvPr userDrawn="1">
            <p:ph type="body" sz="quarter" idx="400" hasCustomPrompt="1"/>
          </p:nvPr>
        </p:nvSpPr>
        <p:spPr>
          <a:xfrm>
            <a:off x="2900046" y="4836351"/>
            <a:ext cx="2432108" cy="1883463"/>
          </a:xfrm>
          <a:prstGeom prst="rect">
            <a:avLst/>
          </a:prstGeom>
        </p:spPr>
        <p:txBody>
          <a:bodyPr/>
          <a:lstStyle>
            <a:lvl1pPr marL="118872" marR="0" indent="-118872" algn="l" defTabSz="914400" rtl="0" eaLnBrk="1" fontAlgn="base" latinLnBrk="0" hangingPunct="1">
              <a:lnSpc>
                <a:spcPts val="1000"/>
              </a:lnSpc>
              <a:spcBef>
                <a:spcPts val="100"/>
              </a:spcBef>
              <a:spcAft>
                <a:spcPct val="0"/>
              </a:spcAft>
              <a:buClr>
                <a:srgbClr val="000000"/>
              </a:buClr>
              <a:buSzTx/>
              <a:buFont typeface="Wingdings" panose="05000000000000000000" pitchFamily="2" charset="2"/>
              <a:buChar char="§"/>
              <a:tabLst/>
              <a:defRPr kumimoji="0" lang="en-US" sz="1000" b="1" i="0" u="none" strike="noStrike" kern="1200" cap="none" spc="0" normalizeH="0" baseline="0" dirty="0">
                <a:ln>
                  <a:noFill/>
                </a:ln>
                <a:solidFill>
                  <a:srgbClr val="000000"/>
                </a:solidFill>
                <a:effectLst/>
                <a:uLnTx/>
                <a:uFillTx/>
                <a:latin typeface="Graphik" panose="020B0503030202060203" pitchFamily="34" charset="0"/>
                <a:ea typeface="黑体" panose="02010609060101010101" pitchFamily="49" charset="-122"/>
                <a:cs typeface="Arial"/>
              </a:defRPr>
            </a:lvl1pPr>
            <a:lvl2pPr marL="228600" indent="0">
              <a:lnSpc>
                <a:spcPct val="90000"/>
              </a:lnSpc>
              <a:spcBef>
                <a:spcPts val="0"/>
              </a:spcBef>
              <a:spcAft>
                <a:spcPts val="300"/>
              </a:spcAft>
              <a:defRPr lang="en-US" sz="1000" kern="1200" dirty="0">
                <a:solidFill>
                  <a:schemeClr val="tx1"/>
                </a:solidFill>
                <a:latin typeface="+mn-lt"/>
                <a:ea typeface="+mn-ea"/>
                <a:cs typeface="+mn-cs"/>
              </a:defRPr>
            </a:lvl2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Area</a:t>
            </a:r>
          </a:p>
          <a:p>
            <a:pPr marL="91440" marR="0" lvl="1" indent="-210312"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Skills</a:t>
            </a:r>
          </a:p>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endParaRPr lang="en-US" dirty="0"/>
          </a:p>
        </p:txBody>
      </p:sp>
      <p:grpSp>
        <p:nvGrpSpPr>
          <p:cNvPr id="63" name="Title:Technical Experience">
            <a:extLst>
              <a:ext uri="{FF2B5EF4-FFF2-40B4-BE49-F238E27FC236}">
                <a16:creationId xmlns:a16="http://schemas.microsoft.com/office/drawing/2014/main" id="{55E89C7F-5D31-4762-9BB0-2933C0D5969F}"/>
              </a:ext>
            </a:extLst>
          </p:cNvPr>
          <p:cNvGrpSpPr/>
          <p:nvPr userDrawn="1"/>
        </p:nvGrpSpPr>
        <p:grpSpPr>
          <a:xfrm>
            <a:off x="2904937" y="4381675"/>
            <a:ext cx="2428947" cy="437535"/>
            <a:chOff x="2990088" y="3232037"/>
            <a:chExt cx="2340864" cy="437535"/>
          </a:xfrm>
        </p:grpSpPr>
        <p:grpSp>
          <p:nvGrpSpPr>
            <p:cNvPr id="28" name="Group 27">
              <a:extLst>
                <a:ext uri="{FF2B5EF4-FFF2-40B4-BE49-F238E27FC236}">
                  <a16:creationId xmlns:a16="http://schemas.microsoft.com/office/drawing/2014/main" id="{DA6B111C-A6C5-49C8-9E47-3254C8654B6E}"/>
                </a:ext>
              </a:extLst>
            </p:cNvPr>
            <p:cNvGrpSpPr/>
            <p:nvPr userDrawn="1"/>
          </p:nvGrpSpPr>
          <p:grpSpPr>
            <a:xfrm>
              <a:off x="2991979" y="3232037"/>
              <a:ext cx="2268835" cy="437535"/>
              <a:chOff x="2991979" y="3097691"/>
              <a:chExt cx="2268835" cy="437535"/>
            </a:xfrm>
          </p:grpSpPr>
          <p:sp>
            <p:nvSpPr>
              <p:cNvPr id="29" name="Rectangle 15">
                <a:extLst>
                  <a:ext uri="{FF2B5EF4-FFF2-40B4-BE49-F238E27FC236}">
                    <a16:creationId xmlns:a16="http://schemas.microsoft.com/office/drawing/2014/main" id="{063BA8EF-490E-4122-A881-E94B7DB7009C}"/>
                  </a:ext>
                </a:extLst>
              </p:cNvPr>
              <p:cNvSpPr>
                <a:spLocks noChangeArrowheads="1"/>
              </p:cNvSpPr>
              <p:nvPr/>
            </p:nvSpPr>
            <p:spPr bwMode="auto">
              <a:xfrm>
                <a:off x="3321540" y="3097691"/>
                <a:ext cx="1939274" cy="437535"/>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dirty="0">
                    <a:ln>
                      <a:noFill/>
                    </a:ln>
                    <a:solidFill>
                      <a:srgbClr val="404040"/>
                    </a:solidFill>
                    <a:effectLst/>
                    <a:uLnTx/>
                    <a:uFillTx/>
                    <a:latin typeface="Graphik Black" panose="020B0A03030202060203" pitchFamily="34" charset="0"/>
                    <a:ea typeface="+mn-ea"/>
                    <a:cs typeface="Arial" charset="0"/>
                  </a:rPr>
                  <a:t>Technical Experience</a:t>
                </a:r>
              </a:p>
            </p:txBody>
          </p:sp>
          <p:pic>
            <p:nvPicPr>
              <p:cNvPr id="30" name="Picture 29">
                <a:extLst>
                  <a:ext uri="{FF2B5EF4-FFF2-40B4-BE49-F238E27FC236}">
                    <a16:creationId xmlns:a16="http://schemas.microsoft.com/office/drawing/2014/main" id="{FE5C738F-2DB9-4CE9-9201-1C691E17B8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1979" y="3156438"/>
                <a:ext cx="320040" cy="320040"/>
              </a:xfrm>
              <a:prstGeom prst="rect">
                <a:avLst/>
              </a:prstGeom>
            </p:spPr>
          </p:pic>
        </p:grpSp>
        <p:sp>
          <p:nvSpPr>
            <p:cNvPr id="44" name="Line 10">
              <a:extLst>
                <a:ext uri="{FF2B5EF4-FFF2-40B4-BE49-F238E27FC236}">
                  <a16:creationId xmlns:a16="http://schemas.microsoft.com/office/drawing/2014/main" id="{B03DE291-B58F-4ECF-B182-83BA652CF6DC}"/>
                </a:ext>
              </a:extLst>
            </p:cNvPr>
            <p:cNvSpPr>
              <a:spLocks noChangeShapeType="1"/>
            </p:cNvSpPr>
            <p:nvPr userDrawn="1"/>
          </p:nvSpPr>
          <p:spPr bwMode="auto">
            <a:xfrm>
              <a:off x="2990088" y="3650812"/>
              <a:ext cx="2340864" cy="0"/>
            </a:xfrm>
            <a:prstGeom prst="line">
              <a:avLst/>
            </a:prstGeom>
            <a:noFill/>
            <a:ln w="28575">
              <a:solidFill>
                <a:srgbClr val="404040"/>
              </a:solidFill>
              <a:round/>
              <a:headEnd/>
              <a:tailEnd/>
            </a:ln>
            <a:effectLst/>
          </p:spPr>
          <p:txBody>
            <a:bodyPr wrap="none" lIns="45720" rIns="45720" anchor="ctr"/>
            <a:lstStyle/>
            <a:p>
              <a:pPr marL="0" marR="0" lvl="0" indent="0" algn="r"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grpSp>
      <p:sp>
        <p:nvSpPr>
          <p:cNvPr id="200" name="Detail:Functional Experience">
            <a:extLst>
              <a:ext uri="{FF2B5EF4-FFF2-40B4-BE49-F238E27FC236}">
                <a16:creationId xmlns:a16="http://schemas.microsoft.com/office/drawing/2014/main" id="{625EBE0A-88FF-4E9C-ABD1-6AA91CC79391}"/>
              </a:ext>
            </a:extLst>
          </p:cNvPr>
          <p:cNvSpPr>
            <a:spLocks noGrp="1"/>
          </p:cNvSpPr>
          <p:nvPr userDrawn="1">
            <p:ph type="body" sz="quarter" idx="200" hasCustomPrompt="1"/>
          </p:nvPr>
        </p:nvSpPr>
        <p:spPr>
          <a:xfrm>
            <a:off x="381000" y="4836352"/>
            <a:ext cx="2432304" cy="1883461"/>
          </a:xfrm>
          <a:prstGeom prst="rect">
            <a:avLst/>
          </a:prstGeom>
        </p:spPr>
        <p:txBody>
          <a:bodyPr/>
          <a:lstStyle>
            <a:lvl1pPr marL="118872" indent="-118872">
              <a:spcBef>
                <a:spcPts val="18"/>
              </a:spcBef>
              <a:spcAft>
                <a:spcPts val="150"/>
              </a:spcAft>
              <a:buFont typeface="Wingdings" panose="05000000000000000000" pitchFamily="2" charset="2"/>
              <a:buChar char="§"/>
              <a:defRPr kumimoji="0" lang="en-US" sz="1000" b="0"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a:t>Functional Experience</a:t>
            </a:r>
          </a:p>
        </p:txBody>
      </p:sp>
      <p:grpSp>
        <p:nvGrpSpPr>
          <p:cNvPr id="61" name="Title Functional Experience">
            <a:extLst>
              <a:ext uri="{FF2B5EF4-FFF2-40B4-BE49-F238E27FC236}">
                <a16:creationId xmlns:a16="http://schemas.microsoft.com/office/drawing/2014/main" id="{F7322460-D7F7-4D3D-9453-3EB167D9D84D}"/>
              </a:ext>
            </a:extLst>
          </p:cNvPr>
          <p:cNvGrpSpPr/>
          <p:nvPr userDrawn="1"/>
        </p:nvGrpSpPr>
        <p:grpSpPr>
          <a:xfrm>
            <a:off x="384048" y="4386614"/>
            <a:ext cx="2432304" cy="437535"/>
            <a:chOff x="530352" y="3236976"/>
            <a:chExt cx="2194560" cy="437535"/>
          </a:xfrm>
        </p:grpSpPr>
        <p:sp>
          <p:nvSpPr>
            <p:cNvPr id="18" name="Line 10">
              <a:extLst>
                <a:ext uri="{FF2B5EF4-FFF2-40B4-BE49-F238E27FC236}">
                  <a16:creationId xmlns:a16="http://schemas.microsoft.com/office/drawing/2014/main" id="{B7B5C71C-E77D-4CE2-B32B-E993D7EEA9AA}"/>
                </a:ext>
              </a:extLst>
            </p:cNvPr>
            <p:cNvSpPr>
              <a:spLocks noChangeShapeType="1"/>
            </p:cNvSpPr>
            <p:nvPr userDrawn="1"/>
          </p:nvSpPr>
          <p:spPr bwMode="auto">
            <a:xfrm>
              <a:off x="530352" y="3650812"/>
              <a:ext cx="2194560" cy="0"/>
            </a:xfrm>
            <a:prstGeom prst="line">
              <a:avLst/>
            </a:prstGeom>
            <a:noFill/>
            <a:ln w="28575">
              <a:solidFill>
                <a:srgbClr val="404040"/>
              </a:solidFill>
              <a:round/>
              <a:headEnd/>
              <a:tailEnd/>
            </a:ln>
            <a:effectLst/>
          </p:spPr>
          <p:txBody>
            <a:bodyPr wrap="none" lIns="45720" rIns="45720" anchor="ctr"/>
            <a:lstStyle/>
            <a:p>
              <a:pPr marL="0" marR="0" lvl="0" indent="0" algn="r"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grpSp>
          <p:nvGrpSpPr>
            <p:cNvPr id="25" name="Group 24">
              <a:extLst>
                <a:ext uri="{FF2B5EF4-FFF2-40B4-BE49-F238E27FC236}">
                  <a16:creationId xmlns:a16="http://schemas.microsoft.com/office/drawing/2014/main" id="{CA747DFD-525F-4298-ACB1-B0ABB6E24759}"/>
                </a:ext>
              </a:extLst>
            </p:cNvPr>
            <p:cNvGrpSpPr/>
            <p:nvPr userDrawn="1"/>
          </p:nvGrpSpPr>
          <p:grpSpPr>
            <a:xfrm>
              <a:off x="530352" y="3236976"/>
              <a:ext cx="2153052" cy="437535"/>
              <a:chOff x="525463" y="3117245"/>
              <a:chExt cx="2153052" cy="437535"/>
            </a:xfrm>
          </p:grpSpPr>
          <p:sp>
            <p:nvSpPr>
              <p:cNvPr id="26" name="Rectangle 14">
                <a:extLst>
                  <a:ext uri="{FF2B5EF4-FFF2-40B4-BE49-F238E27FC236}">
                    <a16:creationId xmlns:a16="http://schemas.microsoft.com/office/drawing/2014/main" id="{38404EB1-EA26-4B00-9F19-3757676CAECA}"/>
                  </a:ext>
                </a:extLst>
              </p:cNvPr>
              <p:cNvSpPr>
                <a:spLocks noChangeArrowheads="1"/>
              </p:cNvSpPr>
              <p:nvPr/>
            </p:nvSpPr>
            <p:spPr bwMode="auto">
              <a:xfrm>
                <a:off x="798489" y="3117245"/>
                <a:ext cx="1880026" cy="437535"/>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dirty="0">
                    <a:ln>
                      <a:noFill/>
                    </a:ln>
                    <a:solidFill>
                      <a:srgbClr val="404040"/>
                    </a:solidFill>
                    <a:effectLst/>
                    <a:uLnTx/>
                    <a:uFillTx/>
                    <a:latin typeface="Graphik Black" panose="020B0A03030202060203" pitchFamily="34" charset="0"/>
                    <a:ea typeface="+mn-ea"/>
                    <a:cs typeface="Arial" charset="0"/>
                  </a:rPr>
                  <a:t>Functional Experience</a:t>
                </a:r>
              </a:p>
            </p:txBody>
          </p:sp>
          <p:pic>
            <p:nvPicPr>
              <p:cNvPr id="27" name="Picture 26">
                <a:extLst>
                  <a:ext uri="{FF2B5EF4-FFF2-40B4-BE49-F238E27FC236}">
                    <a16:creationId xmlns:a16="http://schemas.microsoft.com/office/drawing/2014/main" id="{69DAA3C8-2DF2-457D-AEF2-C489868489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5463" y="3175992"/>
                <a:ext cx="320040" cy="320040"/>
              </a:xfrm>
              <a:prstGeom prst="rect">
                <a:avLst/>
              </a:prstGeom>
            </p:spPr>
          </p:pic>
        </p:grpSp>
      </p:grpSp>
      <p:sp>
        <p:nvSpPr>
          <p:cNvPr id="100" name="Detail:Background Experience">
            <a:extLst>
              <a:ext uri="{FF2B5EF4-FFF2-40B4-BE49-F238E27FC236}">
                <a16:creationId xmlns:a16="http://schemas.microsoft.com/office/drawing/2014/main" id="{BF4C3BB4-C8E9-461C-BB07-C133A20470B7}"/>
              </a:ext>
            </a:extLst>
          </p:cNvPr>
          <p:cNvSpPr>
            <a:spLocks noGrp="1"/>
          </p:cNvSpPr>
          <p:nvPr userDrawn="1">
            <p:ph type="body" sz="quarter" idx="100" hasCustomPrompt="1"/>
          </p:nvPr>
        </p:nvSpPr>
        <p:spPr>
          <a:xfrm>
            <a:off x="381000" y="1560511"/>
            <a:ext cx="4948106" cy="2821163"/>
          </a:xfrm>
          <a:prstGeom prst="rect">
            <a:avLst/>
          </a:prstGeom>
        </p:spPr>
        <p:txBody>
          <a:bodyPr/>
          <a:lstStyle>
            <a:lvl1pPr marL="118872" indent="-118872">
              <a:spcBef>
                <a:spcPts val="600"/>
              </a:spcBef>
              <a:spcAft>
                <a:spcPts val="600"/>
              </a:spcAft>
              <a:buFont typeface="Wingdings" panose="05000000000000000000" pitchFamily="2" charset="2"/>
              <a:buChar char="§"/>
              <a:defRPr kumimoji="0" lang="en-US" sz="1000" b="0"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Background Summary</a:t>
            </a:r>
          </a:p>
        </p:txBody>
      </p:sp>
      <p:grpSp>
        <p:nvGrpSpPr>
          <p:cNvPr id="4" name="Title:Professional Background">
            <a:extLst>
              <a:ext uri="{FF2B5EF4-FFF2-40B4-BE49-F238E27FC236}">
                <a16:creationId xmlns:a16="http://schemas.microsoft.com/office/drawing/2014/main" id="{5975A1B1-2D37-4C9A-886A-D76BC8B24A22}"/>
              </a:ext>
            </a:extLst>
          </p:cNvPr>
          <p:cNvGrpSpPr/>
          <p:nvPr userDrawn="1"/>
        </p:nvGrpSpPr>
        <p:grpSpPr>
          <a:xfrm>
            <a:off x="381000" y="1168665"/>
            <a:ext cx="4948106" cy="332707"/>
            <a:chOff x="381000" y="1168665"/>
            <a:chExt cx="4948106" cy="332707"/>
          </a:xfrm>
        </p:grpSpPr>
        <p:sp>
          <p:nvSpPr>
            <p:cNvPr id="12" name="Line 10">
              <a:extLst>
                <a:ext uri="{FF2B5EF4-FFF2-40B4-BE49-F238E27FC236}">
                  <a16:creationId xmlns:a16="http://schemas.microsoft.com/office/drawing/2014/main" id="{56AF543A-D546-491B-BDF3-9DEA98E3EA93}"/>
                </a:ext>
              </a:extLst>
            </p:cNvPr>
            <p:cNvSpPr>
              <a:spLocks noChangeShapeType="1"/>
            </p:cNvSpPr>
            <p:nvPr userDrawn="1"/>
          </p:nvSpPr>
          <p:spPr bwMode="auto">
            <a:xfrm>
              <a:off x="381000" y="1501372"/>
              <a:ext cx="4948106" cy="0"/>
            </a:xfrm>
            <a:prstGeom prst="line">
              <a:avLst/>
            </a:prstGeom>
            <a:noFill/>
            <a:ln w="28575">
              <a:solidFill>
                <a:srgbClr val="404040"/>
              </a:solidFill>
              <a:round/>
              <a:headEnd/>
              <a:tailEnd/>
            </a:ln>
            <a:effectLst/>
          </p:spPr>
          <p:txBody>
            <a:bodyPr wrap="none" lIns="45720" rIns="45720" anchor="ctr"/>
            <a:lstStyle/>
            <a:p>
              <a:pPr marL="0" marR="0" lvl="0" indent="0" algn="l"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3" name="Rectangle 9">
              <a:extLst>
                <a:ext uri="{FF2B5EF4-FFF2-40B4-BE49-F238E27FC236}">
                  <a16:creationId xmlns:a16="http://schemas.microsoft.com/office/drawing/2014/main" id="{3A43ED0F-47D8-4670-8AAF-E32D9DD53CE5}"/>
                </a:ext>
              </a:extLst>
            </p:cNvPr>
            <p:cNvSpPr>
              <a:spLocks noChangeArrowheads="1"/>
            </p:cNvSpPr>
            <p:nvPr/>
          </p:nvSpPr>
          <p:spPr bwMode="auto">
            <a:xfrm>
              <a:off x="666576" y="1199616"/>
              <a:ext cx="3112922" cy="257175"/>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dirty="0">
                  <a:ln>
                    <a:noFill/>
                  </a:ln>
                  <a:solidFill>
                    <a:srgbClr val="404040"/>
                  </a:solidFill>
                  <a:effectLst/>
                  <a:uLnTx/>
                  <a:uFillTx/>
                  <a:latin typeface="Graphik Black" panose="020B0A03030202060203" pitchFamily="34" charset="0"/>
                  <a:ea typeface="+mn-ea"/>
                  <a:cs typeface="Arial" charset="0"/>
                </a:rPr>
                <a:t>Professional Background</a:t>
              </a:r>
            </a:p>
          </p:txBody>
        </p:sp>
        <p:pic>
          <p:nvPicPr>
            <p:cNvPr id="24" name="Picture 23">
              <a:extLst>
                <a:ext uri="{FF2B5EF4-FFF2-40B4-BE49-F238E27FC236}">
                  <a16:creationId xmlns:a16="http://schemas.microsoft.com/office/drawing/2014/main" id="{6BB11CA3-E352-4BAC-80D8-602414634D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000" y="1168665"/>
              <a:ext cx="333743" cy="319076"/>
            </a:xfrm>
            <a:prstGeom prst="rect">
              <a:avLst/>
            </a:prstGeom>
          </p:spPr>
        </p:pic>
      </p:grpSp>
      <p:sp>
        <p:nvSpPr>
          <p:cNvPr id="50" name="Your Title">
            <a:extLst>
              <a:ext uri="{FF2B5EF4-FFF2-40B4-BE49-F238E27FC236}">
                <a16:creationId xmlns:a16="http://schemas.microsoft.com/office/drawing/2014/main" id="{C1BF45D8-6751-45C3-A64E-AB079812EEB0}"/>
              </a:ext>
            </a:extLst>
          </p:cNvPr>
          <p:cNvSpPr>
            <a:spLocks noGrp="1"/>
          </p:cNvSpPr>
          <p:nvPr userDrawn="1">
            <p:ph type="body" sz="quarter" idx="13" hasCustomPrompt="1"/>
          </p:nvPr>
        </p:nvSpPr>
        <p:spPr>
          <a:xfrm>
            <a:off x="1397220" y="329977"/>
            <a:ext cx="6340475" cy="336637"/>
          </a:xfrm>
          <a:prstGeom prst="rect">
            <a:avLst/>
          </a:prstGeom>
        </p:spPr>
        <p:txBody>
          <a:bodyPr/>
          <a:lstStyle>
            <a:lvl1pPr>
              <a:defRPr sz="2000">
                <a:solidFill>
                  <a:srgbClr val="454545"/>
                </a:solidFill>
                <a:latin typeface="Graphik Black" panose="020B0A03030202060203" pitchFamily="34" charset="0"/>
              </a:defRPr>
            </a:lvl1pPr>
            <a:lvl2pPr>
              <a:defRPr>
                <a:latin typeface="+mj-lt"/>
              </a:defRPr>
            </a:lvl2pPr>
            <a:lvl3pPr>
              <a:defRPr>
                <a:latin typeface="+mj-lt"/>
              </a:defRPr>
            </a:lvl3pPr>
            <a:lvl4pPr>
              <a:defRPr>
                <a:latin typeface="+mj-lt"/>
              </a:defRPr>
            </a:lvl4pPr>
            <a:lvl5pPr>
              <a:defRPr>
                <a:latin typeface="+mj-lt"/>
              </a:defRPr>
            </a:lvl5pPr>
          </a:lstStyle>
          <a:p>
            <a:pPr lvl="0"/>
            <a:r>
              <a:rPr lang="en-US"/>
              <a:t>Your Title</a:t>
            </a:r>
          </a:p>
        </p:txBody>
      </p:sp>
      <p:sp>
        <p:nvSpPr>
          <p:cNvPr id="48" name="Your Name">
            <a:extLst>
              <a:ext uri="{FF2B5EF4-FFF2-40B4-BE49-F238E27FC236}">
                <a16:creationId xmlns:a16="http://schemas.microsoft.com/office/drawing/2014/main" id="{DB67F779-2CB6-4D37-A3F4-F571C3D98DE0}"/>
              </a:ext>
            </a:extLst>
          </p:cNvPr>
          <p:cNvSpPr>
            <a:spLocks noGrp="1"/>
          </p:cNvSpPr>
          <p:nvPr userDrawn="1">
            <p:ph type="body" sz="quarter" idx="12" hasCustomPrompt="1"/>
          </p:nvPr>
        </p:nvSpPr>
        <p:spPr>
          <a:xfrm>
            <a:off x="1397220" y="42880"/>
            <a:ext cx="6340475" cy="315666"/>
          </a:xfrm>
          <a:prstGeom prst="rect">
            <a:avLst/>
          </a:prstGeom>
        </p:spPr>
        <p:txBody>
          <a:bodyPr/>
          <a:lstStyle>
            <a:lvl1pPr>
              <a:defRPr sz="2600">
                <a:solidFill>
                  <a:srgbClr val="00D800"/>
                </a:solidFill>
                <a:latin typeface="Graphik Black" panose="020B0A03030202060203" pitchFamily="34" charset="0"/>
              </a:defRPr>
            </a:lvl1pPr>
          </a:lstStyle>
          <a:p>
            <a:pPr lvl="0"/>
            <a:r>
              <a:rPr lang="en-US" sz="2600"/>
              <a:t>Your Name</a:t>
            </a:r>
            <a:endParaRPr lang="en-US"/>
          </a:p>
        </p:txBody>
      </p:sp>
      <p:sp>
        <p:nvSpPr>
          <p:cNvPr id="7" name="Your Picture">
            <a:extLst>
              <a:ext uri="{FF2B5EF4-FFF2-40B4-BE49-F238E27FC236}">
                <a16:creationId xmlns:a16="http://schemas.microsoft.com/office/drawing/2014/main" id="{E8F66A70-A6C5-4AA7-A04A-B6D09E41E4DF}"/>
              </a:ext>
            </a:extLst>
          </p:cNvPr>
          <p:cNvSpPr>
            <a:spLocks noGrp="1"/>
          </p:cNvSpPr>
          <p:nvPr userDrawn="1">
            <p:ph type="pic" sz="quarter" idx="10" hasCustomPrompt="1"/>
          </p:nvPr>
        </p:nvSpPr>
        <p:spPr>
          <a:xfrm>
            <a:off x="427029" y="50800"/>
            <a:ext cx="795528" cy="1033272"/>
          </a:xfrm>
          <a:prstGeom prst="rect">
            <a:avLst/>
          </a:prstGeom>
          <a:effectLst>
            <a:outerShdw blurRad="50800" dist="38100" dir="5400000" algn="t" rotWithShape="0">
              <a:prstClr val="black">
                <a:alpha val="40000"/>
              </a:prstClr>
            </a:outerShdw>
          </a:effectLst>
        </p:spPr>
        <p:txBody>
          <a:bodyPr/>
          <a:lstStyle>
            <a:lvl1pPr>
              <a:defRPr sz="1200"/>
            </a:lvl1pPr>
          </a:lstStyle>
          <a:p>
            <a:r>
              <a:rPr lang="en-US"/>
              <a:t>Your Picture</a:t>
            </a:r>
          </a:p>
        </p:txBody>
      </p:sp>
    </p:spTree>
    <p:extLst>
      <p:ext uri="{BB962C8B-B14F-4D97-AF65-F5344CB8AC3E}">
        <p14:creationId xmlns:p14="http://schemas.microsoft.com/office/powerpoint/2010/main" val="75658496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esume: Industry">
    <p:bg>
      <p:bgPr>
        <a:solidFill>
          <a:schemeClr val="bg1"/>
        </a:solidFill>
        <a:effectLst/>
      </p:bgPr>
    </p:bg>
    <p:spTree>
      <p:nvGrpSpPr>
        <p:cNvPr id="1" name=""/>
        <p:cNvGrpSpPr/>
        <p:nvPr/>
      </p:nvGrpSpPr>
      <p:grpSpPr>
        <a:xfrm>
          <a:off x="0" y="0"/>
          <a:ext cx="0" cy="0"/>
          <a:chOff x="0" y="0"/>
          <a:chExt cx="0" cy="0"/>
        </a:xfrm>
      </p:grpSpPr>
      <p:sp>
        <p:nvSpPr>
          <p:cNvPr id="300" name="Detail:Job Experience">
            <a:extLst>
              <a:ext uri="{FF2B5EF4-FFF2-40B4-BE49-F238E27FC236}">
                <a16:creationId xmlns:a16="http://schemas.microsoft.com/office/drawing/2014/main" id="{4647FB51-A60D-4010-B2F2-62CF8F3D53E5}"/>
              </a:ext>
            </a:extLst>
          </p:cNvPr>
          <p:cNvSpPr>
            <a:spLocks noGrp="1"/>
          </p:cNvSpPr>
          <p:nvPr userDrawn="1">
            <p:ph type="body" sz="quarter" idx="300" hasCustomPrompt="1"/>
          </p:nvPr>
        </p:nvSpPr>
        <p:spPr>
          <a:xfrm>
            <a:off x="5439992" y="1560512"/>
            <a:ext cx="6371008" cy="5254541"/>
          </a:xfrm>
          <a:prstGeom prst="rect">
            <a:avLst/>
          </a:prstGeom>
        </p:spPr>
        <p:txBody>
          <a:bodyPr rIns="182880"/>
          <a:lstStyle>
            <a:lvl1pPr marL="118872" indent="-118872">
              <a:lnSpc>
                <a:spcPct val="100000"/>
              </a:lnSpc>
              <a:spcBef>
                <a:spcPts val="600"/>
              </a:spcBef>
              <a:spcAft>
                <a:spcPts val="10"/>
              </a:spcAft>
              <a:buFont typeface="Wingdings" panose="05000000000000000000" pitchFamily="2" charset="2"/>
              <a:buChar char="§"/>
              <a:defRPr kumimoji="0" lang="en-US" sz="1000" b="1"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vl2pPr marL="228600" marR="0" indent="0" algn="l" defTabSz="914400" rtl="0" eaLnBrk="1" fontAlgn="base" latinLnBrk="0" hangingPunct="1">
              <a:lnSpc>
                <a:spcPct val="90000"/>
              </a:lnSpc>
              <a:spcBef>
                <a:spcPts val="0"/>
              </a:spcBef>
              <a:spcAft>
                <a:spcPts val="100"/>
              </a:spcAft>
              <a:buClr>
                <a:srgbClr val="000000"/>
              </a:buClr>
              <a:buSzTx/>
              <a:buFontTx/>
              <a:buNone/>
              <a:tabLst/>
              <a:defRPr sz="1000"/>
            </a:lvl2pPr>
            <a:lvl3pPr marL="70866" marR="0" indent="0" algn="l" defTabSz="914400" rtl="0" eaLnBrk="1" fontAlgn="base" latinLnBrk="0" hangingPunct="1">
              <a:lnSpc>
                <a:spcPct val="90000"/>
              </a:lnSpc>
              <a:spcBef>
                <a:spcPts val="0"/>
              </a:spcBef>
              <a:spcAft>
                <a:spcPts val="100"/>
              </a:spcAft>
              <a:buClr>
                <a:srgbClr val="000000"/>
              </a:buClr>
              <a:buSzTx/>
              <a:buFont typeface="Wingdings" panose="05000000000000000000" pitchFamily="2" charset="2"/>
              <a:buNone/>
              <a:tabLst/>
              <a:defRPr sz="1000"/>
            </a:lvl3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Job Title</a:t>
            </a:r>
          </a:p>
          <a:p>
            <a:pPr marL="91440" marR="0" lvl="1" indent="-210312"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Job Description No Bullets</a:t>
            </a:r>
          </a:p>
          <a:p>
            <a:pPr marL="281178" marR="0" lvl="2" indent="-210312"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Job Description With Bullets</a:t>
            </a:r>
          </a:p>
          <a:p>
            <a:pPr marL="91440" marR="0" lvl="1" indent="-210312"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endParaRPr lang="en-US" dirty="0"/>
          </a:p>
        </p:txBody>
      </p:sp>
      <p:grpSp>
        <p:nvGrpSpPr>
          <p:cNvPr id="2" name="Title:Selected Experience">
            <a:extLst>
              <a:ext uri="{FF2B5EF4-FFF2-40B4-BE49-F238E27FC236}">
                <a16:creationId xmlns:a16="http://schemas.microsoft.com/office/drawing/2014/main" id="{20BC3517-E9C5-430F-B0E7-6287FE7905F0}"/>
              </a:ext>
            </a:extLst>
          </p:cNvPr>
          <p:cNvGrpSpPr/>
          <p:nvPr userDrawn="1"/>
        </p:nvGrpSpPr>
        <p:grpSpPr>
          <a:xfrm>
            <a:off x="5439992" y="1168183"/>
            <a:ext cx="6371008" cy="333189"/>
            <a:chOff x="5439992" y="1168183"/>
            <a:chExt cx="6371008" cy="333189"/>
          </a:xfrm>
        </p:grpSpPr>
        <p:sp>
          <p:nvSpPr>
            <p:cNvPr id="17" name="Line 10">
              <a:extLst>
                <a:ext uri="{FF2B5EF4-FFF2-40B4-BE49-F238E27FC236}">
                  <a16:creationId xmlns:a16="http://schemas.microsoft.com/office/drawing/2014/main" id="{BFE1AC2B-139B-49A4-9847-042BF9EA0951}"/>
                </a:ext>
              </a:extLst>
            </p:cNvPr>
            <p:cNvSpPr>
              <a:spLocks noChangeShapeType="1"/>
            </p:cNvSpPr>
            <p:nvPr userDrawn="1"/>
          </p:nvSpPr>
          <p:spPr bwMode="auto">
            <a:xfrm>
              <a:off x="5439992" y="1501372"/>
              <a:ext cx="6371008" cy="0"/>
            </a:xfrm>
            <a:prstGeom prst="line">
              <a:avLst/>
            </a:prstGeom>
            <a:noFill/>
            <a:ln w="28575">
              <a:solidFill>
                <a:srgbClr val="404040"/>
              </a:solidFill>
              <a:round/>
              <a:headEnd/>
              <a:tailEnd/>
            </a:ln>
            <a:effectLst/>
          </p:spPr>
          <p:txBody>
            <a:bodyPr wrap="none" lIns="45720" rIns="45720" anchor="ctr"/>
            <a:lstStyle/>
            <a:p>
              <a:pPr marL="0" marR="0" lvl="0" indent="0" algn="l"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32" name="Rectangle 7">
              <a:extLst>
                <a:ext uri="{FF2B5EF4-FFF2-40B4-BE49-F238E27FC236}">
                  <a16:creationId xmlns:a16="http://schemas.microsoft.com/office/drawing/2014/main" id="{DFDC65E6-C741-4F69-B674-8A5AF2511964}"/>
                </a:ext>
              </a:extLst>
            </p:cNvPr>
            <p:cNvSpPr>
              <a:spLocks noChangeArrowheads="1"/>
            </p:cNvSpPr>
            <p:nvPr/>
          </p:nvSpPr>
          <p:spPr bwMode="auto">
            <a:xfrm>
              <a:off x="5713018" y="1199616"/>
              <a:ext cx="4113193" cy="257175"/>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a:ln>
                    <a:noFill/>
                  </a:ln>
                  <a:solidFill>
                    <a:srgbClr val="404040"/>
                  </a:solidFill>
                  <a:effectLst/>
                  <a:uLnTx/>
                  <a:uFillTx/>
                  <a:latin typeface="Graphik Black" panose="020B0A03030202060203" pitchFamily="34" charset="0"/>
                  <a:ea typeface="+mn-ea"/>
                  <a:cs typeface="Arial" charset="0"/>
                </a:rPr>
                <a:t>Selected Relevant Experience </a:t>
              </a:r>
            </a:p>
          </p:txBody>
        </p:sp>
        <p:pic>
          <p:nvPicPr>
            <p:cNvPr id="33" name="Picture 32">
              <a:extLst>
                <a:ext uri="{FF2B5EF4-FFF2-40B4-BE49-F238E27FC236}">
                  <a16:creationId xmlns:a16="http://schemas.microsoft.com/office/drawing/2014/main" id="{06BF1768-2C0C-493D-9A0E-5858C5C13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9992" y="1168183"/>
              <a:ext cx="320040" cy="320040"/>
            </a:xfrm>
            <a:prstGeom prst="rect">
              <a:avLst/>
            </a:prstGeom>
          </p:spPr>
        </p:pic>
      </p:grpSp>
      <p:sp>
        <p:nvSpPr>
          <p:cNvPr id="500" name="Detail:Industry Experience">
            <a:extLst>
              <a:ext uri="{FF2B5EF4-FFF2-40B4-BE49-F238E27FC236}">
                <a16:creationId xmlns:a16="http://schemas.microsoft.com/office/drawing/2014/main" id="{056568FE-5E4F-46E9-9EEE-2731D3F84EF3}"/>
              </a:ext>
            </a:extLst>
          </p:cNvPr>
          <p:cNvSpPr>
            <a:spLocks noGrp="1"/>
          </p:cNvSpPr>
          <p:nvPr userDrawn="1">
            <p:ph type="body" sz="quarter" idx="500" hasCustomPrompt="1"/>
          </p:nvPr>
        </p:nvSpPr>
        <p:spPr>
          <a:xfrm>
            <a:off x="2898648" y="5771905"/>
            <a:ext cx="2432304" cy="1099879"/>
          </a:xfrm>
          <a:prstGeom prst="rect">
            <a:avLst/>
          </a:prstGeom>
        </p:spPr>
        <p:txBody>
          <a:bodyPr/>
          <a:lstStyle>
            <a:lvl1pPr marL="118872" indent="-118872">
              <a:spcBef>
                <a:spcPts val="18"/>
              </a:spcBef>
              <a:spcAft>
                <a:spcPts val="150"/>
              </a:spcAft>
              <a:buFont typeface="Wingdings" panose="05000000000000000000" pitchFamily="2" charset="2"/>
              <a:buChar char="§"/>
              <a:defRPr kumimoji="0" lang="en-US" sz="1000" b="0"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Industry</a:t>
            </a:r>
          </a:p>
        </p:txBody>
      </p:sp>
      <p:grpSp>
        <p:nvGrpSpPr>
          <p:cNvPr id="62" name="Title:Industry Experence">
            <a:extLst>
              <a:ext uri="{FF2B5EF4-FFF2-40B4-BE49-F238E27FC236}">
                <a16:creationId xmlns:a16="http://schemas.microsoft.com/office/drawing/2014/main" id="{8B0D16E4-B46B-4F84-86ED-CAC778C21536}"/>
              </a:ext>
            </a:extLst>
          </p:cNvPr>
          <p:cNvGrpSpPr/>
          <p:nvPr userDrawn="1"/>
        </p:nvGrpSpPr>
        <p:grpSpPr>
          <a:xfrm>
            <a:off x="2898648" y="5342278"/>
            <a:ext cx="2432304" cy="414015"/>
            <a:chOff x="530352" y="4996352"/>
            <a:chExt cx="2190827" cy="429626"/>
          </a:xfrm>
        </p:grpSpPr>
        <p:grpSp>
          <p:nvGrpSpPr>
            <p:cNvPr id="39" name="Group 38">
              <a:extLst>
                <a:ext uri="{FF2B5EF4-FFF2-40B4-BE49-F238E27FC236}">
                  <a16:creationId xmlns:a16="http://schemas.microsoft.com/office/drawing/2014/main" id="{06E463CF-08FA-41C5-8D66-0F0731640EFD}"/>
                </a:ext>
              </a:extLst>
            </p:cNvPr>
            <p:cNvGrpSpPr/>
            <p:nvPr userDrawn="1"/>
          </p:nvGrpSpPr>
          <p:grpSpPr>
            <a:xfrm>
              <a:off x="530352" y="4996352"/>
              <a:ext cx="2180818" cy="429626"/>
              <a:chOff x="581579" y="4862006"/>
              <a:chExt cx="2180818" cy="429626"/>
            </a:xfrm>
          </p:grpSpPr>
          <p:sp>
            <p:nvSpPr>
              <p:cNvPr id="40" name="Rectangle 9">
                <a:extLst>
                  <a:ext uri="{FF2B5EF4-FFF2-40B4-BE49-F238E27FC236}">
                    <a16:creationId xmlns:a16="http://schemas.microsoft.com/office/drawing/2014/main" id="{2C60DD33-A894-4D25-A30D-4070105BA9F5}"/>
                  </a:ext>
                </a:extLst>
              </p:cNvPr>
              <p:cNvSpPr>
                <a:spLocks noChangeArrowheads="1"/>
              </p:cNvSpPr>
              <p:nvPr/>
            </p:nvSpPr>
            <p:spPr bwMode="auto">
              <a:xfrm>
                <a:off x="871941" y="4862006"/>
                <a:ext cx="1890456" cy="429626"/>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dirty="0">
                    <a:ln>
                      <a:noFill/>
                    </a:ln>
                    <a:solidFill>
                      <a:srgbClr val="404040"/>
                    </a:solidFill>
                    <a:effectLst/>
                    <a:uLnTx/>
                    <a:uFillTx/>
                    <a:latin typeface="Graphik Black" panose="020B0A03030202060203" pitchFamily="34" charset="0"/>
                    <a:ea typeface="+mn-ea"/>
                    <a:cs typeface="Arial" charset="0"/>
                  </a:rPr>
                  <a:t>Industry Experience</a:t>
                </a:r>
              </a:p>
            </p:txBody>
          </p:sp>
          <p:pic>
            <p:nvPicPr>
              <p:cNvPr id="41" name="Picture 40">
                <a:extLst>
                  <a:ext uri="{FF2B5EF4-FFF2-40B4-BE49-F238E27FC236}">
                    <a16:creationId xmlns:a16="http://schemas.microsoft.com/office/drawing/2014/main" id="{8648691D-E13B-4D51-8A5D-9A20003EF8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579" y="4912465"/>
                <a:ext cx="320040" cy="320040"/>
              </a:xfrm>
              <a:prstGeom prst="rect">
                <a:avLst/>
              </a:prstGeom>
            </p:spPr>
          </p:pic>
        </p:grpSp>
        <p:sp>
          <p:nvSpPr>
            <p:cNvPr id="43" name="Line 10">
              <a:extLst>
                <a:ext uri="{FF2B5EF4-FFF2-40B4-BE49-F238E27FC236}">
                  <a16:creationId xmlns:a16="http://schemas.microsoft.com/office/drawing/2014/main" id="{5596C41E-92BA-4B65-B4A1-0370CDC1F103}"/>
                </a:ext>
              </a:extLst>
            </p:cNvPr>
            <p:cNvSpPr>
              <a:spLocks noChangeShapeType="1"/>
            </p:cNvSpPr>
            <p:nvPr userDrawn="1"/>
          </p:nvSpPr>
          <p:spPr bwMode="auto">
            <a:xfrm>
              <a:off x="530352" y="5408505"/>
              <a:ext cx="2190827" cy="0"/>
            </a:xfrm>
            <a:prstGeom prst="line">
              <a:avLst/>
            </a:prstGeom>
            <a:noFill/>
            <a:ln w="28575">
              <a:solidFill>
                <a:srgbClr val="404040"/>
              </a:solidFill>
              <a:round/>
              <a:headEnd/>
              <a:tailEnd/>
            </a:ln>
            <a:effectLst/>
          </p:spPr>
          <p:txBody>
            <a:bodyPr wrap="none" lIns="45720" rIns="45720" anchor="ctr"/>
            <a:lstStyle/>
            <a:p>
              <a:pPr marL="0" marR="0" lvl="0" indent="0" algn="l"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grpSp>
      <p:sp>
        <p:nvSpPr>
          <p:cNvPr id="400" name="Detail:Technical Experience">
            <a:extLst>
              <a:ext uri="{FF2B5EF4-FFF2-40B4-BE49-F238E27FC236}">
                <a16:creationId xmlns:a16="http://schemas.microsoft.com/office/drawing/2014/main" id="{BDD354EF-6FF4-4D24-B51B-D9A72C1C176F}"/>
              </a:ext>
            </a:extLst>
          </p:cNvPr>
          <p:cNvSpPr>
            <a:spLocks noGrp="1"/>
          </p:cNvSpPr>
          <p:nvPr userDrawn="1">
            <p:ph type="body" sz="quarter" idx="400" hasCustomPrompt="1"/>
          </p:nvPr>
        </p:nvSpPr>
        <p:spPr>
          <a:xfrm>
            <a:off x="2898648" y="4270760"/>
            <a:ext cx="2432108" cy="1071517"/>
          </a:xfrm>
          <a:prstGeom prst="rect">
            <a:avLst/>
          </a:prstGeom>
        </p:spPr>
        <p:txBody>
          <a:bodyPr/>
          <a:lstStyle>
            <a:lvl1pPr marL="118872" marR="0" indent="-118872" algn="l" defTabSz="914400" rtl="0" eaLnBrk="1" fontAlgn="base" latinLnBrk="0" hangingPunct="1">
              <a:lnSpc>
                <a:spcPts val="1000"/>
              </a:lnSpc>
              <a:spcBef>
                <a:spcPts val="100"/>
              </a:spcBef>
              <a:spcAft>
                <a:spcPct val="0"/>
              </a:spcAft>
              <a:buClr>
                <a:srgbClr val="000000"/>
              </a:buClr>
              <a:buSzTx/>
              <a:buFont typeface="Wingdings" panose="05000000000000000000" pitchFamily="2" charset="2"/>
              <a:buChar char="§"/>
              <a:tabLst/>
              <a:defRPr kumimoji="0" lang="en-US" sz="1000" b="1"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vl2pPr marL="228600" indent="0">
              <a:lnSpc>
                <a:spcPct val="90000"/>
              </a:lnSpc>
              <a:spcBef>
                <a:spcPts val="0"/>
              </a:spcBef>
              <a:spcAft>
                <a:spcPts val="300"/>
              </a:spcAft>
              <a:defRPr lang="en-US" sz="1000" kern="1200" dirty="0" smtClean="0">
                <a:solidFill>
                  <a:schemeClr val="tx1"/>
                </a:solidFill>
                <a:latin typeface="+mn-lt"/>
                <a:ea typeface="+mn-ea"/>
                <a:cs typeface="+mn-cs"/>
              </a:defRPr>
            </a:lvl2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Area</a:t>
            </a:r>
          </a:p>
          <a:p>
            <a:pPr marL="91440" marR="0" lvl="1" indent="-210312"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Skills</a:t>
            </a:r>
          </a:p>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endParaRPr lang="en-US" dirty="0"/>
          </a:p>
        </p:txBody>
      </p:sp>
      <p:grpSp>
        <p:nvGrpSpPr>
          <p:cNvPr id="63" name="Title:Technical Experience">
            <a:extLst>
              <a:ext uri="{FF2B5EF4-FFF2-40B4-BE49-F238E27FC236}">
                <a16:creationId xmlns:a16="http://schemas.microsoft.com/office/drawing/2014/main" id="{55E89C7F-5D31-4762-9BB0-2933C0D5969F}"/>
              </a:ext>
            </a:extLst>
          </p:cNvPr>
          <p:cNvGrpSpPr/>
          <p:nvPr userDrawn="1"/>
        </p:nvGrpSpPr>
        <p:grpSpPr>
          <a:xfrm>
            <a:off x="2898648" y="3822880"/>
            <a:ext cx="2428947" cy="437535"/>
            <a:chOff x="2990088" y="3232037"/>
            <a:chExt cx="2340864" cy="437535"/>
          </a:xfrm>
        </p:grpSpPr>
        <p:grpSp>
          <p:nvGrpSpPr>
            <p:cNvPr id="28" name="Group 27">
              <a:extLst>
                <a:ext uri="{FF2B5EF4-FFF2-40B4-BE49-F238E27FC236}">
                  <a16:creationId xmlns:a16="http://schemas.microsoft.com/office/drawing/2014/main" id="{DA6B111C-A6C5-49C8-9E47-3254C8654B6E}"/>
                </a:ext>
              </a:extLst>
            </p:cNvPr>
            <p:cNvGrpSpPr/>
            <p:nvPr userDrawn="1"/>
          </p:nvGrpSpPr>
          <p:grpSpPr>
            <a:xfrm>
              <a:off x="2991979" y="3232037"/>
              <a:ext cx="2268835" cy="437535"/>
              <a:chOff x="2991979" y="3097691"/>
              <a:chExt cx="2268835" cy="437535"/>
            </a:xfrm>
          </p:grpSpPr>
          <p:sp>
            <p:nvSpPr>
              <p:cNvPr id="29" name="Rectangle 15">
                <a:extLst>
                  <a:ext uri="{FF2B5EF4-FFF2-40B4-BE49-F238E27FC236}">
                    <a16:creationId xmlns:a16="http://schemas.microsoft.com/office/drawing/2014/main" id="{063BA8EF-490E-4122-A881-E94B7DB7009C}"/>
                  </a:ext>
                </a:extLst>
              </p:cNvPr>
              <p:cNvSpPr>
                <a:spLocks noChangeArrowheads="1"/>
              </p:cNvSpPr>
              <p:nvPr/>
            </p:nvSpPr>
            <p:spPr bwMode="auto">
              <a:xfrm>
                <a:off x="3321540" y="3097691"/>
                <a:ext cx="1939274" cy="437535"/>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dirty="0">
                    <a:ln>
                      <a:noFill/>
                    </a:ln>
                    <a:solidFill>
                      <a:srgbClr val="404040"/>
                    </a:solidFill>
                    <a:effectLst/>
                    <a:uLnTx/>
                    <a:uFillTx/>
                    <a:latin typeface="Graphik Black" panose="020B0A03030202060203" pitchFamily="34" charset="0"/>
                    <a:ea typeface="+mn-ea"/>
                    <a:cs typeface="Arial" charset="0"/>
                  </a:rPr>
                  <a:t>Technical Experience</a:t>
                </a:r>
              </a:p>
            </p:txBody>
          </p:sp>
          <p:pic>
            <p:nvPicPr>
              <p:cNvPr id="30" name="Picture 29">
                <a:extLst>
                  <a:ext uri="{FF2B5EF4-FFF2-40B4-BE49-F238E27FC236}">
                    <a16:creationId xmlns:a16="http://schemas.microsoft.com/office/drawing/2014/main" id="{FE5C738F-2DB9-4CE9-9201-1C691E17B8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91979" y="3156438"/>
                <a:ext cx="320040" cy="320040"/>
              </a:xfrm>
              <a:prstGeom prst="rect">
                <a:avLst/>
              </a:prstGeom>
            </p:spPr>
          </p:pic>
        </p:grpSp>
        <p:sp>
          <p:nvSpPr>
            <p:cNvPr id="44" name="Line 10">
              <a:extLst>
                <a:ext uri="{FF2B5EF4-FFF2-40B4-BE49-F238E27FC236}">
                  <a16:creationId xmlns:a16="http://schemas.microsoft.com/office/drawing/2014/main" id="{B03DE291-B58F-4ECF-B182-83BA652CF6DC}"/>
                </a:ext>
              </a:extLst>
            </p:cNvPr>
            <p:cNvSpPr>
              <a:spLocks noChangeShapeType="1"/>
            </p:cNvSpPr>
            <p:nvPr userDrawn="1"/>
          </p:nvSpPr>
          <p:spPr bwMode="auto">
            <a:xfrm>
              <a:off x="2990088" y="3650812"/>
              <a:ext cx="2340864" cy="0"/>
            </a:xfrm>
            <a:prstGeom prst="line">
              <a:avLst/>
            </a:prstGeom>
            <a:noFill/>
            <a:ln w="28575">
              <a:solidFill>
                <a:srgbClr val="404040"/>
              </a:solidFill>
              <a:round/>
              <a:headEnd/>
              <a:tailEnd/>
            </a:ln>
            <a:effectLst/>
          </p:spPr>
          <p:txBody>
            <a:bodyPr wrap="none" lIns="45720" rIns="45720" anchor="ctr"/>
            <a:lstStyle/>
            <a:p>
              <a:pPr marL="0" marR="0" lvl="0" indent="0" algn="r"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grpSp>
      <p:sp>
        <p:nvSpPr>
          <p:cNvPr id="200" name="Detail:Functional Experience">
            <a:extLst>
              <a:ext uri="{FF2B5EF4-FFF2-40B4-BE49-F238E27FC236}">
                <a16:creationId xmlns:a16="http://schemas.microsoft.com/office/drawing/2014/main" id="{625EBE0A-88FF-4E9C-ABD1-6AA91CC79391}"/>
              </a:ext>
            </a:extLst>
          </p:cNvPr>
          <p:cNvSpPr>
            <a:spLocks noGrp="1"/>
          </p:cNvSpPr>
          <p:nvPr userDrawn="1">
            <p:ph type="body" sz="quarter" idx="200" hasCustomPrompt="1"/>
          </p:nvPr>
        </p:nvSpPr>
        <p:spPr>
          <a:xfrm>
            <a:off x="377952" y="4270756"/>
            <a:ext cx="2432304" cy="2398506"/>
          </a:xfrm>
          <a:prstGeom prst="rect">
            <a:avLst/>
          </a:prstGeom>
        </p:spPr>
        <p:txBody>
          <a:bodyPr/>
          <a:lstStyle>
            <a:lvl1pPr marL="118872" indent="-118872">
              <a:spcBef>
                <a:spcPts val="18"/>
              </a:spcBef>
              <a:spcAft>
                <a:spcPts val="150"/>
              </a:spcAft>
              <a:buFont typeface="Wingdings" panose="05000000000000000000" pitchFamily="2" charset="2"/>
              <a:buChar char="§"/>
              <a:defRPr kumimoji="0" lang="en-US" sz="1000" b="0"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Functional Experience</a:t>
            </a:r>
          </a:p>
        </p:txBody>
      </p:sp>
      <p:grpSp>
        <p:nvGrpSpPr>
          <p:cNvPr id="61" name="Title Functional Experience">
            <a:extLst>
              <a:ext uri="{FF2B5EF4-FFF2-40B4-BE49-F238E27FC236}">
                <a16:creationId xmlns:a16="http://schemas.microsoft.com/office/drawing/2014/main" id="{F7322460-D7F7-4D3D-9453-3EB167D9D84D}"/>
              </a:ext>
            </a:extLst>
          </p:cNvPr>
          <p:cNvGrpSpPr/>
          <p:nvPr userDrawn="1"/>
        </p:nvGrpSpPr>
        <p:grpSpPr>
          <a:xfrm>
            <a:off x="381000" y="3827814"/>
            <a:ext cx="2432304" cy="437535"/>
            <a:chOff x="530352" y="3236976"/>
            <a:chExt cx="2194560" cy="437535"/>
          </a:xfrm>
        </p:grpSpPr>
        <p:sp>
          <p:nvSpPr>
            <p:cNvPr id="18" name="Line 10">
              <a:extLst>
                <a:ext uri="{FF2B5EF4-FFF2-40B4-BE49-F238E27FC236}">
                  <a16:creationId xmlns:a16="http://schemas.microsoft.com/office/drawing/2014/main" id="{B7B5C71C-E77D-4CE2-B32B-E993D7EEA9AA}"/>
                </a:ext>
              </a:extLst>
            </p:cNvPr>
            <p:cNvSpPr>
              <a:spLocks noChangeShapeType="1"/>
            </p:cNvSpPr>
            <p:nvPr userDrawn="1"/>
          </p:nvSpPr>
          <p:spPr bwMode="auto">
            <a:xfrm>
              <a:off x="530352" y="3650812"/>
              <a:ext cx="2194560" cy="0"/>
            </a:xfrm>
            <a:prstGeom prst="line">
              <a:avLst/>
            </a:prstGeom>
            <a:noFill/>
            <a:ln w="28575">
              <a:solidFill>
                <a:srgbClr val="404040"/>
              </a:solidFill>
              <a:round/>
              <a:headEnd/>
              <a:tailEnd/>
            </a:ln>
            <a:effectLst/>
          </p:spPr>
          <p:txBody>
            <a:bodyPr wrap="none" lIns="45720" rIns="45720" anchor="ctr"/>
            <a:lstStyle/>
            <a:p>
              <a:pPr marL="0" marR="0" lvl="0" indent="0" algn="r"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grpSp>
          <p:nvGrpSpPr>
            <p:cNvPr id="25" name="Group 24">
              <a:extLst>
                <a:ext uri="{FF2B5EF4-FFF2-40B4-BE49-F238E27FC236}">
                  <a16:creationId xmlns:a16="http://schemas.microsoft.com/office/drawing/2014/main" id="{CA747DFD-525F-4298-ACB1-B0ABB6E24759}"/>
                </a:ext>
              </a:extLst>
            </p:cNvPr>
            <p:cNvGrpSpPr/>
            <p:nvPr userDrawn="1"/>
          </p:nvGrpSpPr>
          <p:grpSpPr>
            <a:xfrm>
              <a:off x="530352" y="3236976"/>
              <a:ext cx="2153052" cy="437535"/>
              <a:chOff x="525463" y="3117245"/>
              <a:chExt cx="2153052" cy="437535"/>
            </a:xfrm>
          </p:grpSpPr>
          <p:sp>
            <p:nvSpPr>
              <p:cNvPr id="26" name="Rectangle 14">
                <a:extLst>
                  <a:ext uri="{FF2B5EF4-FFF2-40B4-BE49-F238E27FC236}">
                    <a16:creationId xmlns:a16="http://schemas.microsoft.com/office/drawing/2014/main" id="{38404EB1-EA26-4B00-9F19-3757676CAECA}"/>
                  </a:ext>
                </a:extLst>
              </p:cNvPr>
              <p:cNvSpPr>
                <a:spLocks noChangeArrowheads="1"/>
              </p:cNvSpPr>
              <p:nvPr/>
            </p:nvSpPr>
            <p:spPr bwMode="auto">
              <a:xfrm>
                <a:off x="798489" y="3117245"/>
                <a:ext cx="1880026" cy="437535"/>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dirty="0">
                    <a:ln>
                      <a:noFill/>
                    </a:ln>
                    <a:solidFill>
                      <a:srgbClr val="404040"/>
                    </a:solidFill>
                    <a:effectLst/>
                    <a:uLnTx/>
                    <a:uFillTx/>
                    <a:latin typeface="Graphik Black" panose="020B0A03030202060203" pitchFamily="34" charset="0"/>
                    <a:ea typeface="+mn-ea"/>
                    <a:cs typeface="Arial" charset="0"/>
                  </a:rPr>
                  <a:t>Functional Experience</a:t>
                </a:r>
              </a:p>
            </p:txBody>
          </p:sp>
          <p:pic>
            <p:nvPicPr>
              <p:cNvPr id="27" name="Picture 26">
                <a:extLst>
                  <a:ext uri="{FF2B5EF4-FFF2-40B4-BE49-F238E27FC236}">
                    <a16:creationId xmlns:a16="http://schemas.microsoft.com/office/drawing/2014/main" id="{69DAA3C8-2DF2-457D-AEF2-C489868489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5463" y="3175992"/>
                <a:ext cx="320040" cy="320040"/>
              </a:xfrm>
              <a:prstGeom prst="rect">
                <a:avLst/>
              </a:prstGeom>
            </p:spPr>
          </p:pic>
        </p:grpSp>
      </p:grpSp>
      <p:sp>
        <p:nvSpPr>
          <p:cNvPr id="100" name="Detail:Background Experience">
            <a:extLst>
              <a:ext uri="{FF2B5EF4-FFF2-40B4-BE49-F238E27FC236}">
                <a16:creationId xmlns:a16="http://schemas.microsoft.com/office/drawing/2014/main" id="{BF4C3BB4-C8E9-461C-BB07-C133A20470B7}"/>
              </a:ext>
            </a:extLst>
          </p:cNvPr>
          <p:cNvSpPr>
            <a:spLocks noGrp="1"/>
          </p:cNvSpPr>
          <p:nvPr userDrawn="1">
            <p:ph type="body" sz="quarter" idx="100" hasCustomPrompt="1"/>
          </p:nvPr>
        </p:nvSpPr>
        <p:spPr>
          <a:xfrm>
            <a:off x="381000" y="1560511"/>
            <a:ext cx="4948106" cy="2169033"/>
          </a:xfrm>
          <a:prstGeom prst="rect">
            <a:avLst/>
          </a:prstGeom>
        </p:spPr>
        <p:txBody>
          <a:bodyPr/>
          <a:lstStyle>
            <a:lvl1pPr marL="118872" indent="-118872">
              <a:spcBef>
                <a:spcPts val="600"/>
              </a:spcBef>
              <a:spcAft>
                <a:spcPts val="600"/>
              </a:spcAft>
              <a:buFont typeface="Wingdings" panose="05000000000000000000" pitchFamily="2" charset="2"/>
              <a:buChar char="§"/>
              <a:defRPr kumimoji="0" lang="en-US" sz="1000" b="0"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a:t>Background Summary</a:t>
            </a:r>
          </a:p>
        </p:txBody>
      </p:sp>
      <p:grpSp>
        <p:nvGrpSpPr>
          <p:cNvPr id="3" name="Title:Professional Background">
            <a:extLst>
              <a:ext uri="{FF2B5EF4-FFF2-40B4-BE49-F238E27FC236}">
                <a16:creationId xmlns:a16="http://schemas.microsoft.com/office/drawing/2014/main" id="{6C372C0A-C3A0-4D24-903C-D30218BCF097}"/>
              </a:ext>
            </a:extLst>
          </p:cNvPr>
          <p:cNvGrpSpPr/>
          <p:nvPr userDrawn="1"/>
        </p:nvGrpSpPr>
        <p:grpSpPr>
          <a:xfrm>
            <a:off x="381000" y="1168665"/>
            <a:ext cx="4948106" cy="332707"/>
            <a:chOff x="381000" y="1168665"/>
            <a:chExt cx="4948106" cy="332707"/>
          </a:xfrm>
        </p:grpSpPr>
        <p:sp>
          <p:nvSpPr>
            <p:cNvPr id="12" name="Line 10">
              <a:extLst>
                <a:ext uri="{FF2B5EF4-FFF2-40B4-BE49-F238E27FC236}">
                  <a16:creationId xmlns:a16="http://schemas.microsoft.com/office/drawing/2014/main" id="{56AF543A-D546-491B-BDF3-9DEA98E3EA93}"/>
                </a:ext>
              </a:extLst>
            </p:cNvPr>
            <p:cNvSpPr>
              <a:spLocks noChangeShapeType="1"/>
            </p:cNvSpPr>
            <p:nvPr userDrawn="1"/>
          </p:nvSpPr>
          <p:spPr bwMode="auto">
            <a:xfrm>
              <a:off x="381000" y="1501372"/>
              <a:ext cx="4948106" cy="0"/>
            </a:xfrm>
            <a:prstGeom prst="line">
              <a:avLst/>
            </a:prstGeom>
            <a:noFill/>
            <a:ln w="28575">
              <a:solidFill>
                <a:srgbClr val="404040"/>
              </a:solidFill>
              <a:round/>
              <a:headEnd/>
              <a:tailEnd/>
            </a:ln>
            <a:effectLst/>
          </p:spPr>
          <p:txBody>
            <a:bodyPr wrap="none" lIns="45720" rIns="45720" anchor="ctr"/>
            <a:lstStyle/>
            <a:p>
              <a:pPr marL="0" marR="0" lvl="0" indent="0" algn="l"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3" name="Rectangle 9">
              <a:extLst>
                <a:ext uri="{FF2B5EF4-FFF2-40B4-BE49-F238E27FC236}">
                  <a16:creationId xmlns:a16="http://schemas.microsoft.com/office/drawing/2014/main" id="{3A43ED0F-47D8-4670-8AAF-E32D9DD53CE5}"/>
                </a:ext>
              </a:extLst>
            </p:cNvPr>
            <p:cNvSpPr>
              <a:spLocks noChangeArrowheads="1"/>
            </p:cNvSpPr>
            <p:nvPr/>
          </p:nvSpPr>
          <p:spPr bwMode="auto">
            <a:xfrm>
              <a:off x="666576" y="1199616"/>
              <a:ext cx="3112922" cy="257175"/>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dirty="0">
                  <a:ln>
                    <a:noFill/>
                  </a:ln>
                  <a:solidFill>
                    <a:srgbClr val="404040"/>
                  </a:solidFill>
                  <a:effectLst/>
                  <a:uLnTx/>
                  <a:uFillTx/>
                  <a:latin typeface="Graphik Black" panose="020B0A03030202060203" pitchFamily="34" charset="0"/>
                  <a:ea typeface="+mn-ea"/>
                  <a:cs typeface="Arial" charset="0"/>
                </a:rPr>
                <a:t>Professional Background</a:t>
              </a:r>
            </a:p>
          </p:txBody>
        </p:sp>
        <p:pic>
          <p:nvPicPr>
            <p:cNvPr id="24" name="Picture 23">
              <a:extLst>
                <a:ext uri="{FF2B5EF4-FFF2-40B4-BE49-F238E27FC236}">
                  <a16:creationId xmlns:a16="http://schemas.microsoft.com/office/drawing/2014/main" id="{6BB11CA3-E352-4BAC-80D8-602414634D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1000" y="1168665"/>
              <a:ext cx="333743" cy="319076"/>
            </a:xfrm>
            <a:prstGeom prst="rect">
              <a:avLst/>
            </a:prstGeom>
          </p:spPr>
        </p:pic>
      </p:grpSp>
      <p:sp>
        <p:nvSpPr>
          <p:cNvPr id="50" name="Your Title">
            <a:extLst>
              <a:ext uri="{FF2B5EF4-FFF2-40B4-BE49-F238E27FC236}">
                <a16:creationId xmlns:a16="http://schemas.microsoft.com/office/drawing/2014/main" id="{C1BF45D8-6751-45C3-A64E-AB079812EEB0}"/>
              </a:ext>
            </a:extLst>
          </p:cNvPr>
          <p:cNvSpPr>
            <a:spLocks noGrp="1"/>
          </p:cNvSpPr>
          <p:nvPr userDrawn="1">
            <p:ph type="body" sz="quarter" idx="13" hasCustomPrompt="1"/>
          </p:nvPr>
        </p:nvSpPr>
        <p:spPr>
          <a:xfrm>
            <a:off x="1397220" y="329977"/>
            <a:ext cx="6340475" cy="336637"/>
          </a:xfrm>
          <a:prstGeom prst="rect">
            <a:avLst/>
          </a:prstGeom>
        </p:spPr>
        <p:txBody>
          <a:bodyPr/>
          <a:lstStyle>
            <a:lvl1pPr>
              <a:defRPr sz="2000">
                <a:solidFill>
                  <a:srgbClr val="454545"/>
                </a:solidFill>
                <a:latin typeface="Graphik Black" panose="020B0A03030202060203" pitchFamily="34" charset="0"/>
              </a:defRPr>
            </a:lvl1pPr>
            <a:lvl2pPr>
              <a:defRPr>
                <a:latin typeface="+mj-lt"/>
              </a:defRPr>
            </a:lvl2pPr>
            <a:lvl3pPr>
              <a:defRPr>
                <a:latin typeface="+mj-lt"/>
              </a:defRPr>
            </a:lvl3pPr>
            <a:lvl4pPr>
              <a:defRPr>
                <a:latin typeface="+mj-lt"/>
              </a:defRPr>
            </a:lvl4pPr>
            <a:lvl5pPr>
              <a:defRPr>
                <a:latin typeface="+mj-lt"/>
              </a:defRPr>
            </a:lvl5pPr>
          </a:lstStyle>
          <a:p>
            <a:pPr lvl="0"/>
            <a:r>
              <a:rPr lang="en-US"/>
              <a:t>Your Title</a:t>
            </a:r>
          </a:p>
        </p:txBody>
      </p:sp>
      <p:sp>
        <p:nvSpPr>
          <p:cNvPr id="48" name="Your Name">
            <a:extLst>
              <a:ext uri="{FF2B5EF4-FFF2-40B4-BE49-F238E27FC236}">
                <a16:creationId xmlns:a16="http://schemas.microsoft.com/office/drawing/2014/main" id="{DB67F779-2CB6-4D37-A3F4-F571C3D98DE0}"/>
              </a:ext>
            </a:extLst>
          </p:cNvPr>
          <p:cNvSpPr>
            <a:spLocks noGrp="1"/>
          </p:cNvSpPr>
          <p:nvPr>
            <p:ph type="body" sz="quarter" idx="12" hasCustomPrompt="1"/>
          </p:nvPr>
        </p:nvSpPr>
        <p:spPr>
          <a:xfrm>
            <a:off x="1397220" y="42880"/>
            <a:ext cx="6340475" cy="315666"/>
          </a:xfrm>
          <a:prstGeom prst="rect">
            <a:avLst/>
          </a:prstGeom>
        </p:spPr>
        <p:txBody>
          <a:bodyPr/>
          <a:lstStyle>
            <a:lvl1pPr>
              <a:defRPr sz="2600">
                <a:solidFill>
                  <a:srgbClr val="00D800"/>
                </a:solidFill>
                <a:latin typeface="Graphik Black" panose="020B0A03030202060203" pitchFamily="34" charset="0"/>
              </a:defRPr>
            </a:lvl1pPr>
          </a:lstStyle>
          <a:p>
            <a:pPr lvl="0"/>
            <a:r>
              <a:rPr lang="en-US" sz="2600"/>
              <a:t>Your Name</a:t>
            </a:r>
            <a:endParaRPr lang="en-US"/>
          </a:p>
        </p:txBody>
      </p:sp>
      <p:sp>
        <p:nvSpPr>
          <p:cNvPr id="7" name="Your Picture">
            <a:extLst>
              <a:ext uri="{FF2B5EF4-FFF2-40B4-BE49-F238E27FC236}">
                <a16:creationId xmlns:a16="http://schemas.microsoft.com/office/drawing/2014/main" id="{E8F66A70-A6C5-4AA7-A04A-B6D09E41E4DF}"/>
              </a:ext>
            </a:extLst>
          </p:cNvPr>
          <p:cNvSpPr>
            <a:spLocks noGrp="1"/>
          </p:cNvSpPr>
          <p:nvPr>
            <p:ph type="pic" sz="quarter" idx="10" hasCustomPrompt="1"/>
          </p:nvPr>
        </p:nvSpPr>
        <p:spPr>
          <a:xfrm>
            <a:off x="427029" y="50800"/>
            <a:ext cx="795528" cy="1033272"/>
          </a:xfrm>
          <a:prstGeom prst="rect">
            <a:avLst/>
          </a:prstGeom>
          <a:effectLst>
            <a:outerShdw blurRad="50800" dist="38100" dir="5400000" algn="t" rotWithShape="0">
              <a:prstClr val="black">
                <a:alpha val="40000"/>
              </a:prstClr>
            </a:outerShdw>
          </a:effectLst>
        </p:spPr>
        <p:txBody>
          <a:bodyPr/>
          <a:lstStyle>
            <a:lvl1pPr>
              <a:defRPr sz="1200"/>
            </a:lvl1pPr>
          </a:lstStyle>
          <a:p>
            <a:r>
              <a:rPr lang="en-US"/>
              <a:t>Your Picture</a:t>
            </a:r>
          </a:p>
        </p:txBody>
      </p:sp>
    </p:spTree>
    <p:extLst>
      <p:ext uri="{BB962C8B-B14F-4D97-AF65-F5344CB8AC3E}">
        <p14:creationId xmlns:p14="http://schemas.microsoft.com/office/powerpoint/2010/main" val="232603665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esume: Full">
    <p:bg>
      <p:bgPr>
        <a:solidFill>
          <a:schemeClr val="bg1"/>
        </a:solidFill>
        <a:effectLst/>
      </p:bgPr>
    </p:bg>
    <p:spTree>
      <p:nvGrpSpPr>
        <p:cNvPr id="1" name=""/>
        <p:cNvGrpSpPr/>
        <p:nvPr/>
      </p:nvGrpSpPr>
      <p:grpSpPr>
        <a:xfrm>
          <a:off x="0" y="0"/>
          <a:ext cx="0" cy="0"/>
          <a:chOff x="0" y="0"/>
          <a:chExt cx="0" cy="0"/>
        </a:xfrm>
      </p:grpSpPr>
      <p:sp>
        <p:nvSpPr>
          <p:cNvPr id="300" name="Detail:Job Experience">
            <a:extLst>
              <a:ext uri="{FF2B5EF4-FFF2-40B4-BE49-F238E27FC236}">
                <a16:creationId xmlns:a16="http://schemas.microsoft.com/office/drawing/2014/main" id="{4647FB51-A60D-4010-B2F2-62CF8F3D53E5}"/>
              </a:ext>
            </a:extLst>
          </p:cNvPr>
          <p:cNvSpPr>
            <a:spLocks noGrp="1"/>
          </p:cNvSpPr>
          <p:nvPr>
            <p:ph type="body" sz="quarter" idx="300" hasCustomPrompt="1"/>
          </p:nvPr>
        </p:nvSpPr>
        <p:spPr>
          <a:xfrm>
            <a:off x="5439992" y="1560512"/>
            <a:ext cx="6371008" cy="5159303"/>
          </a:xfrm>
          <a:prstGeom prst="rect">
            <a:avLst/>
          </a:prstGeom>
        </p:spPr>
        <p:txBody>
          <a:bodyPr rIns="182880"/>
          <a:lstStyle>
            <a:lvl1pPr marL="118872" indent="-118872">
              <a:lnSpc>
                <a:spcPct val="100000"/>
              </a:lnSpc>
              <a:spcBef>
                <a:spcPts val="600"/>
              </a:spcBef>
              <a:spcAft>
                <a:spcPts val="10"/>
              </a:spcAft>
              <a:buFont typeface="Wingdings" panose="05000000000000000000" pitchFamily="2" charset="2"/>
              <a:buChar char="§"/>
              <a:defRPr kumimoji="0" lang="en-US" sz="1000" b="1"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vl2pPr marL="228600" marR="0" indent="0" algn="l" defTabSz="914400" rtl="0" eaLnBrk="1" fontAlgn="base" latinLnBrk="0" hangingPunct="1">
              <a:lnSpc>
                <a:spcPct val="90000"/>
              </a:lnSpc>
              <a:spcBef>
                <a:spcPts val="0"/>
              </a:spcBef>
              <a:spcAft>
                <a:spcPts val="100"/>
              </a:spcAft>
              <a:buClr>
                <a:srgbClr val="000000"/>
              </a:buClr>
              <a:buSzTx/>
              <a:buFontTx/>
              <a:buNone/>
              <a:tabLst/>
              <a:defRPr sz="1000"/>
            </a:lvl2pPr>
            <a:lvl3pPr marL="228600" indent="-118872">
              <a:lnSpc>
                <a:spcPct val="90000"/>
              </a:lnSpc>
              <a:spcBef>
                <a:spcPts val="0"/>
              </a:spcBef>
              <a:spcAft>
                <a:spcPts val="100"/>
              </a:spcAft>
              <a:buFont typeface="Arial" panose="020B0604020202020204" pitchFamily="34" charset="0"/>
              <a:buChar char="•"/>
              <a:defRPr sz="1000"/>
            </a:lvl3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Job Title</a:t>
            </a:r>
          </a:p>
          <a:p>
            <a:pPr marL="91440" marR="0" lvl="1" indent="-210312"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Job Description No Bullets</a:t>
            </a:r>
          </a:p>
          <a:p>
            <a:pPr marL="0" marR="0" lvl="2" indent="-210312"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Job Description With Bullets</a:t>
            </a:r>
          </a:p>
          <a:p>
            <a:pPr marL="91440" marR="0" lvl="1" indent="-210312"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endParaRPr lang="en-US" dirty="0"/>
          </a:p>
        </p:txBody>
      </p:sp>
      <p:grpSp>
        <p:nvGrpSpPr>
          <p:cNvPr id="2" name="Title:Selected Experience">
            <a:extLst>
              <a:ext uri="{FF2B5EF4-FFF2-40B4-BE49-F238E27FC236}">
                <a16:creationId xmlns:a16="http://schemas.microsoft.com/office/drawing/2014/main" id="{2ADEE77F-29FB-4CA4-902E-4B475DD94632}"/>
              </a:ext>
            </a:extLst>
          </p:cNvPr>
          <p:cNvGrpSpPr/>
          <p:nvPr userDrawn="1"/>
        </p:nvGrpSpPr>
        <p:grpSpPr>
          <a:xfrm>
            <a:off x="5439992" y="1168183"/>
            <a:ext cx="6371008" cy="333189"/>
            <a:chOff x="5439992" y="1168183"/>
            <a:chExt cx="6371008" cy="333189"/>
          </a:xfrm>
        </p:grpSpPr>
        <p:sp>
          <p:nvSpPr>
            <p:cNvPr id="17" name="Line 10">
              <a:extLst>
                <a:ext uri="{FF2B5EF4-FFF2-40B4-BE49-F238E27FC236}">
                  <a16:creationId xmlns:a16="http://schemas.microsoft.com/office/drawing/2014/main" id="{BFE1AC2B-139B-49A4-9847-042BF9EA0951}"/>
                </a:ext>
              </a:extLst>
            </p:cNvPr>
            <p:cNvSpPr>
              <a:spLocks noChangeShapeType="1"/>
            </p:cNvSpPr>
            <p:nvPr userDrawn="1"/>
          </p:nvSpPr>
          <p:spPr bwMode="auto">
            <a:xfrm>
              <a:off x="5439992" y="1501372"/>
              <a:ext cx="6371008" cy="0"/>
            </a:xfrm>
            <a:prstGeom prst="line">
              <a:avLst/>
            </a:prstGeom>
            <a:noFill/>
            <a:ln w="28575">
              <a:solidFill>
                <a:srgbClr val="404040"/>
              </a:solidFill>
              <a:round/>
              <a:headEnd/>
              <a:tailEnd/>
            </a:ln>
            <a:effectLst/>
          </p:spPr>
          <p:txBody>
            <a:bodyPr wrap="none" lIns="45720" rIns="45720" anchor="ctr"/>
            <a:lstStyle/>
            <a:p>
              <a:pPr marL="0" marR="0" lvl="0" indent="0" algn="l"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32" name="Rectangle 7">
              <a:extLst>
                <a:ext uri="{FF2B5EF4-FFF2-40B4-BE49-F238E27FC236}">
                  <a16:creationId xmlns:a16="http://schemas.microsoft.com/office/drawing/2014/main" id="{DFDC65E6-C741-4F69-B674-8A5AF2511964}"/>
                </a:ext>
              </a:extLst>
            </p:cNvPr>
            <p:cNvSpPr>
              <a:spLocks noChangeArrowheads="1"/>
            </p:cNvSpPr>
            <p:nvPr/>
          </p:nvSpPr>
          <p:spPr bwMode="auto">
            <a:xfrm>
              <a:off x="5713018" y="1199616"/>
              <a:ext cx="4113193" cy="257175"/>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a:ln>
                    <a:noFill/>
                  </a:ln>
                  <a:solidFill>
                    <a:srgbClr val="404040"/>
                  </a:solidFill>
                  <a:effectLst/>
                  <a:uLnTx/>
                  <a:uFillTx/>
                  <a:latin typeface="Graphik Black" panose="020B0A03030202060203" pitchFamily="34" charset="0"/>
                  <a:ea typeface="+mn-ea"/>
                  <a:cs typeface="Arial" charset="0"/>
                </a:rPr>
                <a:t>Selected Relevant Experience </a:t>
              </a:r>
            </a:p>
          </p:txBody>
        </p:sp>
        <p:pic>
          <p:nvPicPr>
            <p:cNvPr id="33" name="Picture 32">
              <a:extLst>
                <a:ext uri="{FF2B5EF4-FFF2-40B4-BE49-F238E27FC236}">
                  <a16:creationId xmlns:a16="http://schemas.microsoft.com/office/drawing/2014/main" id="{06BF1768-2C0C-493D-9A0E-5858C5C13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9992" y="1168183"/>
              <a:ext cx="320040" cy="320040"/>
            </a:xfrm>
            <a:prstGeom prst="rect">
              <a:avLst/>
            </a:prstGeom>
          </p:spPr>
        </p:pic>
      </p:grpSp>
      <p:sp>
        <p:nvSpPr>
          <p:cNvPr id="600" name="Detail:Certifications">
            <a:extLst>
              <a:ext uri="{FF2B5EF4-FFF2-40B4-BE49-F238E27FC236}">
                <a16:creationId xmlns:a16="http://schemas.microsoft.com/office/drawing/2014/main" id="{048CCDC5-B386-43C2-B172-6E9C02401D9D}"/>
              </a:ext>
            </a:extLst>
          </p:cNvPr>
          <p:cNvSpPr>
            <a:spLocks noGrp="1"/>
          </p:cNvSpPr>
          <p:nvPr>
            <p:ph type="body" sz="quarter" idx="600" hasCustomPrompt="1"/>
          </p:nvPr>
        </p:nvSpPr>
        <p:spPr>
          <a:xfrm>
            <a:off x="2896998" y="5425977"/>
            <a:ext cx="2432107" cy="1293849"/>
          </a:xfrm>
          <a:prstGeom prst="rect">
            <a:avLst/>
          </a:prstGeom>
        </p:spPr>
        <p:txBody>
          <a:bodyPr/>
          <a:lstStyle>
            <a:lvl1pPr marL="118872" indent="-118872">
              <a:spcBef>
                <a:spcPts val="18"/>
              </a:spcBef>
              <a:spcAft>
                <a:spcPts val="600"/>
              </a:spcAft>
              <a:buFont typeface="Wingdings" panose="05000000000000000000" pitchFamily="2" charset="2"/>
              <a:buChar char="§"/>
              <a:defRPr kumimoji="0" lang="en-US" sz="1000" b="0"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vl2pPr marL="228600" indent="0">
              <a:lnSpc>
                <a:spcPct val="90000"/>
              </a:lnSpc>
              <a:spcBef>
                <a:spcPts val="0"/>
              </a:spcBef>
              <a:spcAft>
                <a:spcPts val="100"/>
              </a:spcAft>
              <a:defRPr sz="1000"/>
            </a:lvl2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Certifications</a:t>
            </a:r>
          </a:p>
          <a:p>
            <a:pPr marL="228600" marR="0" lvl="1" indent="-347472"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Level 2</a:t>
            </a:r>
          </a:p>
        </p:txBody>
      </p:sp>
      <p:grpSp>
        <p:nvGrpSpPr>
          <p:cNvPr id="68" name="Title:Certifications">
            <a:extLst>
              <a:ext uri="{FF2B5EF4-FFF2-40B4-BE49-F238E27FC236}">
                <a16:creationId xmlns:a16="http://schemas.microsoft.com/office/drawing/2014/main" id="{060704BB-D3A7-44F1-A89C-497C7C0B73CC}"/>
              </a:ext>
            </a:extLst>
          </p:cNvPr>
          <p:cNvGrpSpPr/>
          <p:nvPr userDrawn="1"/>
        </p:nvGrpSpPr>
        <p:grpSpPr>
          <a:xfrm>
            <a:off x="2900043" y="5059864"/>
            <a:ext cx="2428947" cy="348641"/>
            <a:chOff x="2988242" y="5059864"/>
            <a:chExt cx="2340864" cy="348641"/>
          </a:xfrm>
        </p:grpSpPr>
        <p:grpSp>
          <p:nvGrpSpPr>
            <p:cNvPr id="36" name="Group 35">
              <a:extLst>
                <a:ext uri="{FF2B5EF4-FFF2-40B4-BE49-F238E27FC236}">
                  <a16:creationId xmlns:a16="http://schemas.microsoft.com/office/drawing/2014/main" id="{0874605F-C96F-4612-BCD0-4197E5874900}"/>
                </a:ext>
              </a:extLst>
            </p:cNvPr>
            <p:cNvGrpSpPr/>
            <p:nvPr userDrawn="1"/>
          </p:nvGrpSpPr>
          <p:grpSpPr>
            <a:xfrm>
              <a:off x="2991979" y="5059864"/>
              <a:ext cx="2172461" cy="320040"/>
              <a:chOff x="2992083" y="4925518"/>
              <a:chExt cx="2172461" cy="320040"/>
            </a:xfrm>
          </p:grpSpPr>
          <p:sp>
            <p:nvSpPr>
              <p:cNvPr id="37" name="Rectangle 9">
                <a:extLst>
                  <a:ext uri="{FF2B5EF4-FFF2-40B4-BE49-F238E27FC236}">
                    <a16:creationId xmlns:a16="http://schemas.microsoft.com/office/drawing/2014/main" id="{CBF229A1-460A-4542-A440-0A2FEBE30A47}"/>
                  </a:ext>
                </a:extLst>
              </p:cNvPr>
              <p:cNvSpPr>
                <a:spLocks noChangeArrowheads="1"/>
              </p:cNvSpPr>
              <p:nvPr/>
            </p:nvSpPr>
            <p:spPr bwMode="auto">
              <a:xfrm>
                <a:off x="3274088" y="4951594"/>
                <a:ext cx="1890456" cy="267889"/>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a:ln>
                      <a:noFill/>
                    </a:ln>
                    <a:solidFill>
                      <a:srgbClr val="404040"/>
                    </a:solidFill>
                    <a:effectLst/>
                    <a:uLnTx/>
                    <a:uFillTx/>
                    <a:latin typeface="Graphik Black" panose="020B0A03030202060203" pitchFamily="34" charset="0"/>
                    <a:ea typeface="+mn-ea"/>
                    <a:cs typeface="Arial" charset="0"/>
                  </a:rPr>
                  <a:t>Certifications</a:t>
                </a:r>
              </a:p>
            </p:txBody>
          </p:sp>
          <p:pic>
            <p:nvPicPr>
              <p:cNvPr id="38" name="Picture 37">
                <a:extLst>
                  <a:ext uri="{FF2B5EF4-FFF2-40B4-BE49-F238E27FC236}">
                    <a16:creationId xmlns:a16="http://schemas.microsoft.com/office/drawing/2014/main" id="{6243B8CF-BE75-4BA2-8FEE-4F4447D768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2083" y="4925518"/>
                <a:ext cx="320040" cy="320040"/>
              </a:xfrm>
              <a:prstGeom prst="rect">
                <a:avLst/>
              </a:prstGeom>
            </p:spPr>
          </p:pic>
        </p:grpSp>
        <p:sp>
          <p:nvSpPr>
            <p:cNvPr id="42" name="Line 10">
              <a:extLst>
                <a:ext uri="{FF2B5EF4-FFF2-40B4-BE49-F238E27FC236}">
                  <a16:creationId xmlns:a16="http://schemas.microsoft.com/office/drawing/2014/main" id="{3ED953EB-D7B7-445F-8307-0C1BF526EE43}"/>
                </a:ext>
              </a:extLst>
            </p:cNvPr>
            <p:cNvSpPr>
              <a:spLocks noChangeShapeType="1"/>
            </p:cNvSpPr>
            <p:nvPr userDrawn="1"/>
          </p:nvSpPr>
          <p:spPr bwMode="auto">
            <a:xfrm>
              <a:off x="2988242" y="5408505"/>
              <a:ext cx="2340864" cy="0"/>
            </a:xfrm>
            <a:prstGeom prst="line">
              <a:avLst/>
            </a:prstGeom>
            <a:noFill/>
            <a:ln w="28575">
              <a:solidFill>
                <a:srgbClr val="404040"/>
              </a:solidFill>
              <a:round/>
              <a:headEnd/>
              <a:tailEnd/>
            </a:ln>
            <a:effectLst/>
          </p:spPr>
          <p:txBody>
            <a:bodyPr wrap="none" lIns="45720" rIns="45720" anchor="ctr"/>
            <a:lstStyle/>
            <a:p>
              <a:pPr marL="0" marR="0" lvl="0" indent="0" algn="l"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grpSp>
      <p:sp>
        <p:nvSpPr>
          <p:cNvPr id="500" name="Detail:Industry Experience">
            <a:extLst>
              <a:ext uri="{FF2B5EF4-FFF2-40B4-BE49-F238E27FC236}">
                <a16:creationId xmlns:a16="http://schemas.microsoft.com/office/drawing/2014/main" id="{056568FE-5E4F-46E9-9EEE-2731D3F84EF3}"/>
              </a:ext>
            </a:extLst>
          </p:cNvPr>
          <p:cNvSpPr>
            <a:spLocks noGrp="1"/>
          </p:cNvSpPr>
          <p:nvPr>
            <p:ph type="body" sz="quarter" idx="500" hasCustomPrompt="1"/>
          </p:nvPr>
        </p:nvSpPr>
        <p:spPr>
          <a:xfrm>
            <a:off x="381001" y="5425978"/>
            <a:ext cx="2432304" cy="1293849"/>
          </a:xfrm>
          <a:prstGeom prst="rect">
            <a:avLst/>
          </a:prstGeom>
        </p:spPr>
        <p:txBody>
          <a:bodyPr/>
          <a:lstStyle>
            <a:lvl1pPr marL="118872" indent="-118872">
              <a:spcBef>
                <a:spcPts val="18"/>
              </a:spcBef>
              <a:spcAft>
                <a:spcPts val="150"/>
              </a:spcAft>
              <a:buFont typeface="Wingdings" panose="05000000000000000000" pitchFamily="2" charset="2"/>
              <a:buChar char="§"/>
              <a:defRPr kumimoji="0" lang="en-US" sz="1000" b="0"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Industry</a:t>
            </a:r>
          </a:p>
        </p:txBody>
      </p:sp>
      <p:grpSp>
        <p:nvGrpSpPr>
          <p:cNvPr id="62" name="Title:Industry Experence">
            <a:extLst>
              <a:ext uri="{FF2B5EF4-FFF2-40B4-BE49-F238E27FC236}">
                <a16:creationId xmlns:a16="http://schemas.microsoft.com/office/drawing/2014/main" id="{8B0D16E4-B46B-4F84-86ED-CAC778C21536}"/>
              </a:ext>
            </a:extLst>
          </p:cNvPr>
          <p:cNvGrpSpPr/>
          <p:nvPr userDrawn="1"/>
        </p:nvGrpSpPr>
        <p:grpSpPr>
          <a:xfrm>
            <a:off x="381000" y="4996352"/>
            <a:ext cx="2432304" cy="429626"/>
            <a:chOff x="530352" y="4996352"/>
            <a:chExt cx="2190827" cy="429626"/>
          </a:xfrm>
        </p:grpSpPr>
        <p:grpSp>
          <p:nvGrpSpPr>
            <p:cNvPr id="39" name="Group 38">
              <a:extLst>
                <a:ext uri="{FF2B5EF4-FFF2-40B4-BE49-F238E27FC236}">
                  <a16:creationId xmlns:a16="http://schemas.microsoft.com/office/drawing/2014/main" id="{06E463CF-08FA-41C5-8D66-0F0731640EFD}"/>
                </a:ext>
              </a:extLst>
            </p:cNvPr>
            <p:cNvGrpSpPr/>
            <p:nvPr userDrawn="1"/>
          </p:nvGrpSpPr>
          <p:grpSpPr>
            <a:xfrm>
              <a:off x="530352" y="4996352"/>
              <a:ext cx="2180818" cy="429626"/>
              <a:chOff x="581579" y="4862006"/>
              <a:chExt cx="2180818" cy="429626"/>
            </a:xfrm>
          </p:grpSpPr>
          <p:sp>
            <p:nvSpPr>
              <p:cNvPr id="40" name="Rectangle 9">
                <a:extLst>
                  <a:ext uri="{FF2B5EF4-FFF2-40B4-BE49-F238E27FC236}">
                    <a16:creationId xmlns:a16="http://schemas.microsoft.com/office/drawing/2014/main" id="{2C60DD33-A894-4D25-A30D-4070105BA9F5}"/>
                  </a:ext>
                </a:extLst>
              </p:cNvPr>
              <p:cNvSpPr>
                <a:spLocks noChangeArrowheads="1"/>
              </p:cNvSpPr>
              <p:nvPr/>
            </p:nvSpPr>
            <p:spPr bwMode="auto">
              <a:xfrm>
                <a:off x="871941" y="4862006"/>
                <a:ext cx="1890456" cy="429626"/>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a:ln>
                      <a:noFill/>
                    </a:ln>
                    <a:solidFill>
                      <a:srgbClr val="404040"/>
                    </a:solidFill>
                    <a:effectLst/>
                    <a:uLnTx/>
                    <a:uFillTx/>
                    <a:latin typeface="Graphik Black" panose="020B0A03030202060203" pitchFamily="34" charset="0"/>
                    <a:ea typeface="+mn-ea"/>
                    <a:cs typeface="Arial" charset="0"/>
                  </a:rPr>
                  <a:t>Industry Experience</a:t>
                </a:r>
              </a:p>
            </p:txBody>
          </p:sp>
          <p:pic>
            <p:nvPicPr>
              <p:cNvPr id="41" name="Picture 40">
                <a:extLst>
                  <a:ext uri="{FF2B5EF4-FFF2-40B4-BE49-F238E27FC236}">
                    <a16:creationId xmlns:a16="http://schemas.microsoft.com/office/drawing/2014/main" id="{8648691D-E13B-4D51-8A5D-9A20003EF8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1579" y="4912465"/>
                <a:ext cx="320040" cy="320040"/>
              </a:xfrm>
              <a:prstGeom prst="rect">
                <a:avLst/>
              </a:prstGeom>
            </p:spPr>
          </p:pic>
        </p:grpSp>
        <p:sp>
          <p:nvSpPr>
            <p:cNvPr id="43" name="Line 10">
              <a:extLst>
                <a:ext uri="{FF2B5EF4-FFF2-40B4-BE49-F238E27FC236}">
                  <a16:creationId xmlns:a16="http://schemas.microsoft.com/office/drawing/2014/main" id="{5596C41E-92BA-4B65-B4A1-0370CDC1F103}"/>
                </a:ext>
              </a:extLst>
            </p:cNvPr>
            <p:cNvSpPr>
              <a:spLocks noChangeShapeType="1"/>
            </p:cNvSpPr>
            <p:nvPr userDrawn="1"/>
          </p:nvSpPr>
          <p:spPr bwMode="auto">
            <a:xfrm>
              <a:off x="530352" y="5408505"/>
              <a:ext cx="2190827" cy="0"/>
            </a:xfrm>
            <a:prstGeom prst="line">
              <a:avLst/>
            </a:prstGeom>
            <a:noFill/>
            <a:ln w="28575">
              <a:solidFill>
                <a:srgbClr val="404040"/>
              </a:solidFill>
              <a:round/>
              <a:headEnd/>
              <a:tailEnd/>
            </a:ln>
            <a:effectLst/>
          </p:spPr>
          <p:txBody>
            <a:bodyPr wrap="none" lIns="45720" rIns="45720" anchor="ctr"/>
            <a:lstStyle/>
            <a:p>
              <a:pPr marL="0" marR="0" lvl="0" indent="0" algn="l"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grpSp>
      <p:sp>
        <p:nvSpPr>
          <p:cNvPr id="400" name="Detail:Technical Experience">
            <a:extLst>
              <a:ext uri="{FF2B5EF4-FFF2-40B4-BE49-F238E27FC236}">
                <a16:creationId xmlns:a16="http://schemas.microsoft.com/office/drawing/2014/main" id="{BDD354EF-6FF4-4D24-B51B-D9A72C1C176F}"/>
              </a:ext>
            </a:extLst>
          </p:cNvPr>
          <p:cNvSpPr>
            <a:spLocks noGrp="1"/>
          </p:cNvSpPr>
          <p:nvPr>
            <p:ph type="body" sz="quarter" idx="400" hasCustomPrompt="1"/>
          </p:nvPr>
        </p:nvSpPr>
        <p:spPr>
          <a:xfrm>
            <a:off x="2896998" y="3679917"/>
            <a:ext cx="2432108" cy="1293849"/>
          </a:xfrm>
          <a:prstGeom prst="rect">
            <a:avLst/>
          </a:prstGeom>
        </p:spPr>
        <p:txBody>
          <a:bodyPr/>
          <a:lstStyle>
            <a:lvl1pPr marL="118872" marR="0" indent="-118872" algn="l" defTabSz="914400" rtl="0" eaLnBrk="1" fontAlgn="base" latinLnBrk="0" hangingPunct="1">
              <a:lnSpc>
                <a:spcPts val="1000"/>
              </a:lnSpc>
              <a:spcBef>
                <a:spcPts val="100"/>
              </a:spcBef>
              <a:spcAft>
                <a:spcPct val="0"/>
              </a:spcAft>
              <a:buClr>
                <a:srgbClr val="000000"/>
              </a:buClr>
              <a:buSzTx/>
              <a:buFont typeface="Wingdings" panose="05000000000000000000" pitchFamily="2" charset="2"/>
              <a:buChar char="§"/>
              <a:tabLst/>
              <a:defRPr kumimoji="0" lang="en-US" sz="1000" b="1"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vl2pPr marL="228600">
              <a:spcBef>
                <a:spcPts val="0"/>
              </a:spcBef>
              <a:spcAft>
                <a:spcPts val="300"/>
              </a:spcAft>
              <a:defRPr lang="en-US" sz="1000" kern="1200" dirty="0" smtClean="0">
                <a:solidFill>
                  <a:schemeClr val="tx1"/>
                </a:solidFill>
                <a:latin typeface="+mn-lt"/>
                <a:ea typeface="+mn-ea"/>
                <a:cs typeface="+mn-cs"/>
              </a:defRPr>
            </a:lvl2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Area</a:t>
            </a:r>
          </a:p>
          <a:p>
            <a:pPr marL="91440" marR="0" lvl="1" indent="-210312"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Skills</a:t>
            </a:r>
          </a:p>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endParaRPr lang="en-US" dirty="0"/>
          </a:p>
        </p:txBody>
      </p:sp>
      <p:grpSp>
        <p:nvGrpSpPr>
          <p:cNvPr id="63" name="Title:Technical Experience">
            <a:extLst>
              <a:ext uri="{FF2B5EF4-FFF2-40B4-BE49-F238E27FC236}">
                <a16:creationId xmlns:a16="http://schemas.microsoft.com/office/drawing/2014/main" id="{55E89C7F-5D31-4762-9BB0-2933C0D5969F}"/>
              </a:ext>
            </a:extLst>
          </p:cNvPr>
          <p:cNvGrpSpPr/>
          <p:nvPr userDrawn="1"/>
        </p:nvGrpSpPr>
        <p:grpSpPr>
          <a:xfrm>
            <a:off x="2901889" y="3232037"/>
            <a:ext cx="2428947" cy="437535"/>
            <a:chOff x="2990088" y="3232037"/>
            <a:chExt cx="2340864" cy="437535"/>
          </a:xfrm>
        </p:grpSpPr>
        <p:grpSp>
          <p:nvGrpSpPr>
            <p:cNvPr id="28" name="Group 27">
              <a:extLst>
                <a:ext uri="{FF2B5EF4-FFF2-40B4-BE49-F238E27FC236}">
                  <a16:creationId xmlns:a16="http://schemas.microsoft.com/office/drawing/2014/main" id="{DA6B111C-A6C5-49C8-9E47-3254C8654B6E}"/>
                </a:ext>
              </a:extLst>
            </p:cNvPr>
            <p:cNvGrpSpPr/>
            <p:nvPr userDrawn="1"/>
          </p:nvGrpSpPr>
          <p:grpSpPr>
            <a:xfrm>
              <a:off x="2991979" y="3232037"/>
              <a:ext cx="2268835" cy="437535"/>
              <a:chOff x="2991979" y="3097691"/>
              <a:chExt cx="2268835" cy="437535"/>
            </a:xfrm>
          </p:grpSpPr>
          <p:sp>
            <p:nvSpPr>
              <p:cNvPr id="29" name="Rectangle 15">
                <a:extLst>
                  <a:ext uri="{FF2B5EF4-FFF2-40B4-BE49-F238E27FC236}">
                    <a16:creationId xmlns:a16="http://schemas.microsoft.com/office/drawing/2014/main" id="{063BA8EF-490E-4122-A881-E94B7DB7009C}"/>
                  </a:ext>
                </a:extLst>
              </p:cNvPr>
              <p:cNvSpPr>
                <a:spLocks noChangeArrowheads="1"/>
              </p:cNvSpPr>
              <p:nvPr/>
            </p:nvSpPr>
            <p:spPr bwMode="auto">
              <a:xfrm>
                <a:off x="3321540" y="3097691"/>
                <a:ext cx="1939274" cy="437535"/>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a:ln>
                      <a:noFill/>
                    </a:ln>
                    <a:solidFill>
                      <a:srgbClr val="404040"/>
                    </a:solidFill>
                    <a:effectLst/>
                    <a:uLnTx/>
                    <a:uFillTx/>
                    <a:latin typeface="Graphik Black" panose="020B0A03030202060203" pitchFamily="34" charset="0"/>
                    <a:ea typeface="+mn-ea"/>
                    <a:cs typeface="Arial" charset="0"/>
                  </a:rPr>
                  <a:t>Technical Experience</a:t>
                </a:r>
              </a:p>
            </p:txBody>
          </p:sp>
          <p:pic>
            <p:nvPicPr>
              <p:cNvPr id="30" name="Picture 29">
                <a:extLst>
                  <a:ext uri="{FF2B5EF4-FFF2-40B4-BE49-F238E27FC236}">
                    <a16:creationId xmlns:a16="http://schemas.microsoft.com/office/drawing/2014/main" id="{FE5C738F-2DB9-4CE9-9201-1C691E17B8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91979" y="3156438"/>
                <a:ext cx="320040" cy="320040"/>
              </a:xfrm>
              <a:prstGeom prst="rect">
                <a:avLst/>
              </a:prstGeom>
            </p:spPr>
          </p:pic>
        </p:grpSp>
        <p:sp>
          <p:nvSpPr>
            <p:cNvPr id="44" name="Line 10">
              <a:extLst>
                <a:ext uri="{FF2B5EF4-FFF2-40B4-BE49-F238E27FC236}">
                  <a16:creationId xmlns:a16="http://schemas.microsoft.com/office/drawing/2014/main" id="{B03DE291-B58F-4ECF-B182-83BA652CF6DC}"/>
                </a:ext>
              </a:extLst>
            </p:cNvPr>
            <p:cNvSpPr>
              <a:spLocks noChangeShapeType="1"/>
            </p:cNvSpPr>
            <p:nvPr userDrawn="1"/>
          </p:nvSpPr>
          <p:spPr bwMode="auto">
            <a:xfrm>
              <a:off x="2990088" y="3650812"/>
              <a:ext cx="2340864" cy="0"/>
            </a:xfrm>
            <a:prstGeom prst="line">
              <a:avLst/>
            </a:prstGeom>
            <a:noFill/>
            <a:ln w="28575">
              <a:solidFill>
                <a:srgbClr val="404040"/>
              </a:solidFill>
              <a:round/>
              <a:headEnd/>
              <a:tailEnd/>
            </a:ln>
            <a:effectLst/>
          </p:spPr>
          <p:txBody>
            <a:bodyPr wrap="none" lIns="45720" rIns="45720" anchor="ctr"/>
            <a:lstStyle/>
            <a:p>
              <a:pPr marL="0" marR="0" lvl="0" indent="0" algn="r"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grpSp>
      <p:sp>
        <p:nvSpPr>
          <p:cNvPr id="200" name="Detail:Functional Experience">
            <a:extLst>
              <a:ext uri="{FF2B5EF4-FFF2-40B4-BE49-F238E27FC236}">
                <a16:creationId xmlns:a16="http://schemas.microsoft.com/office/drawing/2014/main" id="{625EBE0A-88FF-4E9C-ABD1-6AA91CC79391}"/>
              </a:ext>
            </a:extLst>
          </p:cNvPr>
          <p:cNvSpPr>
            <a:spLocks noGrp="1"/>
          </p:cNvSpPr>
          <p:nvPr>
            <p:ph type="body" sz="quarter" idx="200"/>
          </p:nvPr>
        </p:nvSpPr>
        <p:spPr>
          <a:xfrm>
            <a:off x="377952" y="3679917"/>
            <a:ext cx="2432304" cy="1293849"/>
          </a:xfrm>
          <a:prstGeom prst="rect">
            <a:avLst/>
          </a:prstGeom>
        </p:spPr>
        <p:txBody>
          <a:bodyPr/>
          <a:lstStyle>
            <a:lvl1pPr marL="118872" indent="-118872">
              <a:spcBef>
                <a:spcPts val="18"/>
              </a:spcBef>
              <a:spcAft>
                <a:spcPts val="150"/>
              </a:spcAft>
              <a:buFont typeface="Wingdings" panose="05000000000000000000" pitchFamily="2" charset="2"/>
              <a:buChar char="§"/>
              <a:defRPr kumimoji="0" lang="en-US" sz="1000" b="0"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a:t>Edit Master text styles</a:t>
            </a:r>
          </a:p>
        </p:txBody>
      </p:sp>
      <p:grpSp>
        <p:nvGrpSpPr>
          <p:cNvPr id="61" name="Title Functional Experience">
            <a:extLst>
              <a:ext uri="{FF2B5EF4-FFF2-40B4-BE49-F238E27FC236}">
                <a16:creationId xmlns:a16="http://schemas.microsoft.com/office/drawing/2014/main" id="{F7322460-D7F7-4D3D-9453-3EB167D9D84D}"/>
              </a:ext>
            </a:extLst>
          </p:cNvPr>
          <p:cNvGrpSpPr/>
          <p:nvPr userDrawn="1"/>
        </p:nvGrpSpPr>
        <p:grpSpPr>
          <a:xfrm>
            <a:off x="381000" y="3236976"/>
            <a:ext cx="2432304" cy="437535"/>
            <a:chOff x="530352" y="3236976"/>
            <a:chExt cx="2194560" cy="437535"/>
          </a:xfrm>
        </p:grpSpPr>
        <p:sp>
          <p:nvSpPr>
            <p:cNvPr id="18" name="Line 10">
              <a:extLst>
                <a:ext uri="{FF2B5EF4-FFF2-40B4-BE49-F238E27FC236}">
                  <a16:creationId xmlns:a16="http://schemas.microsoft.com/office/drawing/2014/main" id="{B7B5C71C-E77D-4CE2-B32B-E993D7EEA9AA}"/>
                </a:ext>
              </a:extLst>
            </p:cNvPr>
            <p:cNvSpPr>
              <a:spLocks noChangeShapeType="1"/>
            </p:cNvSpPr>
            <p:nvPr userDrawn="1"/>
          </p:nvSpPr>
          <p:spPr bwMode="auto">
            <a:xfrm>
              <a:off x="530352" y="3650812"/>
              <a:ext cx="2194560" cy="0"/>
            </a:xfrm>
            <a:prstGeom prst="line">
              <a:avLst/>
            </a:prstGeom>
            <a:noFill/>
            <a:ln w="28575">
              <a:solidFill>
                <a:srgbClr val="404040"/>
              </a:solidFill>
              <a:round/>
              <a:headEnd/>
              <a:tailEnd/>
            </a:ln>
            <a:effectLst/>
          </p:spPr>
          <p:txBody>
            <a:bodyPr wrap="none" lIns="45720" rIns="45720" anchor="ctr"/>
            <a:lstStyle/>
            <a:p>
              <a:pPr marL="0" marR="0" lvl="0" indent="0" algn="r"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grpSp>
          <p:nvGrpSpPr>
            <p:cNvPr id="25" name="Group 24">
              <a:extLst>
                <a:ext uri="{FF2B5EF4-FFF2-40B4-BE49-F238E27FC236}">
                  <a16:creationId xmlns:a16="http://schemas.microsoft.com/office/drawing/2014/main" id="{CA747DFD-525F-4298-ACB1-B0ABB6E24759}"/>
                </a:ext>
              </a:extLst>
            </p:cNvPr>
            <p:cNvGrpSpPr/>
            <p:nvPr userDrawn="1"/>
          </p:nvGrpSpPr>
          <p:grpSpPr>
            <a:xfrm>
              <a:off x="530352" y="3236976"/>
              <a:ext cx="2153052" cy="437535"/>
              <a:chOff x="525463" y="3117245"/>
              <a:chExt cx="2153052" cy="437535"/>
            </a:xfrm>
          </p:grpSpPr>
          <p:sp>
            <p:nvSpPr>
              <p:cNvPr id="26" name="Rectangle 14">
                <a:extLst>
                  <a:ext uri="{FF2B5EF4-FFF2-40B4-BE49-F238E27FC236}">
                    <a16:creationId xmlns:a16="http://schemas.microsoft.com/office/drawing/2014/main" id="{38404EB1-EA26-4B00-9F19-3757676CAECA}"/>
                  </a:ext>
                </a:extLst>
              </p:cNvPr>
              <p:cNvSpPr>
                <a:spLocks noChangeArrowheads="1"/>
              </p:cNvSpPr>
              <p:nvPr/>
            </p:nvSpPr>
            <p:spPr bwMode="auto">
              <a:xfrm>
                <a:off x="798489" y="3117245"/>
                <a:ext cx="1880026" cy="437535"/>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a:ln>
                      <a:noFill/>
                    </a:ln>
                    <a:solidFill>
                      <a:srgbClr val="404040"/>
                    </a:solidFill>
                    <a:effectLst/>
                    <a:uLnTx/>
                    <a:uFillTx/>
                    <a:latin typeface="Graphik Black" panose="020B0A03030202060203" pitchFamily="34" charset="0"/>
                    <a:ea typeface="+mn-ea"/>
                    <a:cs typeface="Arial" charset="0"/>
                  </a:rPr>
                  <a:t>Functional Experience</a:t>
                </a:r>
              </a:p>
            </p:txBody>
          </p:sp>
          <p:pic>
            <p:nvPicPr>
              <p:cNvPr id="27" name="Picture 26">
                <a:extLst>
                  <a:ext uri="{FF2B5EF4-FFF2-40B4-BE49-F238E27FC236}">
                    <a16:creationId xmlns:a16="http://schemas.microsoft.com/office/drawing/2014/main" id="{69DAA3C8-2DF2-457D-AEF2-C4898684891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5463" y="3175992"/>
                <a:ext cx="320040" cy="320040"/>
              </a:xfrm>
              <a:prstGeom prst="rect">
                <a:avLst/>
              </a:prstGeom>
            </p:spPr>
          </p:pic>
        </p:grpSp>
      </p:grpSp>
      <p:sp>
        <p:nvSpPr>
          <p:cNvPr id="100" name="Detail:Background Experience">
            <a:extLst>
              <a:ext uri="{FF2B5EF4-FFF2-40B4-BE49-F238E27FC236}">
                <a16:creationId xmlns:a16="http://schemas.microsoft.com/office/drawing/2014/main" id="{BF4C3BB4-C8E9-461C-BB07-C133A20470B7}"/>
              </a:ext>
            </a:extLst>
          </p:cNvPr>
          <p:cNvSpPr>
            <a:spLocks noGrp="1"/>
          </p:cNvSpPr>
          <p:nvPr>
            <p:ph type="body" sz="quarter" idx="100"/>
          </p:nvPr>
        </p:nvSpPr>
        <p:spPr>
          <a:xfrm>
            <a:off x="381000" y="1560512"/>
            <a:ext cx="4948106" cy="1650180"/>
          </a:xfrm>
          <a:prstGeom prst="rect">
            <a:avLst/>
          </a:prstGeom>
        </p:spPr>
        <p:txBody>
          <a:bodyPr/>
          <a:lstStyle>
            <a:lvl1pPr marL="118872" indent="-118872">
              <a:spcBef>
                <a:spcPts val="600"/>
              </a:spcBef>
              <a:spcAft>
                <a:spcPts val="600"/>
              </a:spcAft>
              <a:buFont typeface="Wingdings" panose="05000000000000000000" pitchFamily="2" charset="2"/>
              <a:buChar char="§"/>
              <a:defRPr kumimoji="0" lang="en-US" sz="1000" b="0"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a:t>Edit Master text styles</a:t>
            </a:r>
          </a:p>
        </p:txBody>
      </p:sp>
      <p:grpSp>
        <p:nvGrpSpPr>
          <p:cNvPr id="3" name="Title:Professional Background">
            <a:extLst>
              <a:ext uri="{FF2B5EF4-FFF2-40B4-BE49-F238E27FC236}">
                <a16:creationId xmlns:a16="http://schemas.microsoft.com/office/drawing/2014/main" id="{0BCA5FB8-B1A0-41D1-B035-A7D2FF18C863}"/>
              </a:ext>
            </a:extLst>
          </p:cNvPr>
          <p:cNvGrpSpPr/>
          <p:nvPr userDrawn="1"/>
        </p:nvGrpSpPr>
        <p:grpSpPr>
          <a:xfrm>
            <a:off x="381000" y="1168665"/>
            <a:ext cx="4948106" cy="332707"/>
            <a:chOff x="381000" y="1168665"/>
            <a:chExt cx="4948106" cy="332707"/>
          </a:xfrm>
        </p:grpSpPr>
        <p:sp>
          <p:nvSpPr>
            <p:cNvPr id="12" name="Line 10">
              <a:extLst>
                <a:ext uri="{FF2B5EF4-FFF2-40B4-BE49-F238E27FC236}">
                  <a16:creationId xmlns:a16="http://schemas.microsoft.com/office/drawing/2014/main" id="{56AF543A-D546-491B-BDF3-9DEA98E3EA93}"/>
                </a:ext>
              </a:extLst>
            </p:cNvPr>
            <p:cNvSpPr>
              <a:spLocks noChangeShapeType="1"/>
            </p:cNvSpPr>
            <p:nvPr userDrawn="1"/>
          </p:nvSpPr>
          <p:spPr bwMode="auto">
            <a:xfrm>
              <a:off x="381000" y="1501372"/>
              <a:ext cx="4948106" cy="0"/>
            </a:xfrm>
            <a:prstGeom prst="line">
              <a:avLst/>
            </a:prstGeom>
            <a:noFill/>
            <a:ln w="28575">
              <a:solidFill>
                <a:srgbClr val="404040"/>
              </a:solidFill>
              <a:round/>
              <a:headEnd/>
              <a:tailEnd/>
            </a:ln>
            <a:effectLst/>
          </p:spPr>
          <p:txBody>
            <a:bodyPr wrap="none" lIns="45720" rIns="45720" anchor="ctr"/>
            <a:lstStyle/>
            <a:p>
              <a:pPr marL="0" marR="0" lvl="0" indent="0" algn="l"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sp>
          <p:nvSpPr>
            <p:cNvPr id="23" name="Rectangle 9">
              <a:extLst>
                <a:ext uri="{FF2B5EF4-FFF2-40B4-BE49-F238E27FC236}">
                  <a16:creationId xmlns:a16="http://schemas.microsoft.com/office/drawing/2014/main" id="{3A43ED0F-47D8-4670-8AAF-E32D9DD53CE5}"/>
                </a:ext>
              </a:extLst>
            </p:cNvPr>
            <p:cNvSpPr>
              <a:spLocks noChangeArrowheads="1"/>
            </p:cNvSpPr>
            <p:nvPr/>
          </p:nvSpPr>
          <p:spPr bwMode="auto">
            <a:xfrm>
              <a:off x="666576" y="1199616"/>
              <a:ext cx="3112922" cy="257175"/>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dirty="0">
                  <a:ln>
                    <a:noFill/>
                  </a:ln>
                  <a:solidFill>
                    <a:srgbClr val="404040"/>
                  </a:solidFill>
                  <a:effectLst/>
                  <a:uLnTx/>
                  <a:uFillTx/>
                  <a:latin typeface="Graphik Black" panose="020B0A03030202060203" pitchFamily="34" charset="0"/>
                  <a:ea typeface="+mn-ea"/>
                  <a:cs typeface="Arial" charset="0"/>
                </a:rPr>
                <a:t>Professional Background</a:t>
              </a:r>
            </a:p>
          </p:txBody>
        </p:sp>
        <p:pic>
          <p:nvPicPr>
            <p:cNvPr id="24" name="Picture 23">
              <a:extLst>
                <a:ext uri="{FF2B5EF4-FFF2-40B4-BE49-F238E27FC236}">
                  <a16:creationId xmlns:a16="http://schemas.microsoft.com/office/drawing/2014/main" id="{6BB11CA3-E352-4BAC-80D8-602414634D5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1000" y="1168665"/>
              <a:ext cx="333743" cy="319076"/>
            </a:xfrm>
            <a:prstGeom prst="rect">
              <a:avLst/>
            </a:prstGeom>
          </p:spPr>
        </p:pic>
      </p:grpSp>
      <p:sp>
        <p:nvSpPr>
          <p:cNvPr id="50" name="Your Title">
            <a:extLst>
              <a:ext uri="{FF2B5EF4-FFF2-40B4-BE49-F238E27FC236}">
                <a16:creationId xmlns:a16="http://schemas.microsoft.com/office/drawing/2014/main" id="{C1BF45D8-6751-45C3-A64E-AB079812EEB0}"/>
              </a:ext>
            </a:extLst>
          </p:cNvPr>
          <p:cNvSpPr>
            <a:spLocks noGrp="1"/>
          </p:cNvSpPr>
          <p:nvPr>
            <p:ph type="body" sz="quarter" idx="13" hasCustomPrompt="1"/>
          </p:nvPr>
        </p:nvSpPr>
        <p:spPr>
          <a:xfrm>
            <a:off x="1397220" y="329977"/>
            <a:ext cx="6340475" cy="336637"/>
          </a:xfrm>
          <a:prstGeom prst="rect">
            <a:avLst/>
          </a:prstGeom>
        </p:spPr>
        <p:txBody>
          <a:bodyPr/>
          <a:lstStyle>
            <a:lvl1pPr>
              <a:defRPr sz="2000">
                <a:solidFill>
                  <a:srgbClr val="454545"/>
                </a:solidFill>
                <a:latin typeface="Graphik Black" panose="020B0A03030202060203" pitchFamily="34" charset="0"/>
              </a:defRPr>
            </a:lvl1pPr>
            <a:lvl2pPr>
              <a:defRPr>
                <a:latin typeface="+mj-lt"/>
              </a:defRPr>
            </a:lvl2pPr>
            <a:lvl3pPr>
              <a:defRPr>
                <a:latin typeface="+mj-lt"/>
              </a:defRPr>
            </a:lvl3pPr>
            <a:lvl4pPr>
              <a:defRPr>
                <a:latin typeface="+mj-lt"/>
              </a:defRPr>
            </a:lvl4pPr>
            <a:lvl5pPr>
              <a:defRPr>
                <a:latin typeface="+mj-lt"/>
              </a:defRPr>
            </a:lvl5pPr>
          </a:lstStyle>
          <a:p>
            <a:pPr lvl="0"/>
            <a:r>
              <a:rPr lang="en-US"/>
              <a:t>Your Title</a:t>
            </a:r>
          </a:p>
        </p:txBody>
      </p:sp>
      <p:sp>
        <p:nvSpPr>
          <p:cNvPr id="48" name="Your Name">
            <a:extLst>
              <a:ext uri="{FF2B5EF4-FFF2-40B4-BE49-F238E27FC236}">
                <a16:creationId xmlns:a16="http://schemas.microsoft.com/office/drawing/2014/main" id="{DB67F779-2CB6-4D37-A3F4-F571C3D98DE0}"/>
              </a:ext>
            </a:extLst>
          </p:cNvPr>
          <p:cNvSpPr>
            <a:spLocks noGrp="1"/>
          </p:cNvSpPr>
          <p:nvPr>
            <p:ph type="body" sz="quarter" idx="12" hasCustomPrompt="1"/>
          </p:nvPr>
        </p:nvSpPr>
        <p:spPr>
          <a:xfrm>
            <a:off x="1397220" y="42880"/>
            <a:ext cx="6340475" cy="315666"/>
          </a:xfrm>
          <a:prstGeom prst="rect">
            <a:avLst/>
          </a:prstGeom>
        </p:spPr>
        <p:txBody>
          <a:bodyPr/>
          <a:lstStyle>
            <a:lvl1pPr>
              <a:defRPr sz="2600">
                <a:solidFill>
                  <a:srgbClr val="00D800"/>
                </a:solidFill>
                <a:latin typeface="Graphik Black" panose="020B0A03030202060203" pitchFamily="34" charset="0"/>
              </a:defRPr>
            </a:lvl1pPr>
          </a:lstStyle>
          <a:p>
            <a:pPr lvl="0"/>
            <a:r>
              <a:rPr lang="en-US" sz="2600"/>
              <a:t>Your Name</a:t>
            </a:r>
            <a:endParaRPr lang="en-US"/>
          </a:p>
        </p:txBody>
      </p:sp>
      <p:sp>
        <p:nvSpPr>
          <p:cNvPr id="7" name="Your Picture">
            <a:extLst>
              <a:ext uri="{FF2B5EF4-FFF2-40B4-BE49-F238E27FC236}">
                <a16:creationId xmlns:a16="http://schemas.microsoft.com/office/drawing/2014/main" id="{E8F66A70-A6C5-4AA7-A04A-B6D09E41E4DF}"/>
              </a:ext>
            </a:extLst>
          </p:cNvPr>
          <p:cNvSpPr>
            <a:spLocks noGrp="1"/>
          </p:cNvSpPr>
          <p:nvPr>
            <p:ph type="pic" sz="quarter" idx="10" hasCustomPrompt="1"/>
          </p:nvPr>
        </p:nvSpPr>
        <p:spPr>
          <a:xfrm>
            <a:off x="427029" y="50800"/>
            <a:ext cx="795528" cy="1033272"/>
          </a:xfrm>
          <a:prstGeom prst="rect">
            <a:avLst/>
          </a:prstGeom>
          <a:effectLst>
            <a:outerShdw blurRad="50800" dist="38100" dir="5400000" algn="t" rotWithShape="0">
              <a:prstClr val="black">
                <a:alpha val="40000"/>
              </a:prstClr>
            </a:outerShdw>
          </a:effectLst>
        </p:spPr>
        <p:txBody>
          <a:bodyPr/>
          <a:lstStyle>
            <a:lvl1pPr>
              <a:defRPr sz="1200"/>
            </a:lvl1pPr>
          </a:lstStyle>
          <a:p>
            <a:r>
              <a:rPr lang="en-US"/>
              <a:t>Your Picture</a:t>
            </a:r>
          </a:p>
        </p:txBody>
      </p:sp>
    </p:spTree>
    <p:extLst>
      <p:ext uri="{BB962C8B-B14F-4D97-AF65-F5344CB8AC3E}">
        <p14:creationId xmlns:p14="http://schemas.microsoft.com/office/powerpoint/2010/main" val="211915915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sume: Functional / Industry">
    <p:bg>
      <p:bgPr>
        <a:solidFill>
          <a:schemeClr val="bg1"/>
        </a:solidFill>
        <a:effectLst/>
      </p:bgPr>
    </p:bg>
    <p:spTree>
      <p:nvGrpSpPr>
        <p:cNvPr id="1" name=""/>
        <p:cNvGrpSpPr/>
        <p:nvPr/>
      </p:nvGrpSpPr>
      <p:grpSpPr>
        <a:xfrm>
          <a:off x="0" y="0"/>
          <a:ext cx="0" cy="0"/>
          <a:chOff x="0" y="0"/>
          <a:chExt cx="0" cy="0"/>
        </a:xfrm>
      </p:grpSpPr>
      <p:sp>
        <p:nvSpPr>
          <p:cNvPr id="300" name="Detail:Job Experience">
            <a:extLst>
              <a:ext uri="{FF2B5EF4-FFF2-40B4-BE49-F238E27FC236}">
                <a16:creationId xmlns:a16="http://schemas.microsoft.com/office/drawing/2014/main" id="{4647FB51-A60D-4010-B2F2-62CF8F3D53E5}"/>
              </a:ext>
            </a:extLst>
          </p:cNvPr>
          <p:cNvSpPr>
            <a:spLocks noGrp="1"/>
          </p:cNvSpPr>
          <p:nvPr>
            <p:ph type="body" sz="quarter" idx="300" hasCustomPrompt="1"/>
          </p:nvPr>
        </p:nvSpPr>
        <p:spPr>
          <a:xfrm>
            <a:off x="5439992" y="1560512"/>
            <a:ext cx="6371008" cy="5159303"/>
          </a:xfrm>
          <a:prstGeom prst="rect">
            <a:avLst/>
          </a:prstGeom>
        </p:spPr>
        <p:txBody>
          <a:bodyPr rIns="182880"/>
          <a:lstStyle>
            <a:lvl1pPr marL="118872" indent="-118872">
              <a:lnSpc>
                <a:spcPct val="100000"/>
              </a:lnSpc>
              <a:spcBef>
                <a:spcPts val="600"/>
              </a:spcBef>
              <a:spcAft>
                <a:spcPts val="10"/>
              </a:spcAft>
              <a:buFont typeface="Wingdings" panose="05000000000000000000" pitchFamily="2" charset="2"/>
              <a:buChar char="§"/>
              <a:defRPr kumimoji="0" lang="en-US" sz="1000" b="1"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vl2pPr marL="228600" marR="0" indent="0" algn="l" defTabSz="914400" rtl="0" eaLnBrk="1" fontAlgn="base" latinLnBrk="0" hangingPunct="1">
              <a:lnSpc>
                <a:spcPct val="90000"/>
              </a:lnSpc>
              <a:spcBef>
                <a:spcPts val="0"/>
              </a:spcBef>
              <a:spcAft>
                <a:spcPts val="100"/>
              </a:spcAft>
              <a:buClr>
                <a:srgbClr val="000000"/>
              </a:buClr>
              <a:buSzTx/>
              <a:buFontTx/>
              <a:buNone/>
              <a:tabLst/>
              <a:defRPr lang="en-US" sz="1000" kern="1200">
                <a:solidFill>
                  <a:schemeClr val="tx1"/>
                </a:solidFill>
                <a:latin typeface="+mn-lt"/>
                <a:ea typeface="+mn-ea"/>
                <a:cs typeface="+mn-cs"/>
              </a:defRPr>
            </a:lvl2pPr>
            <a:lvl3pPr marL="228600" indent="-118872">
              <a:lnSpc>
                <a:spcPct val="90000"/>
              </a:lnSpc>
              <a:spcBef>
                <a:spcPts val="0"/>
              </a:spcBef>
              <a:spcAft>
                <a:spcPts val="100"/>
              </a:spcAft>
              <a:buFont typeface="Arial" panose="020B0604020202020204" pitchFamily="34" charset="0"/>
              <a:buChar char="•"/>
              <a:defRPr sz="1000"/>
            </a:lvl3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Job Title</a:t>
            </a:r>
          </a:p>
          <a:p>
            <a:pPr marL="91440" marR="0" lvl="1" indent="-210312"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Job Description No Bullets</a:t>
            </a:r>
          </a:p>
          <a:p>
            <a:pPr marL="0" marR="0" lvl="2" indent="-210312"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Job Description With Bullets</a:t>
            </a:r>
          </a:p>
          <a:p>
            <a:pPr marL="91440" marR="0" lvl="1" indent="-210312"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endParaRPr lang="en-US" dirty="0"/>
          </a:p>
        </p:txBody>
      </p:sp>
      <p:grpSp>
        <p:nvGrpSpPr>
          <p:cNvPr id="2" name="Title:Selected Experience">
            <a:extLst>
              <a:ext uri="{FF2B5EF4-FFF2-40B4-BE49-F238E27FC236}">
                <a16:creationId xmlns:a16="http://schemas.microsoft.com/office/drawing/2014/main" id="{252D847B-0F2B-4DBB-B014-B1F80403CB48}"/>
              </a:ext>
            </a:extLst>
          </p:cNvPr>
          <p:cNvGrpSpPr/>
          <p:nvPr userDrawn="1"/>
        </p:nvGrpSpPr>
        <p:grpSpPr>
          <a:xfrm>
            <a:off x="5439992" y="1168183"/>
            <a:ext cx="6371008" cy="333189"/>
            <a:chOff x="5439992" y="1168183"/>
            <a:chExt cx="6371008" cy="333189"/>
          </a:xfrm>
        </p:grpSpPr>
        <p:sp>
          <p:nvSpPr>
            <p:cNvPr id="17" name="Line 10">
              <a:extLst>
                <a:ext uri="{FF2B5EF4-FFF2-40B4-BE49-F238E27FC236}">
                  <a16:creationId xmlns:a16="http://schemas.microsoft.com/office/drawing/2014/main" id="{BFE1AC2B-139B-49A4-9847-042BF9EA0951}"/>
                </a:ext>
              </a:extLst>
            </p:cNvPr>
            <p:cNvSpPr>
              <a:spLocks noChangeShapeType="1"/>
            </p:cNvSpPr>
            <p:nvPr userDrawn="1"/>
          </p:nvSpPr>
          <p:spPr bwMode="auto">
            <a:xfrm>
              <a:off x="5439992" y="1501372"/>
              <a:ext cx="6371008" cy="0"/>
            </a:xfrm>
            <a:prstGeom prst="line">
              <a:avLst/>
            </a:prstGeom>
            <a:noFill/>
            <a:ln w="28575">
              <a:solidFill>
                <a:srgbClr val="404040"/>
              </a:solidFill>
              <a:round/>
              <a:headEnd/>
              <a:tailEnd/>
            </a:ln>
            <a:effectLst/>
          </p:spPr>
          <p:txBody>
            <a:bodyPr wrap="none" lIns="45720" rIns="45720" anchor="ctr"/>
            <a:lstStyle/>
            <a:p>
              <a:pPr marL="0" marR="0" lvl="0" indent="0" algn="l"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grpSp>
          <p:nvGrpSpPr>
            <p:cNvPr id="31" name="Group 30">
              <a:extLst>
                <a:ext uri="{FF2B5EF4-FFF2-40B4-BE49-F238E27FC236}">
                  <a16:creationId xmlns:a16="http://schemas.microsoft.com/office/drawing/2014/main" id="{A6D0A9AD-6295-4918-BE05-121BAA657F93}"/>
                </a:ext>
              </a:extLst>
            </p:cNvPr>
            <p:cNvGrpSpPr/>
            <p:nvPr userDrawn="1"/>
          </p:nvGrpSpPr>
          <p:grpSpPr>
            <a:xfrm>
              <a:off x="5439992" y="1168183"/>
              <a:ext cx="4386219" cy="320040"/>
              <a:chOff x="5439992" y="1163800"/>
              <a:chExt cx="4386219" cy="320040"/>
            </a:xfrm>
          </p:grpSpPr>
          <p:sp>
            <p:nvSpPr>
              <p:cNvPr id="32" name="Rectangle 7">
                <a:extLst>
                  <a:ext uri="{FF2B5EF4-FFF2-40B4-BE49-F238E27FC236}">
                    <a16:creationId xmlns:a16="http://schemas.microsoft.com/office/drawing/2014/main" id="{DFDC65E6-C741-4F69-B674-8A5AF2511964}"/>
                  </a:ext>
                </a:extLst>
              </p:cNvPr>
              <p:cNvSpPr>
                <a:spLocks noChangeArrowheads="1"/>
              </p:cNvSpPr>
              <p:nvPr/>
            </p:nvSpPr>
            <p:spPr bwMode="auto">
              <a:xfrm>
                <a:off x="5713018" y="1195233"/>
                <a:ext cx="4113193" cy="257175"/>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a:ln>
                      <a:noFill/>
                    </a:ln>
                    <a:solidFill>
                      <a:srgbClr val="404040"/>
                    </a:solidFill>
                    <a:effectLst/>
                    <a:uLnTx/>
                    <a:uFillTx/>
                    <a:latin typeface="Graphik Black" panose="020B0A03030202060203" pitchFamily="34" charset="0"/>
                    <a:ea typeface="+mn-ea"/>
                    <a:cs typeface="Arial" charset="0"/>
                  </a:rPr>
                  <a:t>Selected Relevant Experience </a:t>
                </a:r>
              </a:p>
            </p:txBody>
          </p:sp>
          <p:pic>
            <p:nvPicPr>
              <p:cNvPr id="33" name="Picture 32">
                <a:extLst>
                  <a:ext uri="{FF2B5EF4-FFF2-40B4-BE49-F238E27FC236}">
                    <a16:creationId xmlns:a16="http://schemas.microsoft.com/office/drawing/2014/main" id="{06BF1768-2C0C-493D-9A0E-5858C5C13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9992" y="1163800"/>
                <a:ext cx="320040" cy="320040"/>
              </a:xfrm>
              <a:prstGeom prst="rect">
                <a:avLst/>
              </a:prstGeom>
            </p:spPr>
          </p:pic>
        </p:grpSp>
      </p:grpSp>
      <p:sp>
        <p:nvSpPr>
          <p:cNvPr id="200" name="Detail:Functional Experience">
            <a:extLst>
              <a:ext uri="{FF2B5EF4-FFF2-40B4-BE49-F238E27FC236}">
                <a16:creationId xmlns:a16="http://schemas.microsoft.com/office/drawing/2014/main" id="{625EBE0A-88FF-4E9C-ABD1-6AA91CC79391}"/>
              </a:ext>
            </a:extLst>
          </p:cNvPr>
          <p:cNvSpPr>
            <a:spLocks noGrp="1"/>
          </p:cNvSpPr>
          <p:nvPr>
            <p:ph type="body" sz="quarter" idx="200" hasCustomPrompt="1"/>
          </p:nvPr>
        </p:nvSpPr>
        <p:spPr>
          <a:xfrm>
            <a:off x="381000" y="4608530"/>
            <a:ext cx="2432304" cy="2111284"/>
          </a:xfrm>
          <a:prstGeom prst="rect">
            <a:avLst/>
          </a:prstGeom>
        </p:spPr>
        <p:txBody>
          <a:bodyPr/>
          <a:lstStyle>
            <a:lvl1pPr marL="118872" indent="-118872">
              <a:spcBef>
                <a:spcPts val="18"/>
              </a:spcBef>
              <a:spcAft>
                <a:spcPts val="150"/>
              </a:spcAft>
              <a:buFont typeface="Wingdings" panose="05000000000000000000" pitchFamily="2" charset="2"/>
              <a:buChar char="§"/>
              <a:defRPr kumimoji="0" lang="en-US" sz="1000" b="0"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a:t>Functional Experience</a:t>
            </a:r>
          </a:p>
        </p:txBody>
      </p:sp>
      <p:grpSp>
        <p:nvGrpSpPr>
          <p:cNvPr id="61" name="Title Functional Experience">
            <a:extLst>
              <a:ext uri="{FF2B5EF4-FFF2-40B4-BE49-F238E27FC236}">
                <a16:creationId xmlns:a16="http://schemas.microsoft.com/office/drawing/2014/main" id="{F7322460-D7F7-4D3D-9453-3EB167D9D84D}"/>
              </a:ext>
            </a:extLst>
          </p:cNvPr>
          <p:cNvGrpSpPr/>
          <p:nvPr userDrawn="1"/>
        </p:nvGrpSpPr>
        <p:grpSpPr>
          <a:xfrm>
            <a:off x="384048" y="4165589"/>
            <a:ext cx="2432304" cy="437535"/>
            <a:chOff x="530352" y="3236976"/>
            <a:chExt cx="2194560" cy="437535"/>
          </a:xfrm>
        </p:grpSpPr>
        <p:sp>
          <p:nvSpPr>
            <p:cNvPr id="18" name="Line 10">
              <a:extLst>
                <a:ext uri="{FF2B5EF4-FFF2-40B4-BE49-F238E27FC236}">
                  <a16:creationId xmlns:a16="http://schemas.microsoft.com/office/drawing/2014/main" id="{B7B5C71C-E77D-4CE2-B32B-E993D7EEA9AA}"/>
                </a:ext>
              </a:extLst>
            </p:cNvPr>
            <p:cNvSpPr>
              <a:spLocks noChangeShapeType="1"/>
            </p:cNvSpPr>
            <p:nvPr userDrawn="1"/>
          </p:nvSpPr>
          <p:spPr bwMode="auto">
            <a:xfrm>
              <a:off x="530352" y="3650812"/>
              <a:ext cx="2194560" cy="0"/>
            </a:xfrm>
            <a:prstGeom prst="line">
              <a:avLst/>
            </a:prstGeom>
            <a:noFill/>
            <a:ln w="28575">
              <a:solidFill>
                <a:srgbClr val="404040"/>
              </a:solidFill>
              <a:round/>
              <a:headEnd/>
              <a:tailEnd/>
            </a:ln>
            <a:effectLst/>
          </p:spPr>
          <p:txBody>
            <a:bodyPr wrap="none" lIns="45720" rIns="45720" anchor="ctr"/>
            <a:lstStyle/>
            <a:p>
              <a:pPr marL="0" marR="0" lvl="0" indent="0" algn="r"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grpSp>
          <p:nvGrpSpPr>
            <p:cNvPr id="25" name="Group 24">
              <a:extLst>
                <a:ext uri="{FF2B5EF4-FFF2-40B4-BE49-F238E27FC236}">
                  <a16:creationId xmlns:a16="http://schemas.microsoft.com/office/drawing/2014/main" id="{CA747DFD-525F-4298-ACB1-B0ABB6E24759}"/>
                </a:ext>
              </a:extLst>
            </p:cNvPr>
            <p:cNvGrpSpPr/>
            <p:nvPr userDrawn="1"/>
          </p:nvGrpSpPr>
          <p:grpSpPr>
            <a:xfrm>
              <a:off x="530352" y="3236976"/>
              <a:ext cx="2153052" cy="437535"/>
              <a:chOff x="525463" y="3117245"/>
              <a:chExt cx="2153052" cy="437535"/>
            </a:xfrm>
          </p:grpSpPr>
          <p:sp>
            <p:nvSpPr>
              <p:cNvPr id="26" name="Rectangle 14">
                <a:extLst>
                  <a:ext uri="{FF2B5EF4-FFF2-40B4-BE49-F238E27FC236}">
                    <a16:creationId xmlns:a16="http://schemas.microsoft.com/office/drawing/2014/main" id="{38404EB1-EA26-4B00-9F19-3757676CAECA}"/>
                  </a:ext>
                </a:extLst>
              </p:cNvPr>
              <p:cNvSpPr>
                <a:spLocks noChangeArrowheads="1"/>
              </p:cNvSpPr>
              <p:nvPr/>
            </p:nvSpPr>
            <p:spPr bwMode="auto">
              <a:xfrm>
                <a:off x="798489" y="3117245"/>
                <a:ext cx="1880026" cy="437535"/>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a:ln>
                      <a:noFill/>
                    </a:ln>
                    <a:solidFill>
                      <a:srgbClr val="404040"/>
                    </a:solidFill>
                    <a:effectLst/>
                    <a:uLnTx/>
                    <a:uFillTx/>
                    <a:latin typeface="Graphik Black" panose="020B0A03030202060203" pitchFamily="34" charset="0"/>
                    <a:ea typeface="+mn-ea"/>
                    <a:cs typeface="Arial" charset="0"/>
                  </a:rPr>
                  <a:t>Functional Experience</a:t>
                </a:r>
              </a:p>
            </p:txBody>
          </p:sp>
          <p:pic>
            <p:nvPicPr>
              <p:cNvPr id="27" name="Picture 26">
                <a:extLst>
                  <a:ext uri="{FF2B5EF4-FFF2-40B4-BE49-F238E27FC236}">
                    <a16:creationId xmlns:a16="http://schemas.microsoft.com/office/drawing/2014/main" id="{69DAA3C8-2DF2-457D-AEF2-C48986848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463" y="3175992"/>
                <a:ext cx="320040" cy="320040"/>
              </a:xfrm>
              <a:prstGeom prst="rect">
                <a:avLst/>
              </a:prstGeom>
            </p:spPr>
          </p:pic>
        </p:grpSp>
      </p:grpSp>
      <p:sp>
        <p:nvSpPr>
          <p:cNvPr id="500" name="Detail:Industry Experience">
            <a:extLst>
              <a:ext uri="{FF2B5EF4-FFF2-40B4-BE49-F238E27FC236}">
                <a16:creationId xmlns:a16="http://schemas.microsoft.com/office/drawing/2014/main" id="{B7087934-92F6-4F22-B0CD-5295EDEE6AC7}"/>
              </a:ext>
            </a:extLst>
          </p:cNvPr>
          <p:cNvSpPr>
            <a:spLocks noGrp="1"/>
          </p:cNvSpPr>
          <p:nvPr>
            <p:ph type="body" sz="quarter" idx="500" hasCustomPrompt="1"/>
          </p:nvPr>
        </p:nvSpPr>
        <p:spPr>
          <a:xfrm>
            <a:off x="2898648" y="4608576"/>
            <a:ext cx="2432304" cy="2211933"/>
          </a:xfrm>
          <a:prstGeom prst="rect">
            <a:avLst/>
          </a:prstGeom>
        </p:spPr>
        <p:txBody>
          <a:bodyPr/>
          <a:lstStyle>
            <a:lvl1pPr marL="118872" indent="-118872">
              <a:spcBef>
                <a:spcPts val="18"/>
              </a:spcBef>
              <a:spcAft>
                <a:spcPts val="150"/>
              </a:spcAft>
              <a:buFont typeface="Wingdings" panose="05000000000000000000" pitchFamily="2" charset="2"/>
              <a:buChar char="§"/>
              <a:defRPr kumimoji="0" lang="en-US" sz="1000" b="0"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dirty="0"/>
              <a:t>Industry</a:t>
            </a:r>
          </a:p>
        </p:txBody>
      </p:sp>
      <p:grpSp>
        <p:nvGrpSpPr>
          <p:cNvPr id="34" name="Title:Industry Experence">
            <a:extLst>
              <a:ext uri="{FF2B5EF4-FFF2-40B4-BE49-F238E27FC236}">
                <a16:creationId xmlns:a16="http://schemas.microsoft.com/office/drawing/2014/main" id="{588B2952-F234-4283-BC60-453DD082F512}"/>
              </a:ext>
            </a:extLst>
          </p:cNvPr>
          <p:cNvGrpSpPr/>
          <p:nvPr userDrawn="1"/>
        </p:nvGrpSpPr>
        <p:grpSpPr>
          <a:xfrm>
            <a:off x="2889017" y="4165589"/>
            <a:ext cx="2432304" cy="429626"/>
            <a:chOff x="530352" y="4996352"/>
            <a:chExt cx="2190827" cy="429626"/>
          </a:xfrm>
        </p:grpSpPr>
        <p:grpSp>
          <p:nvGrpSpPr>
            <p:cNvPr id="35" name="Group 34">
              <a:extLst>
                <a:ext uri="{FF2B5EF4-FFF2-40B4-BE49-F238E27FC236}">
                  <a16:creationId xmlns:a16="http://schemas.microsoft.com/office/drawing/2014/main" id="{55798E60-38D5-4958-B8CF-EE7075FDD075}"/>
                </a:ext>
              </a:extLst>
            </p:cNvPr>
            <p:cNvGrpSpPr/>
            <p:nvPr userDrawn="1"/>
          </p:nvGrpSpPr>
          <p:grpSpPr>
            <a:xfrm>
              <a:off x="530352" y="4996352"/>
              <a:ext cx="2180818" cy="429626"/>
              <a:chOff x="581579" y="4862006"/>
              <a:chExt cx="2180818" cy="429626"/>
            </a:xfrm>
          </p:grpSpPr>
          <p:sp>
            <p:nvSpPr>
              <p:cNvPr id="37" name="Rectangle 9">
                <a:extLst>
                  <a:ext uri="{FF2B5EF4-FFF2-40B4-BE49-F238E27FC236}">
                    <a16:creationId xmlns:a16="http://schemas.microsoft.com/office/drawing/2014/main" id="{FF2A56C8-E839-433C-A6C6-523C3BDC2D3A}"/>
                  </a:ext>
                </a:extLst>
              </p:cNvPr>
              <p:cNvSpPr>
                <a:spLocks noChangeArrowheads="1"/>
              </p:cNvSpPr>
              <p:nvPr/>
            </p:nvSpPr>
            <p:spPr bwMode="auto">
              <a:xfrm>
                <a:off x="871941" y="4862006"/>
                <a:ext cx="1890456" cy="429626"/>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a:ln>
                      <a:noFill/>
                    </a:ln>
                    <a:solidFill>
                      <a:srgbClr val="404040"/>
                    </a:solidFill>
                    <a:effectLst/>
                    <a:uLnTx/>
                    <a:uFillTx/>
                    <a:latin typeface="Graphik Black" panose="020B0A03030202060203" pitchFamily="34" charset="0"/>
                    <a:ea typeface="+mn-ea"/>
                    <a:cs typeface="Arial" charset="0"/>
                  </a:rPr>
                  <a:t>Industry Experience</a:t>
                </a:r>
              </a:p>
            </p:txBody>
          </p:sp>
          <p:pic>
            <p:nvPicPr>
              <p:cNvPr id="38" name="Picture 37">
                <a:extLst>
                  <a:ext uri="{FF2B5EF4-FFF2-40B4-BE49-F238E27FC236}">
                    <a16:creationId xmlns:a16="http://schemas.microsoft.com/office/drawing/2014/main" id="{33ECBCA8-0829-49A2-B205-10A2682A69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1579" y="4912465"/>
                <a:ext cx="320040" cy="320040"/>
              </a:xfrm>
              <a:prstGeom prst="rect">
                <a:avLst/>
              </a:prstGeom>
            </p:spPr>
          </p:pic>
        </p:grpSp>
        <p:sp>
          <p:nvSpPr>
            <p:cNvPr id="36" name="Line 10">
              <a:extLst>
                <a:ext uri="{FF2B5EF4-FFF2-40B4-BE49-F238E27FC236}">
                  <a16:creationId xmlns:a16="http://schemas.microsoft.com/office/drawing/2014/main" id="{8CBACD86-7D3D-418D-BA45-4BF36A558AA9}"/>
                </a:ext>
              </a:extLst>
            </p:cNvPr>
            <p:cNvSpPr>
              <a:spLocks noChangeShapeType="1"/>
            </p:cNvSpPr>
            <p:nvPr userDrawn="1"/>
          </p:nvSpPr>
          <p:spPr bwMode="auto">
            <a:xfrm>
              <a:off x="530352" y="5408505"/>
              <a:ext cx="2190827" cy="0"/>
            </a:xfrm>
            <a:prstGeom prst="line">
              <a:avLst/>
            </a:prstGeom>
            <a:noFill/>
            <a:ln w="28575">
              <a:solidFill>
                <a:srgbClr val="404040"/>
              </a:solidFill>
              <a:round/>
              <a:headEnd/>
              <a:tailEnd/>
            </a:ln>
            <a:effectLst/>
          </p:spPr>
          <p:txBody>
            <a:bodyPr wrap="none" lIns="45720" rIns="45720" anchor="ctr"/>
            <a:lstStyle/>
            <a:p>
              <a:pPr marL="0" marR="0" lvl="0" indent="0" algn="l"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grpSp>
      <p:sp>
        <p:nvSpPr>
          <p:cNvPr id="100" name="Detail:Background Experience">
            <a:extLst>
              <a:ext uri="{FF2B5EF4-FFF2-40B4-BE49-F238E27FC236}">
                <a16:creationId xmlns:a16="http://schemas.microsoft.com/office/drawing/2014/main" id="{BF4C3BB4-C8E9-461C-BB07-C133A20470B7}"/>
              </a:ext>
            </a:extLst>
          </p:cNvPr>
          <p:cNvSpPr>
            <a:spLocks noGrp="1"/>
          </p:cNvSpPr>
          <p:nvPr>
            <p:ph type="body" sz="quarter" idx="100" hasCustomPrompt="1"/>
          </p:nvPr>
        </p:nvSpPr>
        <p:spPr>
          <a:xfrm>
            <a:off x="381000" y="1560511"/>
            <a:ext cx="4948106" cy="2555557"/>
          </a:xfrm>
          <a:prstGeom prst="rect">
            <a:avLst/>
          </a:prstGeom>
        </p:spPr>
        <p:txBody>
          <a:bodyPr/>
          <a:lstStyle>
            <a:lvl1pPr marL="118872" indent="-118872">
              <a:spcBef>
                <a:spcPts val="600"/>
              </a:spcBef>
              <a:spcAft>
                <a:spcPts val="600"/>
              </a:spcAft>
              <a:buFont typeface="Wingdings" panose="05000000000000000000" pitchFamily="2" charset="2"/>
              <a:buChar char="§"/>
              <a:defRPr kumimoji="0" lang="en-US" sz="1000" b="0"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stStyle>
          <a:p>
            <a:pPr marL="171450" marR="0" lvl="0" indent="-171450" algn="l" defTabSz="914400" rtl="0" eaLnBrk="1" fontAlgn="base" latinLnBrk="0" hangingPunct="1">
              <a:lnSpc>
                <a:spcPct val="100000"/>
              </a:lnSpc>
              <a:spcBef>
                <a:spcPct val="15000"/>
              </a:spcBef>
              <a:spcAft>
                <a:spcPct val="0"/>
              </a:spcAft>
              <a:buClr>
                <a:srgbClr val="000000"/>
              </a:buClr>
              <a:buSzTx/>
              <a:buFont typeface="Wingdings" panose="05000000000000000000" pitchFamily="2" charset="2"/>
              <a:buChar char="§"/>
              <a:tabLst/>
              <a:defRPr/>
            </a:pPr>
            <a:r>
              <a:rPr lang="en-US"/>
              <a:t>Background Summary</a:t>
            </a:r>
          </a:p>
        </p:txBody>
      </p:sp>
      <p:grpSp>
        <p:nvGrpSpPr>
          <p:cNvPr id="3" name="Title:Professional Background">
            <a:extLst>
              <a:ext uri="{FF2B5EF4-FFF2-40B4-BE49-F238E27FC236}">
                <a16:creationId xmlns:a16="http://schemas.microsoft.com/office/drawing/2014/main" id="{5A86BCE0-EE90-48A2-B55D-6FA280483E7F}"/>
              </a:ext>
            </a:extLst>
          </p:cNvPr>
          <p:cNvGrpSpPr/>
          <p:nvPr userDrawn="1"/>
        </p:nvGrpSpPr>
        <p:grpSpPr>
          <a:xfrm>
            <a:off x="381000" y="1168665"/>
            <a:ext cx="4948106" cy="332707"/>
            <a:chOff x="381000" y="1168665"/>
            <a:chExt cx="4948106" cy="332707"/>
          </a:xfrm>
        </p:grpSpPr>
        <p:sp>
          <p:nvSpPr>
            <p:cNvPr id="12" name="Line 10">
              <a:extLst>
                <a:ext uri="{FF2B5EF4-FFF2-40B4-BE49-F238E27FC236}">
                  <a16:creationId xmlns:a16="http://schemas.microsoft.com/office/drawing/2014/main" id="{56AF543A-D546-491B-BDF3-9DEA98E3EA93}"/>
                </a:ext>
              </a:extLst>
            </p:cNvPr>
            <p:cNvSpPr>
              <a:spLocks noChangeShapeType="1"/>
            </p:cNvSpPr>
            <p:nvPr userDrawn="1"/>
          </p:nvSpPr>
          <p:spPr bwMode="auto">
            <a:xfrm>
              <a:off x="381000" y="1501372"/>
              <a:ext cx="4948106" cy="0"/>
            </a:xfrm>
            <a:prstGeom prst="line">
              <a:avLst/>
            </a:prstGeom>
            <a:noFill/>
            <a:ln w="28575">
              <a:solidFill>
                <a:srgbClr val="404040"/>
              </a:solidFill>
              <a:round/>
              <a:headEnd/>
              <a:tailEnd/>
            </a:ln>
            <a:effectLst/>
          </p:spPr>
          <p:txBody>
            <a:bodyPr wrap="none" lIns="45720" rIns="45720" anchor="ctr"/>
            <a:lstStyle/>
            <a:p>
              <a:pPr marL="0" marR="0" lvl="0" indent="0" algn="l" defTabSz="914400" rtl="0" eaLnBrk="0" fontAlgn="base" latinLnBrk="0" hangingPunct="0">
                <a:lnSpc>
                  <a:spcPct val="8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charset="0"/>
              </a:endParaRPr>
            </a:p>
          </p:txBody>
        </p:sp>
        <p:grpSp>
          <p:nvGrpSpPr>
            <p:cNvPr id="22" name="Group 21">
              <a:extLst>
                <a:ext uri="{FF2B5EF4-FFF2-40B4-BE49-F238E27FC236}">
                  <a16:creationId xmlns:a16="http://schemas.microsoft.com/office/drawing/2014/main" id="{99384F7D-3884-4F1F-9004-434302EDB856}"/>
                </a:ext>
              </a:extLst>
            </p:cNvPr>
            <p:cNvGrpSpPr/>
            <p:nvPr userDrawn="1"/>
          </p:nvGrpSpPr>
          <p:grpSpPr>
            <a:xfrm>
              <a:off x="381000" y="1168665"/>
              <a:ext cx="3398498" cy="319076"/>
              <a:chOff x="525463" y="1173530"/>
              <a:chExt cx="3249146" cy="319076"/>
            </a:xfrm>
          </p:grpSpPr>
          <p:sp>
            <p:nvSpPr>
              <p:cNvPr id="23" name="Rectangle 9">
                <a:extLst>
                  <a:ext uri="{FF2B5EF4-FFF2-40B4-BE49-F238E27FC236}">
                    <a16:creationId xmlns:a16="http://schemas.microsoft.com/office/drawing/2014/main" id="{3A43ED0F-47D8-4670-8AAF-E32D9DD53CE5}"/>
                  </a:ext>
                </a:extLst>
              </p:cNvPr>
              <p:cNvSpPr>
                <a:spLocks noChangeArrowheads="1"/>
              </p:cNvSpPr>
              <p:nvPr/>
            </p:nvSpPr>
            <p:spPr bwMode="auto">
              <a:xfrm>
                <a:off x="798489" y="1204481"/>
                <a:ext cx="2976120" cy="257175"/>
              </a:xfrm>
              <a:prstGeom prst="rect">
                <a:avLst/>
              </a:prstGeom>
              <a:noFill/>
              <a:ln w="12700">
                <a:noFill/>
                <a:miter lim="800000"/>
                <a:headEnd/>
                <a:tailEnd/>
              </a:ln>
              <a:effectLst>
                <a:outerShdw blurRad="50800" dist="38100" dir="2700000" algn="tl" rotWithShape="0">
                  <a:prstClr val="black">
                    <a:alpha val="25000"/>
                  </a:prstClr>
                </a:outerShdw>
              </a:effectLst>
            </p:spPr>
            <p:txBody>
              <a:bodyPr lIns="45720" rIns="45720" anchor="b"/>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400" b="0" i="0" u="none" strike="noStrike" kern="1200" cap="all" spc="0" normalizeH="0" baseline="0" noProof="0">
                    <a:ln>
                      <a:noFill/>
                    </a:ln>
                    <a:solidFill>
                      <a:srgbClr val="404040"/>
                    </a:solidFill>
                    <a:effectLst/>
                    <a:uLnTx/>
                    <a:uFillTx/>
                    <a:latin typeface="Graphik Black" panose="020B0A03030202060203" pitchFamily="34" charset="0"/>
                    <a:ea typeface="+mn-ea"/>
                    <a:cs typeface="Arial" charset="0"/>
                  </a:rPr>
                  <a:t>Professional Background</a:t>
                </a:r>
              </a:p>
            </p:txBody>
          </p:sp>
          <p:pic>
            <p:nvPicPr>
              <p:cNvPr id="24" name="Picture 23">
                <a:extLst>
                  <a:ext uri="{FF2B5EF4-FFF2-40B4-BE49-F238E27FC236}">
                    <a16:creationId xmlns:a16="http://schemas.microsoft.com/office/drawing/2014/main" id="{6BB11CA3-E352-4BAC-80D8-602414634D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5463" y="1173530"/>
                <a:ext cx="319076" cy="319076"/>
              </a:xfrm>
              <a:prstGeom prst="rect">
                <a:avLst/>
              </a:prstGeom>
            </p:spPr>
          </p:pic>
        </p:grpSp>
      </p:grpSp>
      <p:sp>
        <p:nvSpPr>
          <p:cNvPr id="50" name="Your Title">
            <a:extLst>
              <a:ext uri="{FF2B5EF4-FFF2-40B4-BE49-F238E27FC236}">
                <a16:creationId xmlns:a16="http://schemas.microsoft.com/office/drawing/2014/main" id="{C1BF45D8-6751-45C3-A64E-AB079812EEB0}"/>
              </a:ext>
            </a:extLst>
          </p:cNvPr>
          <p:cNvSpPr>
            <a:spLocks noGrp="1"/>
          </p:cNvSpPr>
          <p:nvPr>
            <p:ph type="body" sz="quarter" idx="13" hasCustomPrompt="1"/>
          </p:nvPr>
        </p:nvSpPr>
        <p:spPr>
          <a:xfrm>
            <a:off x="1397220" y="329977"/>
            <a:ext cx="6340475" cy="336637"/>
          </a:xfrm>
          <a:prstGeom prst="rect">
            <a:avLst/>
          </a:prstGeom>
        </p:spPr>
        <p:txBody>
          <a:bodyPr/>
          <a:lstStyle>
            <a:lvl1pPr>
              <a:defRPr sz="2000">
                <a:solidFill>
                  <a:srgbClr val="454545"/>
                </a:solidFill>
                <a:latin typeface="Graphik Black" panose="020B0A03030202060203" pitchFamily="34" charset="0"/>
              </a:defRPr>
            </a:lvl1pPr>
            <a:lvl2pPr>
              <a:defRPr>
                <a:latin typeface="+mj-lt"/>
              </a:defRPr>
            </a:lvl2pPr>
            <a:lvl3pPr>
              <a:defRPr>
                <a:latin typeface="+mj-lt"/>
              </a:defRPr>
            </a:lvl3pPr>
            <a:lvl4pPr>
              <a:defRPr>
                <a:latin typeface="+mj-lt"/>
              </a:defRPr>
            </a:lvl4pPr>
            <a:lvl5pPr>
              <a:defRPr>
                <a:latin typeface="+mj-lt"/>
              </a:defRPr>
            </a:lvl5pPr>
          </a:lstStyle>
          <a:p>
            <a:pPr lvl="0"/>
            <a:r>
              <a:rPr lang="en-US"/>
              <a:t>Your Title</a:t>
            </a:r>
          </a:p>
        </p:txBody>
      </p:sp>
      <p:sp>
        <p:nvSpPr>
          <p:cNvPr id="48" name="Your Name">
            <a:extLst>
              <a:ext uri="{FF2B5EF4-FFF2-40B4-BE49-F238E27FC236}">
                <a16:creationId xmlns:a16="http://schemas.microsoft.com/office/drawing/2014/main" id="{DB67F779-2CB6-4D37-A3F4-F571C3D98DE0}"/>
              </a:ext>
            </a:extLst>
          </p:cNvPr>
          <p:cNvSpPr>
            <a:spLocks noGrp="1"/>
          </p:cNvSpPr>
          <p:nvPr>
            <p:ph type="body" sz="quarter" idx="12" hasCustomPrompt="1"/>
          </p:nvPr>
        </p:nvSpPr>
        <p:spPr>
          <a:xfrm>
            <a:off x="1397220" y="42880"/>
            <a:ext cx="6340475" cy="315666"/>
          </a:xfrm>
          <a:prstGeom prst="rect">
            <a:avLst/>
          </a:prstGeom>
        </p:spPr>
        <p:txBody>
          <a:bodyPr/>
          <a:lstStyle>
            <a:lvl1pPr>
              <a:defRPr sz="2600">
                <a:solidFill>
                  <a:srgbClr val="00D800"/>
                </a:solidFill>
                <a:latin typeface="Graphik Black" panose="020B0A03030202060203" pitchFamily="34" charset="0"/>
              </a:defRPr>
            </a:lvl1pPr>
          </a:lstStyle>
          <a:p>
            <a:pPr lvl="0"/>
            <a:r>
              <a:rPr lang="en-US" sz="2600"/>
              <a:t>Your Name</a:t>
            </a:r>
            <a:endParaRPr lang="en-US"/>
          </a:p>
        </p:txBody>
      </p:sp>
      <p:sp>
        <p:nvSpPr>
          <p:cNvPr id="7" name="Your Picture">
            <a:extLst>
              <a:ext uri="{FF2B5EF4-FFF2-40B4-BE49-F238E27FC236}">
                <a16:creationId xmlns:a16="http://schemas.microsoft.com/office/drawing/2014/main" id="{E8F66A70-A6C5-4AA7-A04A-B6D09E41E4DF}"/>
              </a:ext>
            </a:extLst>
          </p:cNvPr>
          <p:cNvSpPr>
            <a:spLocks noGrp="1"/>
          </p:cNvSpPr>
          <p:nvPr>
            <p:ph type="pic" sz="quarter" idx="10" hasCustomPrompt="1"/>
          </p:nvPr>
        </p:nvSpPr>
        <p:spPr>
          <a:xfrm>
            <a:off x="427029" y="50800"/>
            <a:ext cx="795528" cy="1033272"/>
          </a:xfrm>
          <a:prstGeom prst="rect">
            <a:avLst/>
          </a:prstGeom>
          <a:effectLst>
            <a:outerShdw blurRad="50800" dist="38100" dir="5400000" algn="t" rotWithShape="0">
              <a:prstClr val="black">
                <a:alpha val="40000"/>
              </a:prstClr>
            </a:outerShdw>
          </a:effectLst>
        </p:spPr>
        <p:txBody>
          <a:bodyPr/>
          <a:lstStyle>
            <a:lvl1pPr>
              <a:defRPr sz="1200"/>
            </a:lvl1pPr>
          </a:lstStyle>
          <a:p>
            <a:r>
              <a:rPr lang="en-US"/>
              <a:t>Your Picture</a:t>
            </a:r>
          </a:p>
        </p:txBody>
      </p:sp>
    </p:spTree>
    <p:extLst>
      <p:ext uri="{BB962C8B-B14F-4D97-AF65-F5344CB8AC3E}">
        <p14:creationId xmlns:p14="http://schemas.microsoft.com/office/powerpoint/2010/main" val="937179120"/>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Master: White">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1396436-7148-4D78-BA0F-1EE4B4B040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0706" y="5839861"/>
            <a:ext cx="4521797" cy="674776"/>
          </a:xfrm>
          <a:prstGeom prst="rect">
            <a:avLst/>
          </a:prstGeom>
        </p:spPr>
      </p:pic>
      <p:grpSp>
        <p:nvGrpSpPr>
          <p:cNvPr id="10" name="Group 9"/>
          <p:cNvGrpSpPr/>
          <p:nvPr userDrawn="1"/>
        </p:nvGrpSpPr>
        <p:grpSpPr>
          <a:xfrm>
            <a:off x="7421046" y="914399"/>
            <a:ext cx="4358577" cy="4623441"/>
            <a:chOff x="3005156" y="304800"/>
            <a:chExt cx="5643543" cy="5986493"/>
          </a:xfrm>
        </p:grpSpPr>
        <p:sp>
          <p:nvSpPr>
            <p:cNvPr id="15"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hasCustomPrompt="1"/>
          </p:nvPr>
        </p:nvSpPr>
        <p:spPr>
          <a:xfrm>
            <a:off x="381001" y="457200"/>
            <a:ext cx="5714999" cy="3086100"/>
          </a:xfrm>
        </p:spPr>
        <p:txBody>
          <a:bodyPr tIns="0" anchor="t" anchorCtr="0">
            <a:noAutofit/>
          </a:bodyPr>
          <a:lstStyle>
            <a:lvl1pPr algn="l">
              <a:lnSpc>
                <a:spcPct val="70000"/>
              </a:lnSpc>
              <a:defRPr sz="6000">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381000" y="3543302"/>
            <a:ext cx="5715000" cy="3162299"/>
          </a:xfrm>
        </p:spPr>
        <p:txBody>
          <a:bodyPr>
            <a:noAutofit/>
          </a:bodyPr>
          <a:lstStyle>
            <a:lvl1pPr marL="0" indent="0">
              <a:lnSpc>
                <a:spcPct val="70000"/>
              </a:lnSpc>
              <a:defRPr sz="4000" b="1" baseline="0">
                <a:solidFill>
                  <a:schemeClr val="tx1"/>
                </a:solidFill>
                <a:latin typeface="+mn-lt"/>
              </a:defRPr>
            </a:lvl1pPr>
            <a:lvl2pPr marL="0" indent="0">
              <a:lnSpc>
                <a:spcPct val="100000"/>
              </a:lnSpc>
              <a:spcAft>
                <a:spcPts val="0"/>
              </a:spcAft>
              <a:defRPr sz="2400" b="0" cap="none" baseline="0">
                <a:solidFill>
                  <a:schemeClr val="tx1"/>
                </a:solidFill>
                <a:latin typeface="+mn-lt"/>
              </a:defRPr>
            </a:lvl2pPr>
            <a:lvl3pPr marL="0" indent="0">
              <a:lnSpc>
                <a:spcPct val="100000"/>
              </a:lnSpc>
              <a:spcAft>
                <a:spcPts val="0"/>
              </a:spcAft>
              <a:defRPr sz="1800" b="0" cap="none" baseline="0">
                <a:solidFill>
                  <a:schemeClr val="tx1"/>
                </a:solidFill>
                <a:latin typeface="+mn-lt"/>
              </a:defRPr>
            </a:lvl3pPr>
            <a:lvl4pPr marL="0" indent="0">
              <a:lnSpc>
                <a:spcPct val="100000"/>
              </a:lnSpc>
              <a:buNone/>
              <a:defRPr sz="1800" b="0" cap="none" baseline="0">
                <a:solidFill>
                  <a:schemeClr val="tx1"/>
                </a:solidFill>
                <a:latin typeface="+mn-lt"/>
              </a:defRPr>
            </a:lvl4pPr>
            <a:lvl5pPr marL="0" indent="0">
              <a:lnSpc>
                <a:spcPct val="100000"/>
              </a:lnSpc>
              <a:buNone/>
              <a:defRPr sz="1800" b="0" cap="none" baseline="0">
                <a:solidFill>
                  <a:schemeClr val="tx1"/>
                </a:solidFill>
                <a:latin typeface="+mn-lt"/>
              </a:defRPr>
            </a:lvl5pPr>
            <a:lvl6pPr marL="339717"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1996441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Master: White Centered 1">
    <p:bg>
      <p:bgPr>
        <a:solidFill>
          <a:schemeClr val="bg1"/>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3849507" y="914399"/>
            <a:ext cx="4358577" cy="4623441"/>
            <a:chOff x="3005156" y="304800"/>
            <a:chExt cx="5643543" cy="5986493"/>
          </a:xfrm>
        </p:grpSpPr>
        <p:sp>
          <p:nvSpPr>
            <p:cNvPr id="11" name="Freeform 5"/>
            <p:cNvSpPr>
              <a:spLocks/>
            </p:cNvSpPr>
            <p:nvPr/>
          </p:nvSpPr>
          <p:spPr bwMode="auto">
            <a:xfrm>
              <a:off x="3006683" y="2644217"/>
              <a:ext cx="5642016" cy="3647076"/>
            </a:xfrm>
            <a:custGeom>
              <a:avLst/>
              <a:gdLst>
                <a:gd name="T0" fmla="*/ 3374 w 3374"/>
                <a:gd name="T1" fmla="*/ 0 h 2181"/>
                <a:gd name="T2" fmla="*/ 0 w 3374"/>
                <a:gd name="T3" fmla="*/ 1398 h 2181"/>
                <a:gd name="T4" fmla="*/ 0 w 3374"/>
                <a:gd name="T5" fmla="*/ 2181 h 2181"/>
                <a:gd name="T6" fmla="*/ 3374 w 3374"/>
                <a:gd name="T7" fmla="*/ 782 h 2181"/>
                <a:gd name="T8" fmla="*/ 3374 w 3374"/>
                <a:gd name="T9" fmla="*/ 0 h 2181"/>
              </a:gdLst>
              <a:ahLst/>
              <a:cxnLst>
                <a:cxn ang="0">
                  <a:pos x="T0" y="T1"/>
                </a:cxn>
                <a:cxn ang="0">
                  <a:pos x="T2" y="T3"/>
                </a:cxn>
                <a:cxn ang="0">
                  <a:pos x="T4" y="T5"/>
                </a:cxn>
                <a:cxn ang="0">
                  <a:pos x="T6" y="T7"/>
                </a:cxn>
                <a:cxn ang="0">
                  <a:pos x="T8" y="T9"/>
                </a:cxn>
              </a:cxnLst>
              <a:rect l="0" t="0" r="r" b="b"/>
              <a:pathLst>
                <a:path w="3374" h="2181">
                  <a:moveTo>
                    <a:pt x="3374" y="0"/>
                  </a:moveTo>
                  <a:lnTo>
                    <a:pt x="0" y="1398"/>
                  </a:lnTo>
                  <a:lnTo>
                    <a:pt x="0" y="2181"/>
                  </a:lnTo>
                  <a:lnTo>
                    <a:pt x="3374" y="782"/>
                  </a:lnTo>
                  <a:lnTo>
                    <a:pt x="3374" y="0"/>
                  </a:lnTo>
                  <a:close/>
                </a:path>
              </a:pathLst>
            </a:custGeom>
            <a:gradFill>
              <a:gsLst>
                <a:gs pos="7000">
                  <a:srgbClr val="00FF00"/>
                </a:gs>
                <a:gs pos="100000">
                  <a:srgbClr val="00530A"/>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6"/>
            <p:cNvSpPr>
              <a:spLocks/>
            </p:cNvSpPr>
            <p:nvPr/>
          </p:nvSpPr>
          <p:spPr bwMode="auto">
            <a:xfrm>
              <a:off x="3005156" y="304800"/>
              <a:ext cx="5642016" cy="3647076"/>
            </a:xfrm>
            <a:custGeom>
              <a:avLst/>
              <a:gdLst>
                <a:gd name="T0" fmla="*/ 3374 w 3374"/>
                <a:gd name="T1" fmla="*/ 2181 h 2181"/>
                <a:gd name="T2" fmla="*/ 0 w 3374"/>
                <a:gd name="T3" fmla="*/ 782 h 2181"/>
                <a:gd name="T4" fmla="*/ 0 w 3374"/>
                <a:gd name="T5" fmla="*/ 0 h 2181"/>
                <a:gd name="T6" fmla="*/ 3374 w 3374"/>
                <a:gd name="T7" fmla="*/ 1399 h 2181"/>
                <a:gd name="T8" fmla="*/ 3374 w 3374"/>
                <a:gd name="T9" fmla="*/ 2181 h 2181"/>
              </a:gdLst>
              <a:ahLst/>
              <a:cxnLst>
                <a:cxn ang="0">
                  <a:pos x="T0" y="T1"/>
                </a:cxn>
                <a:cxn ang="0">
                  <a:pos x="T2" y="T3"/>
                </a:cxn>
                <a:cxn ang="0">
                  <a:pos x="T4" y="T5"/>
                </a:cxn>
                <a:cxn ang="0">
                  <a:pos x="T6" y="T7"/>
                </a:cxn>
                <a:cxn ang="0">
                  <a:pos x="T8" y="T9"/>
                </a:cxn>
              </a:cxnLst>
              <a:rect l="0" t="0" r="r" b="b"/>
              <a:pathLst>
                <a:path w="3374" h="2181">
                  <a:moveTo>
                    <a:pt x="3374" y="2181"/>
                  </a:moveTo>
                  <a:lnTo>
                    <a:pt x="0" y="782"/>
                  </a:lnTo>
                  <a:lnTo>
                    <a:pt x="0" y="0"/>
                  </a:lnTo>
                  <a:lnTo>
                    <a:pt x="3374" y="1399"/>
                  </a:lnTo>
                  <a:lnTo>
                    <a:pt x="3374" y="2181"/>
                  </a:lnTo>
                  <a:close/>
                </a:path>
              </a:pathLst>
            </a:custGeom>
            <a:solidFill>
              <a:srgbClr val="00FF00"/>
            </a:solidFill>
            <a:ln w="65088" cap="rnd">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hasCustomPrompt="1"/>
          </p:nvPr>
        </p:nvSpPr>
        <p:spPr>
          <a:xfrm>
            <a:off x="1849582" y="1936373"/>
            <a:ext cx="4246418" cy="2767405"/>
          </a:xfrm>
        </p:spPr>
        <p:txBody>
          <a:bodyPr tIns="0" anchor="t" anchorCtr="0">
            <a:noAutofit/>
          </a:bodyPr>
          <a:lstStyle>
            <a:lvl1pPr algn="l">
              <a:lnSpc>
                <a:spcPct val="70000"/>
              </a:lnSpc>
              <a:defRPr sz="6000">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9525000" y="436417"/>
            <a:ext cx="2286000" cy="3512127"/>
          </a:xfrm>
        </p:spPr>
        <p:txBody>
          <a:bodyPr>
            <a:noAutofit/>
          </a:bodyPr>
          <a:lstStyle>
            <a:lvl1pPr marL="0" indent="0">
              <a:lnSpc>
                <a:spcPct val="70000"/>
              </a:lnSpc>
              <a:defRPr sz="2800" b="1" baseline="0">
                <a:solidFill>
                  <a:schemeClr val="tx1"/>
                </a:solidFill>
                <a:latin typeface="+mn-lt"/>
              </a:defRPr>
            </a:lvl1pPr>
            <a:lvl2pPr marL="0" indent="0">
              <a:lnSpc>
                <a:spcPct val="100000"/>
              </a:lnSpc>
              <a:spcBef>
                <a:spcPts val="600"/>
              </a:spcBef>
              <a:spcAft>
                <a:spcPts val="0"/>
              </a:spcAft>
              <a:defRPr sz="2000" b="0" cap="none" baseline="0">
                <a:solidFill>
                  <a:schemeClr val="tx1"/>
                </a:solidFill>
                <a:latin typeface="+mn-lt"/>
              </a:defRPr>
            </a:lvl2pPr>
            <a:lvl3pPr marL="0" indent="0">
              <a:lnSpc>
                <a:spcPct val="100000"/>
              </a:lnSpc>
              <a:spcBef>
                <a:spcPts val="600"/>
              </a:spcBef>
              <a:spcAft>
                <a:spcPts val="0"/>
              </a:spcAft>
              <a:defRPr sz="1800" b="0" cap="none" baseline="0">
                <a:solidFill>
                  <a:schemeClr val="tx1"/>
                </a:solidFill>
                <a:latin typeface="+mn-lt"/>
              </a:defRPr>
            </a:lvl3pPr>
            <a:lvl4pPr marL="0" indent="0">
              <a:lnSpc>
                <a:spcPct val="100000"/>
              </a:lnSpc>
              <a:spcBef>
                <a:spcPts val="600"/>
              </a:spcBef>
              <a:buNone/>
              <a:defRPr sz="1800" b="0" cap="none" baseline="0">
                <a:solidFill>
                  <a:schemeClr val="tx1"/>
                </a:solidFill>
                <a:latin typeface="+mn-lt"/>
              </a:defRPr>
            </a:lvl4pPr>
            <a:lvl5pPr marL="0" indent="0">
              <a:lnSpc>
                <a:spcPct val="100000"/>
              </a:lnSpc>
              <a:spcBef>
                <a:spcPts val="600"/>
              </a:spcBef>
              <a:buNone/>
              <a:defRPr sz="1800" b="0" cap="none" baseline="0">
                <a:solidFill>
                  <a:schemeClr val="tx1"/>
                </a:solidFill>
                <a:latin typeface="+mn-lt"/>
              </a:defRPr>
            </a:lvl5pPr>
            <a:lvl6pPr marL="339717"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0706" y="5839861"/>
            <a:ext cx="4521797" cy="674776"/>
          </a:xfrm>
          <a:prstGeom prst="rect">
            <a:avLst/>
          </a:prstGeom>
        </p:spPr>
      </p:pic>
    </p:spTree>
    <p:extLst>
      <p:ext uri="{BB962C8B-B14F-4D97-AF65-F5344CB8AC3E}">
        <p14:creationId xmlns:p14="http://schemas.microsoft.com/office/powerpoint/2010/main" val="2541878526"/>
      </p:ext>
    </p:extLst>
  </p:cSld>
  <p:clrMapOvr>
    <a:masterClrMapping/>
  </p:clrMapOvr>
  <p:extLst>
    <p:ext uri="{DCECCB84-F9BA-43D5-87BE-67443E8EF086}">
      <p15:sldGuideLst xmlns:p15="http://schemas.microsoft.com/office/powerpoint/2012/main">
        <p15:guide id="0" pos="6000">
          <p15:clr>
            <a:srgbClr val="FBAE40"/>
          </p15:clr>
        </p15:guide>
        <p15:guide id="1"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Master: White Centered 2">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3850679" y="902255"/>
            <a:ext cx="4378921" cy="4534596"/>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gradFill>
            <a:gsLst>
              <a:gs pos="0">
                <a:srgbClr val="00FF00"/>
              </a:gs>
              <a:gs pos="100000">
                <a:srgbClr val="00530A"/>
              </a:gs>
            </a:gsLst>
            <a:lin ang="0" scaled="0"/>
          </a:gradFill>
          <a:ln>
            <a:noFill/>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1849582" y="1943100"/>
            <a:ext cx="4246418" cy="2857500"/>
          </a:xfrm>
        </p:spPr>
        <p:txBody>
          <a:bodyPr tIns="0" anchor="t" anchorCtr="0">
            <a:noAutofit/>
          </a:bodyPr>
          <a:lstStyle>
            <a:lvl1pPr algn="l">
              <a:lnSpc>
                <a:spcPct val="70000"/>
              </a:lnSpc>
              <a:defRPr sz="6000">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9525000" y="436417"/>
            <a:ext cx="2286000" cy="3512127"/>
          </a:xfrm>
        </p:spPr>
        <p:txBody>
          <a:bodyPr>
            <a:noAutofit/>
          </a:bodyPr>
          <a:lstStyle>
            <a:lvl1pPr marL="0" indent="0">
              <a:lnSpc>
                <a:spcPct val="70000"/>
              </a:lnSpc>
              <a:defRPr sz="2800" b="1" baseline="0">
                <a:solidFill>
                  <a:schemeClr val="tx1"/>
                </a:solidFill>
                <a:latin typeface="+mn-lt"/>
              </a:defRPr>
            </a:lvl1pPr>
            <a:lvl2pPr marL="0" indent="0">
              <a:lnSpc>
                <a:spcPct val="100000"/>
              </a:lnSpc>
              <a:spcBef>
                <a:spcPts val="600"/>
              </a:spcBef>
              <a:spcAft>
                <a:spcPts val="0"/>
              </a:spcAft>
              <a:defRPr sz="2000" b="0" cap="none" baseline="0">
                <a:solidFill>
                  <a:schemeClr val="tx1"/>
                </a:solidFill>
                <a:latin typeface="+mn-lt"/>
              </a:defRPr>
            </a:lvl2pPr>
            <a:lvl3pPr marL="0" indent="0">
              <a:lnSpc>
                <a:spcPct val="100000"/>
              </a:lnSpc>
              <a:spcBef>
                <a:spcPts val="600"/>
              </a:spcBef>
              <a:spcAft>
                <a:spcPts val="0"/>
              </a:spcAft>
              <a:defRPr sz="1800" b="0" cap="none" baseline="0">
                <a:solidFill>
                  <a:schemeClr val="tx1"/>
                </a:solidFill>
                <a:latin typeface="+mn-lt"/>
              </a:defRPr>
            </a:lvl3pPr>
            <a:lvl4pPr marL="0" indent="0">
              <a:lnSpc>
                <a:spcPct val="100000"/>
              </a:lnSpc>
              <a:spcBef>
                <a:spcPts val="600"/>
              </a:spcBef>
              <a:buNone/>
              <a:defRPr sz="1800" b="0" cap="none" baseline="0">
                <a:solidFill>
                  <a:schemeClr val="tx1"/>
                </a:solidFill>
                <a:latin typeface="+mn-lt"/>
              </a:defRPr>
            </a:lvl4pPr>
            <a:lvl5pPr marL="0" indent="0">
              <a:lnSpc>
                <a:spcPct val="100000"/>
              </a:lnSpc>
              <a:spcBef>
                <a:spcPts val="600"/>
              </a:spcBef>
              <a:buNone/>
              <a:defRPr sz="1800" b="0" cap="none" baseline="0">
                <a:solidFill>
                  <a:schemeClr val="tx1"/>
                </a:solidFill>
                <a:latin typeface="+mn-lt"/>
              </a:defRPr>
            </a:lvl5pPr>
            <a:lvl6pPr marL="339717"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0706" y="5839861"/>
            <a:ext cx="4521797" cy="674776"/>
          </a:xfrm>
          <a:prstGeom prst="rect">
            <a:avLst/>
          </a:prstGeom>
        </p:spPr>
      </p:pic>
    </p:spTree>
    <p:extLst>
      <p:ext uri="{BB962C8B-B14F-4D97-AF65-F5344CB8AC3E}">
        <p14:creationId xmlns:p14="http://schemas.microsoft.com/office/powerpoint/2010/main" val="703365778"/>
      </p:ext>
    </p:extLst>
  </p:cSld>
  <p:clrMapOvr>
    <a:masterClrMapping/>
  </p:clrMapOvr>
  <p:extLst>
    <p:ext uri="{DCECCB84-F9BA-43D5-87BE-67443E8EF086}">
      <p15:sldGuideLst xmlns:p15="http://schemas.microsoft.com/office/powerpoint/2012/main">
        <p15:guide id="1" pos="3840">
          <p15:clr>
            <a:srgbClr val="FBAE40"/>
          </p15:clr>
        </p15:guide>
        <p15:guide id="2" pos="60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Master: White Centered 3">
    <p:bg>
      <p:bgPr>
        <a:solidFill>
          <a:schemeClr val="bg1"/>
        </a:solidFill>
        <a:effectLst/>
      </p:bgPr>
    </p:bg>
    <p:spTree>
      <p:nvGrpSpPr>
        <p:cNvPr id="1" name=""/>
        <p:cNvGrpSpPr/>
        <p:nvPr/>
      </p:nvGrpSpPr>
      <p:grpSpPr>
        <a:xfrm>
          <a:off x="0" y="0"/>
          <a:ext cx="0" cy="0"/>
          <a:chOff x="0" y="0"/>
          <a:chExt cx="0" cy="0"/>
        </a:xfrm>
      </p:grpSpPr>
      <p:sp>
        <p:nvSpPr>
          <p:cNvPr id="7" name="Freeform 6"/>
          <p:cNvSpPr>
            <a:spLocks noChangeAspect="1"/>
          </p:cNvSpPr>
          <p:nvPr userDrawn="1"/>
        </p:nvSpPr>
        <p:spPr bwMode="auto">
          <a:xfrm>
            <a:off x="3878470" y="913011"/>
            <a:ext cx="4361888" cy="4516957"/>
          </a:xfrm>
          <a:custGeom>
            <a:avLst/>
            <a:gdLst>
              <a:gd name="T0" fmla="*/ 0 w 872"/>
              <a:gd name="T1" fmla="*/ 0 h 903"/>
              <a:gd name="T2" fmla="*/ 0 w 872"/>
              <a:gd name="T3" fmla="*/ 197 h 903"/>
              <a:gd name="T4" fmla="*/ 629 w 872"/>
              <a:gd name="T5" fmla="*/ 451 h 903"/>
              <a:gd name="T6" fmla="*/ 0 w 872"/>
              <a:gd name="T7" fmla="*/ 706 h 903"/>
              <a:gd name="T8" fmla="*/ 0 w 872"/>
              <a:gd name="T9" fmla="*/ 903 h 903"/>
              <a:gd name="T10" fmla="*/ 872 w 872"/>
              <a:gd name="T11" fmla="*/ 550 h 903"/>
              <a:gd name="T12" fmla="*/ 872 w 872"/>
              <a:gd name="T13" fmla="*/ 353 h 903"/>
              <a:gd name="T14" fmla="*/ 0 w 872"/>
              <a:gd name="T15" fmla="*/ 0 h 9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2" h="903">
                <a:moveTo>
                  <a:pt x="0" y="0"/>
                </a:moveTo>
                <a:lnTo>
                  <a:pt x="0" y="197"/>
                </a:lnTo>
                <a:lnTo>
                  <a:pt x="629" y="451"/>
                </a:lnTo>
                <a:lnTo>
                  <a:pt x="0" y="706"/>
                </a:lnTo>
                <a:lnTo>
                  <a:pt x="0" y="903"/>
                </a:lnTo>
                <a:lnTo>
                  <a:pt x="872" y="550"/>
                </a:lnTo>
                <a:lnTo>
                  <a:pt x="872" y="353"/>
                </a:lnTo>
                <a:lnTo>
                  <a:pt x="0" y="0"/>
                </a:lnTo>
                <a:close/>
              </a:path>
            </a:pathLst>
          </a:custGeom>
          <a:noFill/>
          <a:ln w="38100">
            <a:solidFill>
              <a:srgbClr val="00D700"/>
            </a:solidFill>
          </a:ln>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cs typeface="Arial" panose="020B0604020202020204" pitchFamily="34" charset="0"/>
            </a:endParaRPr>
          </a:p>
        </p:txBody>
      </p:sp>
      <p:sp>
        <p:nvSpPr>
          <p:cNvPr id="2" name="Title 1"/>
          <p:cNvSpPr>
            <a:spLocks noGrp="1"/>
          </p:cNvSpPr>
          <p:nvPr>
            <p:ph type="ctrTitle" hasCustomPrompt="1"/>
          </p:nvPr>
        </p:nvSpPr>
        <p:spPr>
          <a:xfrm>
            <a:off x="1849582" y="1943100"/>
            <a:ext cx="4246418" cy="2857500"/>
          </a:xfrm>
        </p:spPr>
        <p:txBody>
          <a:bodyPr tIns="0" anchor="t" anchorCtr="0">
            <a:noAutofit/>
          </a:bodyPr>
          <a:lstStyle>
            <a:lvl1pPr algn="l">
              <a:lnSpc>
                <a:spcPct val="70000"/>
              </a:lnSpc>
              <a:defRPr sz="6000">
                <a:solidFill>
                  <a:schemeClr val="tx1"/>
                </a:solidFill>
                <a:latin typeface="Graphik Black" panose="020B0A03030202060203" pitchFamily="34" charset="0"/>
              </a:defRPr>
            </a:lvl1pPr>
          </a:lstStyle>
          <a:p>
            <a:r>
              <a:rPr lang="en-US" dirty="0"/>
              <a:t>Click to edit title</a:t>
            </a:r>
          </a:p>
        </p:txBody>
      </p:sp>
      <p:sp>
        <p:nvSpPr>
          <p:cNvPr id="8" name="Text Placeholder 7"/>
          <p:cNvSpPr>
            <a:spLocks noGrp="1"/>
          </p:cNvSpPr>
          <p:nvPr>
            <p:ph type="body" sz="quarter" idx="13" hasCustomPrompt="1"/>
          </p:nvPr>
        </p:nvSpPr>
        <p:spPr>
          <a:xfrm>
            <a:off x="9525000" y="436417"/>
            <a:ext cx="2286000" cy="3512127"/>
          </a:xfrm>
        </p:spPr>
        <p:txBody>
          <a:bodyPr>
            <a:noAutofit/>
          </a:bodyPr>
          <a:lstStyle>
            <a:lvl1pPr marL="0" indent="0">
              <a:lnSpc>
                <a:spcPct val="70000"/>
              </a:lnSpc>
              <a:defRPr sz="2800" b="1" baseline="0">
                <a:solidFill>
                  <a:schemeClr val="tx1"/>
                </a:solidFill>
                <a:latin typeface="+mn-lt"/>
              </a:defRPr>
            </a:lvl1pPr>
            <a:lvl2pPr marL="0" indent="0">
              <a:lnSpc>
                <a:spcPct val="100000"/>
              </a:lnSpc>
              <a:spcBef>
                <a:spcPts val="600"/>
              </a:spcBef>
              <a:spcAft>
                <a:spcPts val="0"/>
              </a:spcAft>
              <a:defRPr sz="2000" b="0" cap="none" baseline="0">
                <a:solidFill>
                  <a:schemeClr val="tx1"/>
                </a:solidFill>
                <a:latin typeface="+mn-lt"/>
              </a:defRPr>
            </a:lvl2pPr>
            <a:lvl3pPr marL="0" indent="0">
              <a:lnSpc>
                <a:spcPct val="100000"/>
              </a:lnSpc>
              <a:spcBef>
                <a:spcPts val="600"/>
              </a:spcBef>
              <a:spcAft>
                <a:spcPts val="0"/>
              </a:spcAft>
              <a:defRPr sz="1800" b="0" cap="none" baseline="0">
                <a:solidFill>
                  <a:schemeClr val="tx1"/>
                </a:solidFill>
                <a:latin typeface="+mn-lt"/>
              </a:defRPr>
            </a:lvl3pPr>
            <a:lvl4pPr marL="0" indent="0">
              <a:lnSpc>
                <a:spcPct val="100000"/>
              </a:lnSpc>
              <a:spcBef>
                <a:spcPts val="600"/>
              </a:spcBef>
              <a:buNone/>
              <a:defRPr sz="1800" b="0" cap="none" baseline="0">
                <a:solidFill>
                  <a:schemeClr val="tx1"/>
                </a:solidFill>
                <a:latin typeface="+mn-lt"/>
              </a:defRPr>
            </a:lvl4pPr>
            <a:lvl5pPr marL="0" indent="0">
              <a:lnSpc>
                <a:spcPct val="100000"/>
              </a:lnSpc>
              <a:spcBef>
                <a:spcPts val="600"/>
              </a:spcBef>
              <a:buNone/>
              <a:defRPr sz="1800" b="0" cap="none" baseline="0">
                <a:solidFill>
                  <a:schemeClr val="tx1"/>
                </a:solidFill>
                <a:latin typeface="+mn-lt"/>
              </a:defRPr>
            </a:lvl5pPr>
            <a:lvl6pPr marL="339717" indent="0">
              <a:buNone/>
              <a:defRPr/>
            </a:lvl6pPr>
            <a:lvl7pPr>
              <a:defRPr/>
            </a:lvl7pPr>
            <a:lvl8pPr>
              <a:defRPr/>
            </a:lvl8pPr>
          </a:lstStyle>
          <a:p>
            <a:pPr lvl="0"/>
            <a:r>
              <a:rPr lang="en-US" dirty="0"/>
              <a:t>subtitle</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0706" y="5839861"/>
            <a:ext cx="4521797" cy="674776"/>
          </a:xfrm>
          <a:prstGeom prst="rect">
            <a:avLst/>
          </a:prstGeom>
        </p:spPr>
      </p:pic>
    </p:spTree>
    <p:extLst>
      <p:ext uri="{BB962C8B-B14F-4D97-AF65-F5344CB8AC3E}">
        <p14:creationId xmlns:p14="http://schemas.microsoft.com/office/powerpoint/2010/main" val="4120810417"/>
      </p:ext>
    </p:extLst>
  </p:cSld>
  <p:clrMapOvr>
    <a:masterClrMapping/>
  </p:clrMapOvr>
  <p:extLst>
    <p:ext uri="{DCECCB84-F9BA-43D5-87BE-67443E8EF086}">
      <p15:sldGuideLst xmlns:p15="http://schemas.microsoft.com/office/powerpoint/2012/main">
        <p15:guide id="1" pos="3840">
          <p15:clr>
            <a:srgbClr val="FBAE40"/>
          </p15:clr>
        </p15:guide>
        <p15:guide id="2" pos="600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054539F-6C60-4617-9863-E32DBDA65DB0}"/>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8296664" y="28317"/>
            <a:ext cx="3739298" cy="558008"/>
          </a:xfrm>
          <a:prstGeom prst="rect">
            <a:avLst/>
          </a:prstGeom>
        </p:spPr>
      </p:pic>
      <p:sp>
        <p:nvSpPr>
          <p:cNvPr id="11" name="TextBox 10">
            <a:extLst>
              <a:ext uri="{FF2B5EF4-FFF2-40B4-BE49-F238E27FC236}">
                <a16:creationId xmlns:a16="http://schemas.microsoft.com/office/drawing/2014/main" id="{0D1743F1-CD2B-4831-9CF1-CDA3A0B95E06}"/>
              </a:ext>
            </a:extLst>
          </p:cNvPr>
          <p:cNvSpPr txBox="1"/>
          <p:nvPr userDrawn="1"/>
        </p:nvSpPr>
        <p:spPr>
          <a:xfrm>
            <a:off x="8415519" y="494227"/>
            <a:ext cx="350158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Graphik Extralight" panose="020B0303030202060203" pitchFamily="34" charset="0"/>
                <a:ea typeface="+mn-ea"/>
                <a:cs typeface="+mn-cs"/>
              </a:rPr>
              <a:t>Intelligent Engineering Services</a:t>
            </a:r>
          </a:p>
        </p:txBody>
      </p:sp>
      <p:sp>
        <p:nvSpPr>
          <p:cNvPr id="47" name="TextBox 46">
            <a:extLst>
              <a:ext uri="{FF2B5EF4-FFF2-40B4-BE49-F238E27FC236}">
                <a16:creationId xmlns:a16="http://schemas.microsoft.com/office/drawing/2014/main" id="{57FDF81D-8A54-4AF0-9DB6-0ADE1FF6BBEA}"/>
              </a:ext>
            </a:extLst>
          </p:cNvPr>
          <p:cNvSpPr txBox="1"/>
          <p:nvPr userDrawn="1"/>
        </p:nvSpPr>
        <p:spPr>
          <a:xfrm>
            <a:off x="507140" y="6725717"/>
            <a:ext cx="2398517" cy="132283"/>
          </a:xfrm>
          <a:prstGeom prst="rect">
            <a:avLst/>
          </a:prstGeom>
          <a:noFill/>
        </p:spPr>
        <p:txBody>
          <a:bodyPr wrap="square" lIns="0" tIns="0" rIns="0" bIns="0" rtlCol="0" anchor="b" anchorCtr="0">
            <a:noAutofit/>
          </a:bodyPr>
          <a:lstStyle/>
          <a:p>
            <a:pPr defTabSz="1218407" fontAlgn="base">
              <a:spcBef>
                <a:spcPct val="0"/>
              </a:spcBef>
              <a:spcAft>
                <a:spcPct val="0"/>
              </a:spcAft>
              <a:defRPr/>
            </a:pPr>
            <a:r>
              <a:rPr lang="en-US" sz="800">
                <a:solidFill>
                  <a:srgbClr val="FFFFFF">
                    <a:lumMod val="50000"/>
                  </a:srgbClr>
                </a:solidFill>
                <a:cs typeface="Arial" pitchFamily="34" charset="0"/>
              </a:rPr>
              <a:t>Copyright © 2018 Accenture All rights reserved.</a:t>
            </a:r>
          </a:p>
        </p:txBody>
      </p:sp>
    </p:spTree>
    <p:extLst>
      <p:ext uri="{BB962C8B-B14F-4D97-AF65-F5344CB8AC3E}">
        <p14:creationId xmlns:p14="http://schemas.microsoft.com/office/powerpoint/2010/main" val="344988919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Lst>
  <p:hf hdr="0"/>
  <p:txStyles>
    <p:titleStyle>
      <a:lvl1pPr marL="0" indent="0" algn="l" defTabSz="914377" rtl="0" eaLnBrk="1" latinLnBrk="0" hangingPunct="1">
        <a:lnSpc>
          <a:spcPct val="70000"/>
        </a:lnSpc>
        <a:spcBef>
          <a:spcPct val="0"/>
        </a:spcBef>
        <a:buNone/>
        <a:defRPr sz="2800" b="1" kern="1200" cap="all" baseline="0">
          <a:solidFill>
            <a:schemeClr val="tx1"/>
          </a:solidFill>
          <a:latin typeface="+mj-lt"/>
          <a:ea typeface="+mj-ea"/>
          <a:cs typeface="+mj-cs"/>
        </a:defRPr>
      </a:lvl1pPr>
    </p:titleStyle>
    <p:bodyStyle>
      <a:lvl1pPr marL="0" indent="0" algn="l" defTabSz="914377" rtl="0" eaLnBrk="1" latinLnBrk="0" hangingPunct="1">
        <a:lnSpc>
          <a:spcPct val="85000"/>
        </a:lnSpc>
        <a:spcBef>
          <a:spcPts val="0"/>
        </a:spcBef>
        <a:buFont typeface="Arial" panose="020B0604020202020204" pitchFamily="34" charset="0"/>
        <a:buNone/>
        <a:defRPr sz="1800" b="1" kern="1200" cap="all" baseline="0">
          <a:solidFill>
            <a:schemeClr val="tx1"/>
          </a:solidFill>
          <a:latin typeface="+mj-lt"/>
          <a:ea typeface="+mn-ea"/>
          <a:cs typeface="+mn-cs"/>
        </a:defRPr>
      </a:lvl1pPr>
      <a:lvl2pPr marL="0" indent="0" algn="l" defTabSz="914377" rtl="0" eaLnBrk="1" latinLnBrk="0" hangingPunct="1">
        <a:lnSpc>
          <a:spcPct val="90000"/>
        </a:lnSpc>
        <a:spcBef>
          <a:spcPts val="0"/>
        </a:spcBef>
        <a:spcAft>
          <a:spcPts val="1200"/>
        </a:spcAft>
        <a:buFont typeface="Arial" panose="020B0604020202020204" pitchFamily="34" charset="0"/>
        <a:buNone/>
        <a:defRPr sz="2800" kern="1200">
          <a:solidFill>
            <a:schemeClr val="tx1"/>
          </a:solidFill>
          <a:latin typeface="+mn-lt"/>
          <a:ea typeface="+mn-ea"/>
          <a:cs typeface="+mn-cs"/>
        </a:defRPr>
      </a:lvl2pPr>
      <a:lvl3pPr marL="0" indent="0" algn="l" defTabSz="914377" rtl="0" eaLnBrk="1" latinLnBrk="0" hangingPunct="1">
        <a:lnSpc>
          <a:spcPct val="110000"/>
        </a:lnSpc>
        <a:spcBef>
          <a:spcPts val="0"/>
        </a:spcBef>
        <a:spcAft>
          <a:spcPts val="900"/>
        </a:spcAft>
        <a:buFont typeface="Arial" panose="020B0604020202020204" pitchFamily="34" charset="0"/>
        <a:buNone/>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1"/>
            <a:ext cx="11430000" cy="1295401"/>
          </a:xfrm>
          <a:prstGeom prst="rect">
            <a:avLst/>
          </a:prstGeom>
        </p:spPr>
        <p:txBody>
          <a:bodyPr vert="horz" lIns="0" tIns="4572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381000" y="1828800"/>
            <a:ext cx="11430000" cy="4686300"/>
          </a:xfrm>
          <a:prstGeom prst="rect">
            <a:avLst/>
          </a:prstGeom>
        </p:spPr>
        <p:txBody>
          <a:bodyPr vert="horz" lIns="0" tIns="91440" rIns="0" bIns="45720" rtlCol="0">
            <a:normAutofit/>
          </a:bodyPr>
          <a:lstStyle/>
          <a:p>
            <a:pPr lvl="0"/>
            <a:r>
              <a:rPr lang="en-US" dirty="0"/>
              <a:t>Edit Master text styles</a:t>
            </a:r>
          </a:p>
          <a:p>
            <a:pPr lvl="1"/>
            <a:r>
              <a:rPr lang="en-US" dirty="0"/>
              <a:t>Second level</a:t>
            </a:r>
          </a:p>
        </p:txBody>
      </p:sp>
    </p:spTree>
    <p:extLst>
      <p:ext uri="{BB962C8B-B14F-4D97-AF65-F5344CB8AC3E}">
        <p14:creationId xmlns:p14="http://schemas.microsoft.com/office/powerpoint/2010/main" val="764383108"/>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Lst>
  <p:hf hdr="0"/>
  <p:txStyles>
    <p:titleStyle>
      <a:lvl1pPr marL="0" indent="0" algn="l" defTabSz="914377" rtl="0" eaLnBrk="1" latinLnBrk="0" hangingPunct="1">
        <a:lnSpc>
          <a:spcPct val="70000"/>
        </a:lnSpc>
        <a:spcBef>
          <a:spcPct val="0"/>
        </a:spcBef>
        <a:buNone/>
        <a:defRPr sz="4000" b="1" kern="1200" cap="all" baseline="0">
          <a:solidFill>
            <a:schemeClr val="tx1"/>
          </a:solidFill>
          <a:latin typeface="+mj-lt"/>
          <a:ea typeface="+mj-ea"/>
          <a:cs typeface="+mj-cs"/>
        </a:defRPr>
      </a:lvl1pPr>
    </p:titleStyle>
    <p:bodyStyle>
      <a:lvl1pPr marL="0" indent="0" algn="l" defTabSz="914377" rtl="0" eaLnBrk="1" latinLnBrk="0" hangingPunct="1">
        <a:lnSpc>
          <a:spcPct val="85000"/>
        </a:lnSpc>
        <a:spcBef>
          <a:spcPts val="0"/>
        </a:spcBef>
        <a:buFont typeface="Arial" panose="020B0604020202020204" pitchFamily="34" charset="0"/>
        <a:buNone/>
        <a:defRPr sz="1800" b="1" kern="1200" cap="all" baseline="0">
          <a:solidFill>
            <a:schemeClr val="tx1"/>
          </a:solidFill>
          <a:latin typeface="+mj-lt"/>
          <a:ea typeface="+mn-ea"/>
          <a:cs typeface="+mn-cs"/>
        </a:defRPr>
      </a:lvl1pPr>
      <a:lvl2pPr marL="0" indent="0" algn="l" defTabSz="914377" rtl="0" eaLnBrk="1" latinLnBrk="0" hangingPunct="1">
        <a:lnSpc>
          <a:spcPct val="90000"/>
        </a:lnSpc>
        <a:spcBef>
          <a:spcPts val="0"/>
        </a:spcBef>
        <a:spcAft>
          <a:spcPts val="1200"/>
        </a:spcAft>
        <a:buFont typeface="Arial" panose="020B0604020202020204" pitchFamily="34" charset="0"/>
        <a:buNone/>
        <a:defRPr sz="2800" kern="1200">
          <a:solidFill>
            <a:schemeClr val="tx1"/>
          </a:solidFill>
          <a:latin typeface="+mn-lt"/>
          <a:ea typeface="+mn-ea"/>
          <a:cs typeface="+mn-cs"/>
        </a:defRPr>
      </a:lvl2pPr>
      <a:lvl3pPr marL="0" indent="0" algn="l" defTabSz="914377" rtl="0" eaLnBrk="1" latinLnBrk="0" hangingPunct="1">
        <a:lnSpc>
          <a:spcPct val="110000"/>
        </a:lnSpc>
        <a:spcBef>
          <a:spcPts val="0"/>
        </a:spcBef>
        <a:spcAft>
          <a:spcPts val="900"/>
        </a:spcAft>
        <a:buFont typeface="Arial" panose="020B0604020202020204" pitchFamily="34" charset="0"/>
        <a:buNone/>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24">
          <p15:clr>
            <a:srgbClr val="F26B43"/>
          </p15:clr>
        </p15:guide>
        <p15:guide id="2" pos="5640">
          <p15:clr>
            <a:srgbClr val="F26B43"/>
          </p15:clr>
        </p15:guide>
        <p15:guide id="4">
          <p15:clr>
            <a:srgbClr val="F26B43"/>
          </p15:clr>
        </p15:guide>
        <p15:guide id="5" orient="horz" pos="240">
          <p15:clr>
            <a:srgbClr val="F26B43"/>
          </p15:clr>
        </p15:guide>
        <p15:guide id="6" orient="horz">
          <p15:clr>
            <a:srgbClr val="F26B43"/>
          </p15:clr>
        </p15:guide>
        <p15:guide id="7" pos="7680">
          <p15:clr>
            <a:srgbClr val="F26B43"/>
          </p15:clr>
        </p15:guide>
        <p15:guide id="9" pos="240">
          <p15:clr>
            <a:srgbClr val="F26B43"/>
          </p15:clr>
        </p15:guide>
        <p15:guide id="10" orient="horz" pos="4224">
          <p15:clr>
            <a:srgbClr val="F26B43"/>
          </p15:clr>
        </p15:guide>
        <p15:guide id="11" pos="3840">
          <p15:clr>
            <a:srgbClr val="F26B43"/>
          </p15:clr>
        </p15:guide>
        <p15:guide id="13" pos="2040">
          <p15:clr>
            <a:srgbClr val="F26B43"/>
          </p15:clr>
        </p15:guide>
        <p15:guide id="14" pos="7440">
          <p15:clr>
            <a:srgbClr val="F26B43"/>
          </p15:clr>
        </p15:guide>
        <p15:guide id="15" orient="horz" pos="2232">
          <p15:clr>
            <a:srgbClr val="F26B43"/>
          </p15:clr>
        </p15:guide>
        <p15:guide id="16" orient="horz" pos="3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DADE6B0-1405-4228-8E12-1BFE194BED9D}"/>
              </a:ext>
            </a:extLst>
          </p:cNvPr>
          <p:cNvSpPr>
            <a:spLocks noGrp="1"/>
          </p:cNvSpPr>
          <p:nvPr>
            <p:ph type="body" sz="quarter" idx="300"/>
          </p:nvPr>
        </p:nvSpPr>
        <p:spPr>
          <a:xfrm>
            <a:off x="5439991" y="1560512"/>
            <a:ext cx="6478739" cy="5159303"/>
          </a:xfrm>
        </p:spPr>
        <p:txBody>
          <a:bodyPr/>
          <a:lstStyle/>
          <a:p>
            <a:r>
              <a:rPr lang="en-US" dirty="0"/>
              <a:t>Copado Implementation for Salesforce and Vlocity: Health Care</a:t>
            </a:r>
          </a:p>
          <a:p>
            <a:pPr lvl="1"/>
            <a:r>
              <a:rPr lang="en-US" dirty="0"/>
              <a:t>Performed Copado implementation in partnership with Copado professional services and packaged as-is/to-be deliverable to provide an assessment on Environment strategy, branching strategy, conflict resolution approach, deployment approach, Copado User Story workflow, Copado/Azure User Story mapping, DevOps tools and processes, deployment approval process, DevOps metrics/ Pass Criteria/RACI and Copado User guide. Facilitated training sessions and workshops to ensure a smooth transition to the Copado DevOps process.</a:t>
            </a:r>
          </a:p>
          <a:p>
            <a:r>
              <a:rPr lang="en-US" dirty="0"/>
              <a:t>DevOps Implementation for Salesforce and Copado : </a:t>
            </a:r>
          </a:p>
          <a:p>
            <a:pPr lvl="1"/>
            <a:r>
              <a:rPr lang="en-US" dirty="0"/>
              <a:t>Deployments to Higher testing and Production environments using Copado.</a:t>
            </a:r>
          </a:p>
          <a:p>
            <a:pPr lvl="1"/>
            <a:r>
              <a:rPr lang="en-US" dirty="0"/>
              <a:t>Ensure all Salesforce updates made seamlessly move from development through staging to production. Take the lead in taking Production Support calls and incidents, providing leadership and directional support in the areas of analyzing/diagnosing production problems.</a:t>
            </a:r>
          </a:p>
          <a:p>
            <a:pPr lvl="1"/>
            <a:r>
              <a:rPr lang="en-US" dirty="0"/>
              <a:t>Salesforce administrator and Performing Pre and post deployment steps across all the environments. Code deployment and merge conflicts resolution</a:t>
            </a:r>
          </a:p>
          <a:p>
            <a:pPr lvl="1"/>
            <a:r>
              <a:rPr lang="en-US" dirty="0"/>
              <a:t>Azure to Copado integrations, Ensuring Sync between azure to Copado</a:t>
            </a:r>
          </a:p>
          <a:p>
            <a:pPr lvl="1"/>
            <a:r>
              <a:rPr lang="en-US" dirty="0"/>
              <a:t>Coordinate with Development and Quality Assurance teams to ensure timely delivery of features, bug fixes, and improvements into multiple environments.</a:t>
            </a:r>
          </a:p>
          <a:p>
            <a:pPr lvl="1"/>
            <a:r>
              <a:rPr lang="en-US" dirty="0"/>
              <a:t>Release readiness, Backup readiness and back out planning and testing activities</a:t>
            </a:r>
          </a:p>
          <a:p>
            <a:pPr lvl="1"/>
            <a:r>
              <a:rPr lang="en-US" dirty="0"/>
              <a:t>Support the Salesforce platform development team and perform activities to resolve developer issues in a timely and accurate fashion. To actively work on continuous improvement with respect to quality, risk, compliance. Collaborate with other teams to support delivery lifecycle Automate environment build (Devs, SIT, UAT, Prod) &amp; maintain all environments.</a:t>
            </a:r>
          </a:p>
          <a:p>
            <a:pPr lvl="1"/>
            <a:r>
              <a:rPr lang="en-US" dirty="0"/>
              <a:t>Perform refresh activities when the salesforce sandboxes are created/refreshed.</a:t>
            </a:r>
          </a:p>
          <a:p>
            <a:pPr lvl="1"/>
            <a:r>
              <a:rPr lang="en-US" dirty="0"/>
              <a:t>Back promotion activities to ensure all salesforce orgs are in sync and pipeline maintenance activities. Environment maintenance activities like snapshot creation</a:t>
            </a:r>
          </a:p>
          <a:p>
            <a:pPr lvl="1"/>
            <a:r>
              <a:rPr lang="en-US" dirty="0"/>
              <a:t>Adding a new sandbox to pipeline, creating branch for the new sandbox and pipeline setup in Copado. Engaging with the Technical Leads to establish technical direction &amp; approach.</a:t>
            </a:r>
          </a:p>
          <a:p>
            <a:pPr lvl="1"/>
            <a:r>
              <a:rPr lang="en-US" dirty="0"/>
              <a:t>Data load activities using salesforce data loader. Documentation of process implementation.</a:t>
            </a:r>
          </a:p>
          <a:p>
            <a:pPr defTabSz="1087106">
              <a:defRPr/>
            </a:pPr>
            <a:r>
              <a:rPr lang="en-CA" sz="1000" b="1" dirty="0">
                <a:solidFill>
                  <a:srgbClr val="000000"/>
                </a:solidFill>
                <a:latin typeface="Graphik" panose="020B0503030202060203" pitchFamily="34" charset="0"/>
              </a:rPr>
              <a:t>DevOps build and release engineer</a:t>
            </a:r>
          </a:p>
          <a:p>
            <a:pPr lvl="1"/>
            <a:r>
              <a:rPr lang="en-US" dirty="0"/>
              <a:t>Helping developer’s issues that are related to version control,</a:t>
            </a:r>
          </a:p>
          <a:p>
            <a:pPr lvl="1"/>
            <a:r>
              <a:rPr lang="en-US" dirty="0"/>
              <a:t>Written Scripts to automate the manual and repetitive tasks. Created Jenkins weekly and nightly jobs. Taking care of build and release environment issues - worked as a DevOps resource. Hands-on Experience on Jenkins, CI-CD, GIT, Perforce, Shell script and other DevOps tools.</a:t>
            </a:r>
          </a:p>
          <a:p>
            <a:pPr lvl="1"/>
            <a:r>
              <a:rPr lang="en-US" dirty="0"/>
              <a:t>Implemented Jenkins pipeline concept for all environments.</a:t>
            </a:r>
          </a:p>
        </p:txBody>
      </p:sp>
      <p:sp>
        <p:nvSpPr>
          <p:cNvPr id="127" name="Text Placeholder 126">
            <a:extLst>
              <a:ext uri="{FF2B5EF4-FFF2-40B4-BE49-F238E27FC236}">
                <a16:creationId xmlns:a16="http://schemas.microsoft.com/office/drawing/2014/main" id="{7C1D9226-740C-46F4-BEF2-F1A7F248FED1}"/>
              </a:ext>
            </a:extLst>
          </p:cNvPr>
          <p:cNvSpPr>
            <a:spLocks noGrp="1"/>
          </p:cNvSpPr>
          <p:nvPr>
            <p:ph type="body" sz="quarter" idx="600"/>
          </p:nvPr>
        </p:nvSpPr>
        <p:spPr/>
        <p:txBody>
          <a:bodyPr lIns="91440" tIns="45720" rIns="91440" bIns="45720" anchor="t"/>
          <a:lstStyle/>
          <a:p>
            <a:r>
              <a:rPr lang="en-US" sz="1000" dirty="0"/>
              <a:t>Copado Fundamentals (1&amp; 2)</a:t>
            </a:r>
          </a:p>
          <a:p>
            <a:pPr marL="118745" lvl="0" indent="-118745"/>
            <a:r>
              <a:rPr lang="en-US" dirty="0">
                <a:sym typeface="Wingdings" pitchFamily="2" charset="2"/>
              </a:rPr>
              <a:t>Copado Administrator </a:t>
            </a:r>
          </a:p>
          <a:p>
            <a:pPr marL="118745" lvl="0" indent="-118745"/>
            <a:r>
              <a:rPr lang="en-US" dirty="0"/>
              <a:t>Salesforce Certified Administrator</a:t>
            </a:r>
            <a:endParaRPr lang="en-US" dirty="0">
              <a:sym typeface="Wingdings" pitchFamily="2" charset="2"/>
            </a:endParaRPr>
          </a:p>
          <a:p>
            <a:pPr marL="118745" lvl="0" indent="-118745"/>
            <a:r>
              <a:rPr lang="en-US" dirty="0"/>
              <a:t>AZ-900 Microsoft Azure Fundamentals</a:t>
            </a:r>
          </a:p>
          <a:p>
            <a:pPr marL="0" lvl="0" indent="0">
              <a:buNone/>
            </a:pPr>
            <a:endParaRPr lang="en-US" dirty="0">
              <a:sym typeface="Wingdings" pitchFamily="2" charset="2"/>
            </a:endParaRPr>
          </a:p>
        </p:txBody>
      </p:sp>
      <p:sp>
        <p:nvSpPr>
          <p:cNvPr id="9" name="Text Placeholder 8">
            <a:extLst>
              <a:ext uri="{FF2B5EF4-FFF2-40B4-BE49-F238E27FC236}">
                <a16:creationId xmlns:a16="http://schemas.microsoft.com/office/drawing/2014/main" id="{5B63AA89-34BA-45BA-ABC2-D60BCB85B28D}"/>
              </a:ext>
            </a:extLst>
          </p:cNvPr>
          <p:cNvSpPr>
            <a:spLocks noGrp="1"/>
          </p:cNvSpPr>
          <p:nvPr>
            <p:ph type="body" sz="quarter" idx="400"/>
          </p:nvPr>
        </p:nvSpPr>
        <p:spPr/>
        <p:txBody>
          <a:bodyPr/>
          <a:lstStyle/>
          <a:p>
            <a:r>
              <a:rPr lang="en-US" altLang="zh-CN" dirty="0"/>
              <a:t>Platform</a:t>
            </a:r>
          </a:p>
          <a:p>
            <a:pPr lvl="1"/>
            <a:r>
              <a:rPr lang="en-US" altLang="zh-CN" dirty="0"/>
              <a:t>Salesforce, Oracle, IBM</a:t>
            </a:r>
          </a:p>
          <a:p>
            <a:pPr lvl="0"/>
            <a:r>
              <a:rPr lang="en-US" altLang="zh-CN" dirty="0"/>
              <a:t>Tools: </a:t>
            </a:r>
          </a:p>
          <a:p>
            <a:pPr lvl="1"/>
            <a:r>
              <a:rPr lang="en-US" altLang="zh-CN" dirty="0"/>
              <a:t>Copado ,Jenkins, Azure, Git,, Maven, PMD, </a:t>
            </a:r>
            <a:r>
              <a:rPr lang="en-US" altLang="zh-CN"/>
              <a:t>Azure DevOps</a:t>
            </a:r>
            <a:r>
              <a:rPr lang="en-US" altLang="zh-CN" dirty="0"/>
              <a:t>, chekmarx</a:t>
            </a:r>
          </a:p>
          <a:p>
            <a:pPr lvl="0"/>
            <a:r>
              <a:rPr lang="en-US" altLang="zh-CN" dirty="0"/>
              <a:t>Languages: </a:t>
            </a:r>
          </a:p>
          <a:p>
            <a:pPr lvl="1"/>
            <a:r>
              <a:rPr lang="en-US" altLang="zh-CN" dirty="0"/>
              <a:t>Shell, Groovy,</a:t>
            </a:r>
          </a:p>
          <a:p>
            <a:endParaRPr lang="en-US" dirty="0"/>
          </a:p>
        </p:txBody>
      </p:sp>
      <p:sp>
        <p:nvSpPr>
          <p:cNvPr id="7" name="Text Placeholder 6">
            <a:extLst>
              <a:ext uri="{FF2B5EF4-FFF2-40B4-BE49-F238E27FC236}">
                <a16:creationId xmlns:a16="http://schemas.microsoft.com/office/drawing/2014/main" id="{EEF38047-C58F-4EED-8F8B-F557CF0D15DC}"/>
              </a:ext>
            </a:extLst>
          </p:cNvPr>
          <p:cNvSpPr>
            <a:spLocks noGrp="1"/>
          </p:cNvSpPr>
          <p:nvPr>
            <p:ph type="body" sz="quarter" idx="200"/>
          </p:nvPr>
        </p:nvSpPr>
        <p:spPr/>
        <p:txBody>
          <a:bodyPr/>
          <a:lstStyle/>
          <a:p>
            <a:pPr lvl="0"/>
            <a:r>
              <a:rPr lang="en-US" altLang="zh-CN" dirty="0"/>
              <a:t>CICD for Salesforce, Oracle, IBM, NetSuite, Java</a:t>
            </a:r>
          </a:p>
          <a:p>
            <a:pPr lvl="0"/>
            <a:r>
              <a:rPr lang="en-US" altLang="zh-CN" dirty="0"/>
              <a:t>DevOps Assessments</a:t>
            </a:r>
          </a:p>
          <a:p>
            <a:pPr lvl="0"/>
            <a:r>
              <a:rPr lang="en-US" altLang="zh-CN" dirty="0"/>
              <a:t>DevOps Transformation Delivery</a:t>
            </a:r>
            <a:endParaRPr lang="en-US" dirty="0"/>
          </a:p>
          <a:p>
            <a:pPr lvl="0"/>
            <a:r>
              <a:rPr lang="en-US" altLang="zh-CN" dirty="0"/>
              <a:t>SCM Strategy and Transformation</a:t>
            </a:r>
          </a:p>
          <a:p>
            <a:r>
              <a:rPr lang="en-US" dirty="0"/>
              <a:t>Copado Implementation &amp;Deployments </a:t>
            </a:r>
          </a:p>
        </p:txBody>
      </p:sp>
      <p:sp>
        <p:nvSpPr>
          <p:cNvPr id="6" name="Text Placeholder 5">
            <a:extLst>
              <a:ext uri="{FF2B5EF4-FFF2-40B4-BE49-F238E27FC236}">
                <a16:creationId xmlns:a16="http://schemas.microsoft.com/office/drawing/2014/main" id="{9C9A3020-D4A6-4844-9951-9544434E1898}"/>
              </a:ext>
            </a:extLst>
          </p:cNvPr>
          <p:cNvSpPr>
            <a:spLocks noGrp="1"/>
          </p:cNvSpPr>
          <p:nvPr>
            <p:ph type="body" sz="quarter" idx="100"/>
          </p:nvPr>
        </p:nvSpPr>
        <p:spPr/>
        <p:txBody>
          <a:bodyPr/>
          <a:lstStyle/>
          <a:p>
            <a:pPr lvl="0"/>
            <a:r>
              <a:rPr lang="en-GB" sz="1000" dirty="0">
                <a:cs typeface="Times New Roman" panose="02020603050405020304" pitchFamily="18" charset="0"/>
              </a:rPr>
              <a:t>Working as Application development Team Lead.</a:t>
            </a:r>
            <a:r>
              <a:rPr lang="en-US" dirty="0"/>
              <a:t> having 5+ years of experience in the IT </a:t>
            </a:r>
            <a:r>
              <a:rPr lang="en-US" dirty="0">
                <a:sym typeface="Wingdings" pitchFamily="2" charset="2"/>
              </a:rPr>
              <a:t>on </a:t>
            </a:r>
            <a:r>
              <a:rPr lang="en-US" dirty="0"/>
              <a:t>a variety of DevOps projects including DevOps assessments, Infrastructure Automation, implementing CI/CD pipelines, and Salesforce Deployments defining source control management strategies .</a:t>
            </a:r>
          </a:p>
          <a:p>
            <a:r>
              <a:rPr lang="en-US" dirty="0"/>
              <a:t>I have maintained  knowledge of many areas of IT: DevOps, Infrastructure Automation, Agile Delivery management, Salesforce DevOps</a:t>
            </a:r>
          </a:p>
          <a:p>
            <a:r>
              <a:rPr lang="en-US" dirty="0">
                <a:sym typeface="Wingdings" pitchFamily="2" charset="2"/>
              </a:rPr>
              <a:t>Holds Bachelor degree in Computer Engineering</a:t>
            </a:r>
            <a:endParaRPr lang="en-US" dirty="0"/>
          </a:p>
        </p:txBody>
      </p:sp>
      <p:sp>
        <p:nvSpPr>
          <p:cNvPr id="4" name="Text Placeholder 3">
            <a:extLst>
              <a:ext uri="{FF2B5EF4-FFF2-40B4-BE49-F238E27FC236}">
                <a16:creationId xmlns:a16="http://schemas.microsoft.com/office/drawing/2014/main" id="{4CDC3348-6002-422B-87C2-B32AE66401B4}"/>
              </a:ext>
            </a:extLst>
          </p:cNvPr>
          <p:cNvSpPr>
            <a:spLocks noGrp="1"/>
          </p:cNvSpPr>
          <p:nvPr>
            <p:ph type="body" sz="quarter" idx="13"/>
          </p:nvPr>
        </p:nvSpPr>
        <p:spPr/>
        <p:txBody>
          <a:bodyPr/>
          <a:lstStyle/>
          <a:p>
            <a:r>
              <a:rPr lang="en-US" dirty="0"/>
              <a:t>Custom Software Engineering Team Lead</a:t>
            </a:r>
          </a:p>
        </p:txBody>
      </p:sp>
      <p:sp>
        <p:nvSpPr>
          <p:cNvPr id="3" name="Text Placeholder 2">
            <a:extLst>
              <a:ext uri="{FF2B5EF4-FFF2-40B4-BE49-F238E27FC236}">
                <a16:creationId xmlns:a16="http://schemas.microsoft.com/office/drawing/2014/main" id="{E5712F6C-CE8A-49EB-92E1-B23D43665168}"/>
              </a:ext>
            </a:extLst>
          </p:cNvPr>
          <p:cNvSpPr>
            <a:spLocks noGrp="1"/>
          </p:cNvSpPr>
          <p:nvPr>
            <p:ph type="body" sz="quarter" idx="12"/>
          </p:nvPr>
        </p:nvSpPr>
        <p:spPr/>
        <p:txBody>
          <a:bodyPr/>
          <a:lstStyle/>
          <a:p>
            <a:pPr>
              <a:buFontTx/>
            </a:pPr>
            <a:r>
              <a:rPr lang="en-US" sz="2800" kern="0" dirty="0"/>
              <a:t>Yesubabu</a:t>
            </a:r>
          </a:p>
        </p:txBody>
      </p:sp>
      <p:sp>
        <p:nvSpPr>
          <p:cNvPr id="16" name="Text Placeholder 6">
            <a:extLst>
              <a:ext uri="{FF2B5EF4-FFF2-40B4-BE49-F238E27FC236}">
                <a16:creationId xmlns:a16="http://schemas.microsoft.com/office/drawing/2014/main" id="{B6ECA4F3-33E3-4ADC-BF7D-955A6D019F4F}"/>
              </a:ext>
            </a:extLst>
          </p:cNvPr>
          <p:cNvSpPr txBox="1">
            <a:spLocks/>
          </p:cNvSpPr>
          <p:nvPr/>
        </p:nvSpPr>
        <p:spPr>
          <a:xfrm>
            <a:off x="364097" y="5430213"/>
            <a:ext cx="2432304" cy="1293849"/>
          </a:xfrm>
          <a:prstGeom prst="rect">
            <a:avLst/>
          </a:prstGeom>
        </p:spPr>
        <p:txBody>
          <a:bodyPr/>
          <a:lstStyle>
            <a:lvl1pPr marL="118872" indent="-118872" algn="l" defTabSz="914377" rtl="0" eaLnBrk="1" latinLnBrk="0" hangingPunct="1">
              <a:lnSpc>
                <a:spcPct val="85000"/>
              </a:lnSpc>
              <a:spcBef>
                <a:spcPts val="18"/>
              </a:spcBef>
              <a:spcAft>
                <a:spcPts val="150"/>
              </a:spcAft>
              <a:buFont typeface="Wingdings" panose="05000000000000000000" pitchFamily="2" charset="2"/>
              <a:buChar char="§"/>
              <a:defRPr kumimoji="0" lang="en-US" sz="1000" b="0" i="0" u="none" strike="noStrike" kern="1200" cap="none" spc="0" normalizeH="0" baseline="0" dirty="0" smtClean="0">
                <a:ln>
                  <a:noFill/>
                </a:ln>
                <a:solidFill>
                  <a:srgbClr val="000000"/>
                </a:solidFill>
                <a:effectLst/>
                <a:uLnTx/>
                <a:uFillTx/>
                <a:latin typeface="Graphik" panose="020B0503030202060203" pitchFamily="34" charset="0"/>
                <a:ea typeface="黑体" panose="02010609060101010101" pitchFamily="49" charset="-122"/>
                <a:cs typeface="Arial"/>
              </a:defRPr>
            </a:lvl1pPr>
            <a:lvl2pPr marL="0" indent="0" algn="l" defTabSz="914377" rtl="0" eaLnBrk="1" latinLnBrk="0" hangingPunct="1">
              <a:lnSpc>
                <a:spcPct val="90000"/>
              </a:lnSpc>
              <a:spcBef>
                <a:spcPts val="0"/>
              </a:spcBef>
              <a:spcAft>
                <a:spcPts val="1200"/>
              </a:spcAft>
              <a:buFont typeface="Arial" panose="020B0604020202020204" pitchFamily="34" charset="0"/>
              <a:buNone/>
              <a:defRPr sz="2800" kern="1200">
                <a:solidFill>
                  <a:schemeClr val="tx1"/>
                </a:solidFill>
                <a:latin typeface="+mn-lt"/>
                <a:ea typeface="+mn-ea"/>
                <a:cs typeface="+mn-cs"/>
              </a:defRPr>
            </a:lvl2pPr>
            <a:lvl3pPr marL="0" indent="0" algn="l" defTabSz="914377" rtl="0" eaLnBrk="1" latinLnBrk="0" hangingPunct="1">
              <a:lnSpc>
                <a:spcPct val="110000"/>
              </a:lnSpc>
              <a:spcBef>
                <a:spcPts val="0"/>
              </a:spcBef>
              <a:spcAft>
                <a:spcPts val="900"/>
              </a:spcAft>
              <a:buFont typeface="Arial" panose="020B0604020202020204" pitchFamily="34" charset="0"/>
              <a:buNone/>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lvl="0"/>
            <a:r>
              <a:rPr lang="en-US" altLang="zh-CN" dirty="0"/>
              <a:t>Insurance</a:t>
            </a:r>
          </a:p>
          <a:p>
            <a:pPr lvl="0"/>
            <a:r>
              <a:rPr lang="en-US" altLang="zh-CN" dirty="0"/>
              <a:t>Health Care</a:t>
            </a:r>
          </a:p>
          <a:p>
            <a:pPr marL="0" indent="0">
              <a:buNone/>
            </a:pPr>
            <a:endParaRPr lang="en-US" dirty="0"/>
          </a:p>
        </p:txBody>
      </p:sp>
    </p:spTree>
    <p:extLst>
      <p:ext uri="{BB962C8B-B14F-4D97-AF65-F5344CB8AC3E}">
        <p14:creationId xmlns:p14="http://schemas.microsoft.com/office/powerpoint/2010/main" val="1610888816"/>
      </p:ext>
    </p:extLst>
  </p:cSld>
  <p:clrMapOvr>
    <a:masterClrMapping/>
  </p:clrMapOvr>
</p:sld>
</file>

<file path=ppt/theme/theme1.xml><?xml version="1.0" encoding="utf-8"?>
<a:theme xmlns:a="http://schemas.openxmlformats.org/drawingml/2006/main" name="Resumes">
  <a:themeElements>
    <a:clrScheme name="Accenture MasterBrand">
      <a:dk1>
        <a:sysClr val="windowText" lastClr="000000"/>
      </a:dk1>
      <a:lt1>
        <a:sysClr val="window" lastClr="FFFFFF"/>
      </a:lt1>
      <a:dk2>
        <a:srgbClr val="595959"/>
      </a:dk2>
      <a:lt2>
        <a:srgbClr val="D8D8D8"/>
      </a:lt2>
      <a:accent1>
        <a:srgbClr val="7E00FF"/>
      </a:accent1>
      <a:accent2>
        <a:srgbClr val="FF0000"/>
      </a:accent2>
      <a:accent3>
        <a:srgbClr val="2800FF"/>
      </a:accent3>
      <a:accent4>
        <a:srgbClr val="00BAFF"/>
      </a:accent4>
      <a:accent5>
        <a:srgbClr val="00FF7D"/>
      </a:accent5>
      <a:accent6>
        <a:srgbClr val="FFEA00"/>
      </a:accent6>
      <a:hlink>
        <a:srgbClr val="2800FF"/>
      </a:hlink>
      <a:folHlink>
        <a:srgbClr val="7E00FF"/>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Acc_Technology_Template_Graphik_v2" id="{89805292-0732-4A46-A361-B7A6606A13A2}" vid="{F2E72DD9-0A99-4094-AB10-8FB0DA8F7959}"/>
    </a:ext>
  </a:extLst>
</a:theme>
</file>

<file path=ppt/theme/theme2.xml><?xml version="1.0" encoding="utf-8"?>
<a:theme xmlns:a="http://schemas.openxmlformats.org/drawingml/2006/main" name="Titles">
  <a:themeElements>
    <a:clrScheme name="Accenture MasterBrand">
      <a:dk1>
        <a:sysClr val="windowText" lastClr="000000"/>
      </a:dk1>
      <a:lt1>
        <a:sysClr val="window" lastClr="FFFFFF"/>
      </a:lt1>
      <a:dk2>
        <a:srgbClr val="595959"/>
      </a:dk2>
      <a:lt2>
        <a:srgbClr val="D8D8D8"/>
      </a:lt2>
      <a:accent1>
        <a:srgbClr val="7E00FF"/>
      </a:accent1>
      <a:accent2>
        <a:srgbClr val="FF0000"/>
      </a:accent2>
      <a:accent3>
        <a:srgbClr val="2800FF"/>
      </a:accent3>
      <a:accent4>
        <a:srgbClr val="00BAFF"/>
      </a:accent4>
      <a:accent5>
        <a:srgbClr val="00FF7D"/>
      </a:accent5>
      <a:accent6>
        <a:srgbClr val="FFEA00"/>
      </a:accent6>
      <a:hlink>
        <a:srgbClr val="2800FF"/>
      </a:hlink>
      <a:folHlink>
        <a:srgbClr val="7E00FF"/>
      </a:folHlink>
    </a:clrScheme>
    <a:fontScheme name="Accenture_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45720" rtlCol="0">
        <a:spAutoFit/>
      </a:bodyPr>
      <a:lstStyle>
        <a:defPPr>
          <a:defRPr sz="1600" dirty="0" err="1" smtClean="0"/>
        </a:defPPr>
      </a:lstStyle>
    </a:txDef>
  </a:objectDefaults>
  <a:extraClrSchemeLst/>
  <a:custClrLst>
    <a:custClr name="Strategy-Orange">
      <a:srgbClr val="FF9128"/>
    </a:custClr>
    <a:custClr name="Strategy-Carmine">
      <a:srgbClr val="BD001D"/>
    </a:custClr>
    <a:custClr name="Consulting-Light Aqua">
      <a:srgbClr val="00F3FF"/>
    </a:custClr>
    <a:custClr name="Consulting-Dark Violet">
      <a:srgbClr val="7500C0"/>
    </a:custClr>
    <a:custClr name="Digital-Lime">
      <a:srgbClr val="00FF00"/>
    </a:custClr>
    <a:custClr name="Digital-Sunglow">
      <a:srgbClr val="FFD42E"/>
    </a:custClr>
    <a:custClr name="Technology-Aqua">
      <a:srgbClr val="00F3FF"/>
    </a:custClr>
    <a:custClr name="Technology-Lime">
      <a:srgbClr val="00FF00"/>
    </a:custClr>
    <a:custClr name="Operations-Aqua">
      <a:srgbClr val="00F3FF"/>
    </a:custClr>
    <a:custClr name="Operations-Navy Blue">
      <a:srgbClr val="004DFF"/>
    </a:custClr>
    <a:custClr name="Strategy-Orange Red">
      <a:srgbClr val="FF3C0F"/>
    </a:custClr>
    <a:custClr name="Strategy-Dark Carmine">
      <a:srgbClr val="920026"/>
    </a:custClr>
    <a:custClr name="Consulting-Electric Purple">
      <a:srgbClr val="A100FF"/>
    </a:custClr>
    <a:custClr name="Consulting-Indigo">
      <a:srgbClr val="5F0095"/>
    </a:custClr>
    <a:custClr name="Digital-Yellow">
      <a:srgbClr val="FFFF00"/>
    </a:custClr>
    <a:custClr name="Digital-Selective Yellow">
      <a:srgbClr val="FFB600"/>
    </a:custClr>
    <a:custClr name="Technology-Spring Green">
      <a:srgbClr val="00FF7D"/>
    </a:custClr>
    <a:custClr name="Technology-Dark Lime">
      <a:srgbClr val="00D700"/>
    </a:custClr>
    <a:custClr name="Operations-Deep Sky Blue">
      <a:srgbClr val="00BAFF"/>
    </a:custClr>
    <a:custClr name="Operations-Blue">
      <a:srgbClr val="2800FF"/>
    </a:custClr>
    <a:custClr name="Strategy-Red">
      <a:srgbClr val="FF0000"/>
    </a:custClr>
    <a:custClr name="Strategy-Burgundy">
      <a:srgbClr val="710012"/>
    </a:custClr>
    <a:custClr name="Consulting-Electric Indigo">
      <a:srgbClr val="7E00FF"/>
    </a:custClr>
    <a:custClr name="Consulting-Dark Indigo">
      <a:srgbClr val="380089"/>
    </a:custClr>
    <a:custClr name="Digital-Golden Yellow">
      <a:srgbClr val="FFEA00"/>
    </a:custClr>
    <a:custClr name="Digital-Dark Orange">
      <a:srgbClr val="FF9500"/>
    </a:custClr>
    <a:custClr name="Technology-Spring Bud">
      <a:srgbClr val="B9FF00"/>
    </a:custClr>
    <a:custClr name="Technology-British Racing Green">
      <a:srgbClr val="00530A"/>
    </a:custClr>
    <a:custClr name="Operations-Dodger Blue">
      <a:srgbClr val="008EFF"/>
    </a:custClr>
    <a:custClr name="Operations-Dark Blue">
      <a:srgbClr val="000088"/>
    </a:custClr>
  </a:custClrLst>
  <a:extLst>
    <a:ext uri="{05A4C25C-085E-4340-85A3-A5531E510DB2}">
      <thm15:themeFamily xmlns:thm15="http://schemas.microsoft.com/office/thememl/2012/main" name="Acc_Technology_Template_Graphik_v2" id="{89805292-0732-4A46-A361-B7A6606A13A2}" vid="{F2E72DD9-0A99-4094-AB10-8FB0DA8F795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F819A43F4E95499205B46DF17E55A4" ma:contentTypeVersion="11" ma:contentTypeDescription="Create a new document." ma:contentTypeScope="" ma:versionID="76adffd625d5a7a35a2301966b736a84">
  <xsd:schema xmlns:xsd="http://www.w3.org/2001/XMLSchema" xmlns:xs="http://www.w3.org/2001/XMLSchema" xmlns:p="http://schemas.microsoft.com/office/2006/metadata/properties" xmlns:ns2="0549e2ca-bfa1-4bd8-94df-393547663292" xmlns:ns3="39661f52-2750-4d81-953f-665ca104b018" targetNamespace="http://schemas.microsoft.com/office/2006/metadata/properties" ma:root="true" ma:fieldsID="69eaa8d011b86b452e55999a1f80d700" ns2:_="" ns3:_="">
    <xsd:import namespace="0549e2ca-bfa1-4bd8-94df-393547663292"/>
    <xsd:import namespace="39661f52-2750-4d81-953f-665ca104b01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49e2ca-bfa1-4bd8-94df-39354766329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9661f52-2750-4d81-953f-665ca104b018"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5971CA-D52D-4B96-86DD-AE6A172897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549e2ca-bfa1-4bd8-94df-393547663292"/>
    <ds:schemaRef ds:uri="39661f52-2750-4d81-953f-665ca104b01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F330658-A6EB-49F3-98E9-A897B0EB4293}">
  <ds:schemaRefs>
    <ds:schemaRef ds:uri="http://schemas.microsoft.com/office/2006/documentManagement/types"/>
    <ds:schemaRef ds:uri="856fc19b-37a6-478f-ac05-8d4bff78986f"/>
    <ds:schemaRef ds:uri="http://purl.org/dc/elements/1.1/"/>
    <ds:schemaRef ds:uri="http://www.w3.org/XML/1998/namespace"/>
    <ds:schemaRef ds:uri="http://schemas.microsoft.com/office/infopath/2007/PartnerControls"/>
    <ds:schemaRef ds:uri="http://purl.org/dc/terms/"/>
    <ds:schemaRef ds:uri="064d46ac-9947-4132-a0eb-0a634ef6fad0"/>
    <ds:schemaRef ds:uri="http://schemas.openxmlformats.org/package/2006/metadata/core-properties"/>
    <ds:schemaRef ds:uri="http://schemas.microsoft.com/office/2006/metadata/properties"/>
    <ds:schemaRef ds:uri="http://purl.org/dc/dcmitype/"/>
    <ds:schemaRef ds:uri="85891c05-7c57-42c6-a7d1-951b71151280"/>
  </ds:schemaRefs>
</ds:datastoreItem>
</file>

<file path=customXml/itemProps3.xml><?xml version="1.0" encoding="utf-8"?>
<ds:datastoreItem xmlns:ds="http://schemas.openxmlformats.org/officeDocument/2006/customXml" ds:itemID="{93D9B490-07D4-408B-A942-117A029582B7}">
  <ds:schemaRefs>
    <ds:schemaRef ds:uri="http://schemas.microsoft.com/sharepoint/v3/contenttype/forms"/>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Acc_Technology_Template_Graphik_v2</Template>
  <TotalTime>2027</TotalTime>
  <Words>575</Words>
  <Application>Microsoft Office PowerPoint</Application>
  <PresentationFormat>Widescreen</PresentationFormat>
  <Paragraphs>40</Paragraphs>
  <Slides>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Graphik</vt:lpstr>
      <vt:lpstr>Graphik Black</vt:lpstr>
      <vt:lpstr>Graphik Extralight</vt:lpstr>
      <vt:lpstr>Wingdings</vt:lpstr>
      <vt:lpstr>Resumes</vt:lpstr>
      <vt:lpstr>Titles</vt:lpstr>
      <vt:lpstr>PowerPoint Presentation</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Standard powerpoint template</dc:title>
  <dc:creator>Lucenta, John</dc:creator>
  <cp:lastModifiedBy>Lankalapalli, Yesubabu</cp:lastModifiedBy>
  <cp:revision>45</cp:revision>
  <dcterms:created xsi:type="dcterms:W3CDTF">2018-09-07T19:20:21Z</dcterms:created>
  <dcterms:modified xsi:type="dcterms:W3CDTF">2024-01-04T14:14:20Z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0x0101004DF819A43F4E95499205B46DF17E55A4</vt:lpwstr>
  </property>
</Properties>
</file>