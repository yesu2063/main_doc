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4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5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9" r:id="rId4"/>
    <p:sldMasterId id="2147483702" r:id="rId5"/>
    <p:sldMasterId id="2147484342" r:id="rId6"/>
    <p:sldMasterId id="2147484470" r:id="rId7"/>
    <p:sldMasterId id="2147484393" r:id="rId8"/>
    <p:sldMasterId id="2147484407" r:id="rId9"/>
    <p:sldMasterId id="2147484320" r:id="rId10"/>
  </p:sldMasterIdLst>
  <p:notesMasterIdLst>
    <p:notesMasterId r:id="rId12"/>
  </p:notesMasterIdLst>
  <p:handoutMasterIdLst>
    <p:handoutMasterId r:id="rId13"/>
  </p:handoutMasterIdLst>
  <p:sldIdLst>
    <p:sldId id="2702" r:id="rId11"/>
  </p:sldIdLst>
  <p:sldSz cx="12192000" cy="6858000"/>
  <p:notesSz cx="6858000" cy="9144000"/>
  <p:defaultTextStyle>
    <a:defPPr>
      <a:defRPr lang="uk-UA"/>
    </a:defPPr>
    <a:lvl1pPr marL="0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48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Amy Robinson" initials="AR" lastIdx="2" clrIdx="1">
    <p:extLst>
      <p:ext uri="{19B8F6BF-5375-455C-9EA6-DF929625EA0E}">
        <p15:presenceInfo xmlns:p15="http://schemas.microsoft.com/office/powerpoint/2012/main" userId="S-1-5-21-1275210071-879983540-1801674531-125389" providerId="AD"/>
      </p:ext>
    </p:extLst>
  </p:cmAuthor>
  <p:cmAuthor id="3" name="Laurie Schiada" initials="LS" lastIdx="18" clrIdx="2">
    <p:extLst>
      <p:ext uri="{19B8F6BF-5375-455C-9EA6-DF929625EA0E}">
        <p15:presenceInfo xmlns:p15="http://schemas.microsoft.com/office/powerpoint/2012/main" userId="37223a54811427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CF33"/>
    <a:srgbClr val="FB5373"/>
    <a:srgbClr val="68A515"/>
    <a:srgbClr val="4E8416"/>
    <a:srgbClr val="1D5B2D"/>
    <a:srgbClr val="487629"/>
    <a:srgbClr val="36672B"/>
    <a:srgbClr val="76BC21"/>
    <a:srgbClr val="7FBD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89912" autoAdjust="0"/>
  </p:normalViewPr>
  <p:slideViewPr>
    <p:cSldViewPr>
      <p:cViewPr varScale="1">
        <p:scale>
          <a:sx n="88" d="100"/>
          <a:sy n="88" d="100"/>
        </p:scale>
        <p:origin x="40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5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664"/>
    </p:cViewPr>
  </p:sorterViewPr>
  <p:notesViewPr>
    <p:cSldViewPr>
      <p:cViewPr varScale="1">
        <p:scale>
          <a:sx n="140" d="100"/>
          <a:sy n="140" d="100"/>
        </p:scale>
        <p:origin x="3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Lawhead" userId="900e5a93-4581-4bc3-bf05-a006f7fd8088" providerId="ADAL" clId="{5778FA31-C8F6-BA44-8EC1-89C4ED9F1F4F}"/>
    <pc:docChg chg="custSel modSld">
      <pc:chgData name="Aaron Lawhead" userId="900e5a93-4581-4bc3-bf05-a006f7fd8088" providerId="ADAL" clId="{5778FA31-C8F6-BA44-8EC1-89C4ED9F1F4F}" dt="2021-02-12T04:38:54.598" v="395" actId="20577"/>
      <pc:docMkLst>
        <pc:docMk/>
      </pc:docMkLst>
      <pc:sldChg chg="modSp">
        <pc:chgData name="Aaron Lawhead" userId="900e5a93-4581-4bc3-bf05-a006f7fd8088" providerId="ADAL" clId="{5778FA31-C8F6-BA44-8EC1-89C4ED9F1F4F}" dt="2021-02-12T04:38:54.598" v="395" actId="20577"/>
        <pc:sldMkLst>
          <pc:docMk/>
          <pc:sldMk cId="2253871372" sldId="2702"/>
        </pc:sldMkLst>
        <pc:spChg chg="mod">
          <ac:chgData name="Aaron Lawhead" userId="900e5a93-4581-4bc3-bf05-a006f7fd8088" providerId="ADAL" clId="{5778FA31-C8F6-BA44-8EC1-89C4ED9F1F4F}" dt="2021-02-12T04:32:32.561" v="124" actId="20577"/>
          <ac:spMkLst>
            <pc:docMk/>
            <pc:sldMk cId="2253871372" sldId="2702"/>
            <ac:spMk id="26" creationId="{00000000-0000-0000-0000-000000000000}"/>
          </ac:spMkLst>
        </pc:spChg>
        <pc:graphicFrameChg chg="modGraphic">
          <ac:chgData name="Aaron Lawhead" userId="900e5a93-4581-4bc3-bf05-a006f7fd8088" providerId="ADAL" clId="{5778FA31-C8F6-BA44-8EC1-89C4ED9F1F4F}" dt="2021-02-12T04:38:17.009" v="393" actId="113"/>
          <ac:graphicFrameMkLst>
            <pc:docMk/>
            <pc:sldMk cId="2253871372" sldId="2702"/>
            <ac:graphicFrameMk id="22" creationId="{00000000-0000-0000-0000-000000000000}"/>
          </ac:graphicFrameMkLst>
        </pc:graphicFrameChg>
        <pc:graphicFrameChg chg="modGraphic">
          <ac:chgData name="Aaron Lawhead" userId="900e5a93-4581-4bc3-bf05-a006f7fd8088" providerId="ADAL" clId="{5778FA31-C8F6-BA44-8EC1-89C4ED9F1F4F}" dt="2021-02-12T04:38:54.598" v="395" actId="20577"/>
          <ac:graphicFrameMkLst>
            <pc:docMk/>
            <pc:sldMk cId="2253871372" sldId="2702"/>
            <ac:graphicFrameMk id="27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EFD095-7608-7546-898E-6EE52DF63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46A79-9B62-3240-9F7C-C2154C562D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FA570-5FEC-E34E-B893-7B39E986AFCF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69053-E39B-4A41-9B8B-2A42289EEA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1B9E5-3053-7A48-B0D1-B24F0E566A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15338-1B55-644C-8C44-0C28EEAAA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3275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26.03.2021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375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4">
            <a:extLst>
              <a:ext uri="{FF2B5EF4-FFF2-40B4-BE49-F238E27FC236}">
                <a16:creationId xmlns:a16="http://schemas.microsoft.com/office/drawing/2014/main" id="{D8BAEDCB-C2D7-F94C-A594-EB15F66315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914400"/>
            <a:ext cx="5504688" cy="50292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60963" indent="0">
              <a:lnSpc>
                <a:spcPct val="90000"/>
              </a:lnSpc>
              <a:spcBef>
                <a:spcPts val="667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2pPr>
            <a:lvl3pPr marL="60963" indent="0">
              <a:spcBef>
                <a:spcPts val="1333"/>
              </a:spcBef>
              <a:buNone/>
              <a:defRPr sz="1600" b="1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5" name="Picture 4" title="Humana Logo">
            <a:extLst>
              <a:ext uri="{FF2B5EF4-FFF2-40B4-BE49-F238E27FC236}">
                <a16:creationId xmlns:a16="http://schemas.microsoft.com/office/drawing/2014/main" id="{A5474D75-8369-D34D-B5BF-4810462D7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5962989"/>
            <a:ext cx="1446306" cy="28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0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WHITE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5E3FF1-8A4E-E44B-AA34-C7F0AE1559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5003800"/>
            <a:ext cx="8026400" cy="124740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60963" indent="0">
              <a:lnSpc>
                <a:spcPct val="90000"/>
              </a:lnSpc>
              <a:spcBef>
                <a:spcPts val="667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2pPr>
            <a:lvl3pPr marL="60963" indent="0">
              <a:spcBef>
                <a:spcPts val="1333"/>
              </a:spcBef>
              <a:buNone/>
              <a:defRPr sz="1600"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605338"/>
          </a:xfrm>
          <a:custGeom>
            <a:avLst/>
            <a:gdLst>
              <a:gd name="connsiteX0" fmla="*/ 0 w 12192000"/>
              <a:gd name="connsiteY0" fmla="*/ 0 h 4605338"/>
              <a:gd name="connsiteX1" fmla="*/ 2977 w 12192000"/>
              <a:gd name="connsiteY1" fmla="*/ 0 h 4605338"/>
              <a:gd name="connsiteX2" fmla="*/ 23813 w 12192000"/>
              <a:gd name="connsiteY2" fmla="*/ 0 h 4605338"/>
              <a:gd name="connsiteX3" fmla="*/ 46509 w 12192000"/>
              <a:gd name="connsiteY3" fmla="*/ 0 h 4605338"/>
              <a:gd name="connsiteX4" fmla="*/ 80368 w 12192000"/>
              <a:gd name="connsiteY4" fmla="*/ 0 h 4605338"/>
              <a:gd name="connsiteX5" fmla="*/ 127620 w 12192000"/>
              <a:gd name="connsiteY5" fmla="*/ 0 h 4605338"/>
              <a:gd name="connsiteX6" fmla="*/ 190500 w 12192000"/>
              <a:gd name="connsiteY6" fmla="*/ 0 h 4605338"/>
              <a:gd name="connsiteX7" fmla="*/ 271240 w 12192000"/>
              <a:gd name="connsiteY7" fmla="*/ 0 h 4605338"/>
              <a:gd name="connsiteX8" fmla="*/ 372071 w 12192000"/>
              <a:gd name="connsiteY8" fmla="*/ 0 h 4605338"/>
              <a:gd name="connsiteX9" fmla="*/ 495226 w 12192000"/>
              <a:gd name="connsiteY9" fmla="*/ 0 h 4605338"/>
              <a:gd name="connsiteX10" fmla="*/ 642938 w 12192000"/>
              <a:gd name="connsiteY10" fmla="*/ 0 h 4605338"/>
              <a:gd name="connsiteX11" fmla="*/ 817439 w 12192000"/>
              <a:gd name="connsiteY11" fmla="*/ 0 h 4605338"/>
              <a:gd name="connsiteX12" fmla="*/ 1020961 w 12192000"/>
              <a:gd name="connsiteY12" fmla="*/ 0 h 4605338"/>
              <a:gd name="connsiteX13" fmla="*/ 1255738 w 12192000"/>
              <a:gd name="connsiteY13" fmla="*/ 0 h 4605338"/>
              <a:gd name="connsiteX14" fmla="*/ 1524000 w 12192000"/>
              <a:gd name="connsiteY14" fmla="*/ 0 h 4605338"/>
              <a:gd name="connsiteX15" fmla="*/ 1827982 w 12192000"/>
              <a:gd name="connsiteY15" fmla="*/ 0 h 4605338"/>
              <a:gd name="connsiteX16" fmla="*/ 2169915 w 12192000"/>
              <a:gd name="connsiteY16" fmla="*/ 0 h 4605338"/>
              <a:gd name="connsiteX17" fmla="*/ 2552031 w 12192000"/>
              <a:gd name="connsiteY17" fmla="*/ 0 h 4605338"/>
              <a:gd name="connsiteX18" fmla="*/ 2976563 w 12192000"/>
              <a:gd name="connsiteY18" fmla="*/ 0 h 4605338"/>
              <a:gd name="connsiteX19" fmla="*/ 3445743 w 12192000"/>
              <a:gd name="connsiteY19" fmla="*/ 0 h 4605338"/>
              <a:gd name="connsiteX20" fmla="*/ 3961805 w 12192000"/>
              <a:gd name="connsiteY20" fmla="*/ 0 h 4605338"/>
              <a:gd name="connsiteX21" fmla="*/ 4526980 w 12192000"/>
              <a:gd name="connsiteY21" fmla="*/ 0 h 4605338"/>
              <a:gd name="connsiteX22" fmla="*/ 4828682 w 12192000"/>
              <a:gd name="connsiteY22" fmla="*/ 0 h 4605338"/>
              <a:gd name="connsiteX23" fmla="*/ 5143500 w 12192000"/>
              <a:gd name="connsiteY23" fmla="*/ 0 h 4605338"/>
              <a:gd name="connsiteX24" fmla="*/ 5471713 w 12192000"/>
              <a:gd name="connsiteY24" fmla="*/ 0 h 4605338"/>
              <a:gd name="connsiteX25" fmla="*/ 5813599 w 12192000"/>
              <a:gd name="connsiteY25" fmla="*/ 0 h 4605338"/>
              <a:gd name="connsiteX26" fmla="*/ 6169438 w 12192000"/>
              <a:gd name="connsiteY26" fmla="*/ 0 h 4605338"/>
              <a:gd name="connsiteX27" fmla="*/ 6539508 w 12192000"/>
              <a:gd name="connsiteY27" fmla="*/ 0 h 4605338"/>
              <a:gd name="connsiteX28" fmla="*/ 6924089 w 12192000"/>
              <a:gd name="connsiteY28" fmla="*/ 0 h 4605338"/>
              <a:gd name="connsiteX29" fmla="*/ 7323460 w 12192000"/>
              <a:gd name="connsiteY29" fmla="*/ 0 h 4605338"/>
              <a:gd name="connsiteX30" fmla="*/ 7737900 w 12192000"/>
              <a:gd name="connsiteY30" fmla="*/ 0 h 4605338"/>
              <a:gd name="connsiteX31" fmla="*/ 8167688 w 12192000"/>
              <a:gd name="connsiteY31" fmla="*/ 0 h 4605338"/>
              <a:gd name="connsiteX32" fmla="*/ 8613102 w 12192000"/>
              <a:gd name="connsiteY32" fmla="*/ 0 h 4605338"/>
              <a:gd name="connsiteX33" fmla="*/ 9074423 w 12192000"/>
              <a:gd name="connsiteY33" fmla="*/ 0 h 4605338"/>
              <a:gd name="connsiteX34" fmla="*/ 9551929 w 12192000"/>
              <a:gd name="connsiteY34" fmla="*/ 0 h 4605338"/>
              <a:gd name="connsiteX35" fmla="*/ 10045898 w 12192000"/>
              <a:gd name="connsiteY35" fmla="*/ 0 h 4605338"/>
              <a:gd name="connsiteX36" fmla="*/ 10556611 w 12192000"/>
              <a:gd name="connsiteY36" fmla="*/ 0 h 4605338"/>
              <a:gd name="connsiteX37" fmla="*/ 11084347 w 12192000"/>
              <a:gd name="connsiteY37" fmla="*/ 0 h 4605338"/>
              <a:gd name="connsiteX38" fmla="*/ 11629383 w 12192000"/>
              <a:gd name="connsiteY38" fmla="*/ 0 h 4605338"/>
              <a:gd name="connsiteX39" fmla="*/ 12192000 w 12192000"/>
              <a:gd name="connsiteY39" fmla="*/ 0 h 4605338"/>
              <a:gd name="connsiteX40" fmla="*/ 12192000 w 12192000"/>
              <a:gd name="connsiteY40" fmla="*/ 1124 h 4605338"/>
              <a:gd name="connsiteX41" fmla="*/ 12192000 w 12192000"/>
              <a:gd name="connsiteY41" fmla="*/ 8995 h 4605338"/>
              <a:gd name="connsiteX42" fmla="*/ 12192000 w 12192000"/>
              <a:gd name="connsiteY42" fmla="*/ 30358 h 4605338"/>
              <a:gd name="connsiteX43" fmla="*/ 12192000 w 12192000"/>
              <a:gd name="connsiteY43" fmla="*/ 71959 h 4605338"/>
              <a:gd name="connsiteX44" fmla="*/ 12192000 w 12192000"/>
              <a:gd name="connsiteY44" fmla="*/ 102457 h 4605338"/>
              <a:gd name="connsiteX45" fmla="*/ 12192000 w 12192000"/>
              <a:gd name="connsiteY45" fmla="*/ 140544 h 4605338"/>
              <a:gd name="connsiteX46" fmla="*/ 12192000 w 12192000"/>
              <a:gd name="connsiteY46" fmla="*/ 187064 h 4605338"/>
              <a:gd name="connsiteX47" fmla="*/ 12192000 w 12192000"/>
              <a:gd name="connsiteY47" fmla="*/ 242860 h 4605338"/>
              <a:gd name="connsiteX48" fmla="*/ 12192000 w 12192000"/>
              <a:gd name="connsiteY48" fmla="*/ 308775 h 4605338"/>
              <a:gd name="connsiteX49" fmla="*/ 12192000 w 12192000"/>
              <a:gd name="connsiteY49" fmla="*/ 385652 h 4605338"/>
              <a:gd name="connsiteX50" fmla="*/ 12192000 w 12192000"/>
              <a:gd name="connsiteY50" fmla="*/ 474335 h 4605338"/>
              <a:gd name="connsiteX51" fmla="*/ 12192000 w 12192000"/>
              <a:gd name="connsiteY51" fmla="*/ 575667 h 4605338"/>
              <a:gd name="connsiteX52" fmla="*/ 12192000 w 12192000"/>
              <a:gd name="connsiteY52" fmla="*/ 690492 h 4605338"/>
              <a:gd name="connsiteX53" fmla="*/ 12192000 w 12192000"/>
              <a:gd name="connsiteY53" fmla="*/ 819651 h 4605338"/>
              <a:gd name="connsiteX54" fmla="*/ 12192000 w 12192000"/>
              <a:gd name="connsiteY54" fmla="*/ 963990 h 4605338"/>
              <a:gd name="connsiteX55" fmla="*/ 12192000 w 12192000"/>
              <a:gd name="connsiteY55" fmla="*/ 1124350 h 4605338"/>
              <a:gd name="connsiteX56" fmla="*/ 12192000 w 12192000"/>
              <a:gd name="connsiteY56" fmla="*/ 1301576 h 4605338"/>
              <a:gd name="connsiteX57" fmla="*/ 12192000 w 12192000"/>
              <a:gd name="connsiteY57" fmla="*/ 1496510 h 4605338"/>
              <a:gd name="connsiteX58" fmla="*/ 12192000 w 12192000"/>
              <a:gd name="connsiteY58" fmla="*/ 1709996 h 4605338"/>
              <a:gd name="connsiteX59" fmla="*/ 12192000 w 12192000"/>
              <a:gd name="connsiteY59" fmla="*/ 1942877 h 4605338"/>
              <a:gd name="connsiteX60" fmla="*/ 12192000 w 12192000"/>
              <a:gd name="connsiteY60" fmla="*/ 2195996 h 4605338"/>
              <a:gd name="connsiteX61" fmla="*/ 12192000 w 12192000"/>
              <a:gd name="connsiteY61" fmla="*/ 2470197 h 4605338"/>
              <a:gd name="connsiteX62" fmla="*/ 12192000 w 12192000"/>
              <a:gd name="connsiteY62" fmla="*/ 2766323 h 4605338"/>
              <a:gd name="connsiteX63" fmla="*/ 12192000 w 12192000"/>
              <a:gd name="connsiteY63" fmla="*/ 3085217 h 4605338"/>
              <a:gd name="connsiteX64" fmla="*/ 12192000 w 12192000"/>
              <a:gd name="connsiteY64" fmla="*/ 3427722 h 4605338"/>
              <a:gd name="connsiteX65" fmla="*/ 12192000 w 12192000"/>
              <a:gd name="connsiteY65" fmla="*/ 3794682 h 4605338"/>
              <a:gd name="connsiteX66" fmla="*/ 12192000 w 12192000"/>
              <a:gd name="connsiteY66" fmla="*/ 4186939 h 4605338"/>
              <a:gd name="connsiteX67" fmla="*/ 12192000 w 12192000"/>
              <a:gd name="connsiteY67" fmla="*/ 4605338 h 4605338"/>
              <a:gd name="connsiteX68" fmla="*/ 2857947 w 12192000"/>
              <a:gd name="connsiteY68" fmla="*/ 4605338 h 4605338"/>
              <a:gd name="connsiteX69" fmla="*/ 0 w 12192000"/>
              <a:gd name="connsiteY69" fmla="*/ 2083916 h 4605338"/>
              <a:gd name="connsiteX70" fmla="*/ 0 w 12192000"/>
              <a:gd name="connsiteY70" fmla="*/ 2079846 h 4605338"/>
              <a:gd name="connsiteX71" fmla="*/ 0 w 12192000"/>
              <a:gd name="connsiteY71" fmla="*/ 2070179 h 4605338"/>
              <a:gd name="connsiteX72" fmla="*/ 0 w 12192000"/>
              <a:gd name="connsiteY72" fmla="*/ 2051355 h 4605338"/>
              <a:gd name="connsiteX73" fmla="*/ 0 w 12192000"/>
              <a:gd name="connsiteY73" fmla="*/ 2020320 h 4605338"/>
              <a:gd name="connsiteX74" fmla="*/ 0 w 12192000"/>
              <a:gd name="connsiteY74" fmla="*/ 1974022 h 4605338"/>
              <a:gd name="connsiteX75" fmla="*/ 0 w 12192000"/>
              <a:gd name="connsiteY75" fmla="*/ 1909408 h 4605338"/>
              <a:gd name="connsiteX76" fmla="*/ 0 w 12192000"/>
              <a:gd name="connsiteY76" fmla="*/ 1823426 h 4605338"/>
              <a:gd name="connsiteX77" fmla="*/ 0 w 12192000"/>
              <a:gd name="connsiteY77" fmla="*/ 1713023 h 4605338"/>
              <a:gd name="connsiteX78" fmla="*/ 0 w 12192000"/>
              <a:gd name="connsiteY78" fmla="*/ 1647710 h 4605338"/>
              <a:gd name="connsiteX79" fmla="*/ 0 w 12192000"/>
              <a:gd name="connsiteY79" fmla="*/ 1575147 h 4605338"/>
              <a:gd name="connsiteX80" fmla="*/ 0 w 12192000"/>
              <a:gd name="connsiteY80" fmla="*/ 1494953 h 4605338"/>
              <a:gd name="connsiteX81" fmla="*/ 0 w 12192000"/>
              <a:gd name="connsiteY81" fmla="*/ 1406745 h 4605338"/>
              <a:gd name="connsiteX82" fmla="*/ 0 w 12192000"/>
              <a:gd name="connsiteY82" fmla="*/ 1310142 h 4605338"/>
              <a:gd name="connsiteX83" fmla="*/ 0 w 12192000"/>
              <a:gd name="connsiteY83" fmla="*/ 1204764 h 4605338"/>
              <a:gd name="connsiteX84" fmla="*/ 0 w 12192000"/>
              <a:gd name="connsiteY84" fmla="*/ 1090227 h 4605338"/>
              <a:gd name="connsiteX85" fmla="*/ 0 w 12192000"/>
              <a:gd name="connsiteY85" fmla="*/ 966151 h 4605338"/>
              <a:gd name="connsiteX86" fmla="*/ 0 w 12192000"/>
              <a:gd name="connsiteY86" fmla="*/ 832155 h 4605338"/>
              <a:gd name="connsiteX87" fmla="*/ 0 w 12192000"/>
              <a:gd name="connsiteY87" fmla="*/ 687855 h 4605338"/>
              <a:gd name="connsiteX88" fmla="*/ 0 w 12192000"/>
              <a:gd name="connsiteY88" fmla="*/ 532872 h 4605338"/>
              <a:gd name="connsiteX89" fmla="*/ 0 w 12192000"/>
              <a:gd name="connsiteY89" fmla="*/ 366822 h 4605338"/>
              <a:gd name="connsiteX90" fmla="*/ 0 w 12192000"/>
              <a:gd name="connsiteY90" fmla="*/ 189326 h 460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2192000" h="4605338">
                <a:moveTo>
                  <a:pt x="0" y="0"/>
                </a:moveTo>
                <a:lnTo>
                  <a:pt x="2977" y="0"/>
                </a:lnTo>
                <a:lnTo>
                  <a:pt x="23813" y="0"/>
                </a:lnTo>
                <a:lnTo>
                  <a:pt x="46509" y="0"/>
                </a:lnTo>
                <a:lnTo>
                  <a:pt x="80368" y="0"/>
                </a:lnTo>
                <a:lnTo>
                  <a:pt x="127620" y="0"/>
                </a:lnTo>
                <a:lnTo>
                  <a:pt x="190500" y="0"/>
                </a:lnTo>
                <a:lnTo>
                  <a:pt x="271240" y="0"/>
                </a:lnTo>
                <a:lnTo>
                  <a:pt x="372071" y="0"/>
                </a:lnTo>
                <a:lnTo>
                  <a:pt x="495226" y="0"/>
                </a:lnTo>
                <a:lnTo>
                  <a:pt x="642938" y="0"/>
                </a:lnTo>
                <a:lnTo>
                  <a:pt x="817439" y="0"/>
                </a:lnTo>
                <a:lnTo>
                  <a:pt x="1020961" y="0"/>
                </a:lnTo>
                <a:lnTo>
                  <a:pt x="1255738" y="0"/>
                </a:lnTo>
                <a:lnTo>
                  <a:pt x="1524000" y="0"/>
                </a:lnTo>
                <a:lnTo>
                  <a:pt x="1827982" y="0"/>
                </a:lnTo>
                <a:lnTo>
                  <a:pt x="2169915" y="0"/>
                </a:lnTo>
                <a:lnTo>
                  <a:pt x="2552031" y="0"/>
                </a:lnTo>
                <a:lnTo>
                  <a:pt x="2976563" y="0"/>
                </a:lnTo>
                <a:lnTo>
                  <a:pt x="3445743" y="0"/>
                </a:lnTo>
                <a:lnTo>
                  <a:pt x="3961805" y="0"/>
                </a:lnTo>
                <a:lnTo>
                  <a:pt x="4526980" y="0"/>
                </a:lnTo>
                <a:lnTo>
                  <a:pt x="4828682" y="0"/>
                </a:lnTo>
                <a:lnTo>
                  <a:pt x="5143500" y="0"/>
                </a:lnTo>
                <a:lnTo>
                  <a:pt x="5471713" y="0"/>
                </a:lnTo>
                <a:lnTo>
                  <a:pt x="5813599" y="0"/>
                </a:lnTo>
                <a:lnTo>
                  <a:pt x="6169438" y="0"/>
                </a:lnTo>
                <a:lnTo>
                  <a:pt x="6539508" y="0"/>
                </a:lnTo>
                <a:lnTo>
                  <a:pt x="6924089" y="0"/>
                </a:lnTo>
                <a:lnTo>
                  <a:pt x="7323460" y="0"/>
                </a:lnTo>
                <a:lnTo>
                  <a:pt x="7737900" y="0"/>
                </a:lnTo>
                <a:lnTo>
                  <a:pt x="8167688" y="0"/>
                </a:lnTo>
                <a:lnTo>
                  <a:pt x="8613102" y="0"/>
                </a:lnTo>
                <a:lnTo>
                  <a:pt x="9074423" y="0"/>
                </a:lnTo>
                <a:lnTo>
                  <a:pt x="9551929" y="0"/>
                </a:lnTo>
                <a:lnTo>
                  <a:pt x="10045898" y="0"/>
                </a:lnTo>
                <a:lnTo>
                  <a:pt x="10556611" y="0"/>
                </a:lnTo>
                <a:lnTo>
                  <a:pt x="11084347" y="0"/>
                </a:lnTo>
                <a:lnTo>
                  <a:pt x="11629383" y="0"/>
                </a:lnTo>
                <a:lnTo>
                  <a:pt x="12192000" y="0"/>
                </a:lnTo>
                <a:lnTo>
                  <a:pt x="12192000" y="1124"/>
                </a:lnTo>
                <a:lnTo>
                  <a:pt x="12192000" y="8995"/>
                </a:lnTo>
                <a:lnTo>
                  <a:pt x="12192000" y="30358"/>
                </a:lnTo>
                <a:lnTo>
                  <a:pt x="12192000" y="71959"/>
                </a:lnTo>
                <a:lnTo>
                  <a:pt x="12192000" y="102457"/>
                </a:lnTo>
                <a:lnTo>
                  <a:pt x="12192000" y="140544"/>
                </a:lnTo>
                <a:lnTo>
                  <a:pt x="12192000" y="187064"/>
                </a:lnTo>
                <a:lnTo>
                  <a:pt x="12192000" y="242860"/>
                </a:lnTo>
                <a:lnTo>
                  <a:pt x="12192000" y="308775"/>
                </a:lnTo>
                <a:lnTo>
                  <a:pt x="12192000" y="385652"/>
                </a:lnTo>
                <a:lnTo>
                  <a:pt x="12192000" y="474335"/>
                </a:lnTo>
                <a:lnTo>
                  <a:pt x="12192000" y="575667"/>
                </a:lnTo>
                <a:lnTo>
                  <a:pt x="12192000" y="690492"/>
                </a:lnTo>
                <a:lnTo>
                  <a:pt x="12192000" y="819651"/>
                </a:lnTo>
                <a:lnTo>
                  <a:pt x="12192000" y="963990"/>
                </a:lnTo>
                <a:lnTo>
                  <a:pt x="12192000" y="1124350"/>
                </a:lnTo>
                <a:lnTo>
                  <a:pt x="12192000" y="1301576"/>
                </a:lnTo>
                <a:lnTo>
                  <a:pt x="12192000" y="1496510"/>
                </a:lnTo>
                <a:lnTo>
                  <a:pt x="12192000" y="1709996"/>
                </a:lnTo>
                <a:lnTo>
                  <a:pt x="12192000" y="1942877"/>
                </a:lnTo>
                <a:lnTo>
                  <a:pt x="12192000" y="2195996"/>
                </a:lnTo>
                <a:lnTo>
                  <a:pt x="12192000" y="2470197"/>
                </a:lnTo>
                <a:lnTo>
                  <a:pt x="12192000" y="2766323"/>
                </a:lnTo>
                <a:lnTo>
                  <a:pt x="12192000" y="3085217"/>
                </a:lnTo>
                <a:lnTo>
                  <a:pt x="12192000" y="3427722"/>
                </a:lnTo>
                <a:lnTo>
                  <a:pt x="12192000" y="3794682"/>
                </a:lnTo>
                <a:lnTo>
                  <a:pt x="12192000" y="4186939"/>
                </a:lnTo>
                <a:lnTo>
                  <a:pt x="12192000" y="4605338"/>
                </a:lnTo>
                <a:cubicBezTo>
                  <a:pt x="12192000" y="4605338"/>
                  <a:pt x="12192000" y="4605338"/>
                  <a:pt x="2857947" y="4605338"/>
                </a:cubicBezTo>
                <a:cubicBezTo>
                  <a:pt x="1388962" y="4605338"/>
                  <a:pt x="188625" y="3454004"/>
                  <a:pt x="0" y="2083916"/>
                </a:cubicBezTo>
                <a:lnTo>
                  <a:pt x="0" y="2079846"/>
                </a:lnTo>
                <a:lnTo>
                  <a:pt x="0" y="2070179"/>
                </a:lnTo>
                <a:lnTo>
                  <a:pt x="0" y="2051355"/>
                </a:lnTo>
                <a:lnTo>
                  <a:pt x="0" y="2020320"/>
                </a:lnTo>
                <a:lnTo>
                  <a:pt x="0" y="1974022"/>
                </a:lnTo>
                <a:lnTo>
                  <a:pt x="0" y="1909408"/>
                </a:lnTo>
                <a:lnTo>
                  <a:pt x="0" y="1823426"/>
                </a:lnTo>
                <a:lnTo>
                  <a:pt x="0" y="1713023"/>
                </a:lnTo>
                <a:lnTo>
                  <a:pt x="0" y="1647710"/>
                </a:lnTo>
                <a:lnTo>
                  <a:pt x="0" y="1575147"/>
                </a:lnTo>
                <a:lnTo>
                  <a:pt x="0" y="1494953"/>
                </a:lnTo>
                <a:lnTo>
                  <a:pt x="0" y="1406745"/>
                </a:lnTo>
                <a:lnTo>
                  <a:pt x="0" y="1310142"/>
                </a:lnTo>
                <a:lnTo>
                  <a:pt x="0" y="1204764"/>
                </a:lnTo>
                <a:lnTo>
                  <a:pt x="0" y="1090227"/>
                </a:lnTo>
                <a:lnTo>
                  <a:pt x="0" y="966151"/>
                </a:lnTo>
                <a:lnTo>
                  <a:pt x="0" y="832155"/>
                </a:lnTo>
                <a:lnTo>
                  <a:pt x="0" y="687855"/>
                </a:lnTo>
                <a:lnTo>
                  <a:pt x="0" y="532872"/>
                </a:lnTo>
                <a:lnTo>
                  <a:pt x="0" y="366822"/>
                </a:lnTo>
                <a:lnTo>
                  <a:pt x="0" y="18932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502D1-DCE2-334F-B563-CC11D774C0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7232" y="5962989"/>
            <a:ext cx="1446306" cy="28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9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18ADFBAD-A121-FB45-96AD-EAF4B36577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9864" y="914400"/>
            <a:ext cx="5504688" cy="50292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60963" indent="0">
              <a:lnSpc>
                <a:spcPct val="90000"/>
              </a:lnSpc>
              <a:spcBef>
                <a:spcPts val="667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2pPr>
            <a:lvl3pPr marL="60963" indent="0">
              <a:spcBef>
                <a:spcPts val="1333"/>
              </a:spcBef>
              <a:buNone/>
              <a:defRPr sz="1600" b="1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9BFA4-D7B6-9B4A-93F6-99304EE34FFD}"/>
              </a:ext>
            </a:extLst>
          </p:cNvPr>
          <p:cNvSpPr/>
          <p:nvPr userDrawn="1"/>
        </p:nvSpPr>
        <p:spPr>
          <a:xfrm>
            <a:off x="0" y="0"/>
            <a:ext cx="48554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75E97C-B052-384C-A733-4ABC985B7F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276" y="1449324"/>
            <a:ext cx="2764911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2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4">
            <a:extLst>
              <a:ext uri="{FF2B5EF4-FFF2-40B4-BE49-F238E27FC236}">
                <a16:creationId xmlns:a16="http://schemas.microsoft.com/office/drawing/2014/main" id="{B5EAF0ED-3E81-2B48-8166-184509B8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9864" y="914400"/>
            <a:ext cx="5504688" cy="50292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60963" indent="0">
              <a:lnSpc>
                <a:spcPct val="90000"/>
              </a:lnSpc>
              <a:spcBef>
                <a:spcPts val="667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2pPr>
            <a:lvl3pPr marL="60963" indent="0">
              <a:spcBef>
                <a:spcPts val="1333"/>
              </a:spcBef>
              <a:buNone/>
              <a:defRPr sz="1600" b="1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7C682-5F89-9B41-8530-2AFD8E6EC5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864" y="914400"/>
            <a:ext cx="41656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2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03FD-3A88-5D44-85C8-E768CB1D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54D12-4210-F945-9DFA-0032A2E91B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F680-827D-CC4A-8DCC-656EE086D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C97039-486C-D144-9B3B-D3300AB72E36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51533-50C0-524E-AB83-72891A62D9D7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60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03FD-3A88-5D44-85C8-E768CB1D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3226B-3C02-4048-876C-833D3AB4F3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F680-827D-CC4A-8DCC-656EE086D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87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B382-E267-5E42-A102-AA4C01C9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11137392" cy="6035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C5CE7-5CC2-8641-95FC-A8C1863D99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7028" y="1463040"/>
            <a:ext cx="11137392" cy="457200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  <a:lvl2pPr>
              <a:defRPr sz="1900"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  <a:p>
            <a:pPr lvl="5"/>
            <a:r>
              <a:rPr lang="en-US" dirty="0"/>
              <a:t>Sixth level </a:t>
            </a:r>
          </a:p>
          <a:p>
            <a:pPr lvl="6"/>
            <a:r>
              <a:rPr lang="en-US" dirty="0"/>
              <a:t>Seventh level </a:t>
            </a:r>
          </a:p>
          <a:p>
            <a:pPr lvl="7"/>
            <a:r>
              <a:rPr lang="en-US" dirty="0"/>
              <a:t>Eighth level </a:t>
            </a:r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CAEA5-C3E1-4D4E-A4F1-C597FD6EE3B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1DB1-C1CC-BD45-B461-0B638A0285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11733B-2EC1-1747-84C3-57ABB720A27B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8CD909-C892-9345-A1F2-75CFFB8CDB1A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56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B382-E267-5E42-A102-AA4C01C9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6958" y="365760"/>
            <a:ext cx="8909282" cy="6035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C5CE7-5CC2-8641-95FC-A8C1863D99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16958" y="1463040"/>
            <a:ext cx="8906233" cy="4572000"/>
          </a:xfrm>
        </p:spPr>
        <p:txBody>
          <a:bodyPr/>
          <a:lstStyle>
            <a:lvl1pPr marL="304815" indent="-304815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  <a:defRPr>
                <a:latin typeface="+mj-lt"/>
              </a:defRPr>
            </a:lvl1pPr>
            <a:lvl2pPr marL="487704" indent="-182889">
              <a:defRPr sz="1900"/>
            </a:lvl2pPr>
            <a:lvl3pPr marL="670594">
              <a:defRPr/>
            </a:lvl3pPr>
            <a:lvl4pPr marL="853483">
              <a:defRPr/>
            </a:lvl4pPr>
            <a:lvl5pPr marL="1036372">
              <a:defRPr/>
            </a:lvl5pPr>
            <a:lvl6pPr marL="1219261">
              <a:defRPr/>
            </a:lvl6pPr>
            <a:lvl7pPr marL="1402150">
              <a:defRPr/>
            </a:lvl7pPr>
            <a:lvl8pPr marL="1585039"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  <a:p>
            <a:pPr lvl="5"/>
            <a:r>
              <a:rPr lang="en-US" dirty="0"/>
              <a:t>Sixth level </a:t>
            </a:r>
          </a:p>
          <a:p>
            <a:pPr lvl="6"/>
            <a:r>
              <a:rPr lang="en-US" dirty="0"/>
              <a:t>Seventh level </a:t>
            </a:r>
          </a:p>
          <a:p>
            <a:pPr lvl="7"/>
            <a:r>
              <a:rPr lang="en-US" dirty="0"/>
              <a:t>Eighth level </a:t>
            </a:r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BF7590-CEA5-424C-B50D-F5DAF189D7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16958" y="6248400"/>
            <a:ext cx="7687034" cy="30480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1DB1-C1CC-BD45-B461-0B638A0285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690B0-2F29-F64C-A0CB-7E231F32B2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5962989"/>
            <a:ext cx="1446306" cy="28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0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140E-C3B9-7249-8B71-09A343E86A9A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2"/>
          <p:cNvSpPr>
            <a:spLocks noGrp="1"/>
          </p:cNvSpPr>
          <p:nvPr userDrawn="1">
            <p:ph type="pic" sz="quarter" idx="11"/>
          </p:nvPr>
        </p:nvSpPr>
        <p:spPr>
          <a:xfrm>
            <a:off x="3586599" y="2148447"/>
            <a:ext cx="1633728" cy="1633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/>
          <a:lstStyle>
            <a:lvl1pPr>
              <a:defRPr sz="1333"/>
            </a:lvl1pPr>
          </a:lstStyle>
          <a:p>
            <a:r>
              <a:rPr lang="en-US"/>
              <a:t>Click icon to add picture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85BD6-1A03-1946-9B62-D5C7E43C47B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916959" y="3968984"/>
            <a:ext cx="2961276" cy="1599243"/>
          </a:xfrm>
        </p:spPr>
        <p:txBody>
          <a:bodyPr/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2000">
                <a:latin typeface="+mj-lt"/>
              </a:defRPr>
            </a:lvl2pPr>
            <a:lvl3pPr marL="6350" indent="0" algn="ctr">
              <a:buNone/>
              <a:tabLst/>
              <a:defRPr sz="1600"/>
            </a:lvl3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Brief bio copy</a:t>
            </a:r>
          </a:p>
        </p:txBody>
      </p:sp>
      <p:sp>
        <p:nvSpPr>
          <p:cNvPr id="10" name="Picture Placeholder 12"/>
          <p:cNvSpPr>
            <a:spLocks noGrp="1"/>
          </p:cNvSpPr>
          <p:nvPr userDrawn="1">
            <p:ph type="pic" sz="quarter" idx="12"/>
          </p:nvPr>
        </p:nvSpPr>
        <p:spPr>
          <a:xfrm>
            <a:off x="7302859" y="2148447"/>
            <a:ext cx="1633728" cy="1633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1169706-2771-1342-BC54-D83D997E21A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633219" y="3968984"/>
            <a:ext cx="2961276" cy="1599243"/>
          </a:xfrm>
        </p:spPr>
        <p:txBody>
          <a:bodyPr/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2000">
                <a:latin typeface="+mj-lt"/>
              </a:defRPr>
            </a:lvl2pPr>
            <a:lvl3pPr marL="6350" indent="0" algn="ctr">
              <a:buNone/>
              <a:tabLst/>
              <a:defRPr sz="1600"/>
            </a:lvl3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Brief bio copy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083DF-F4A2-154D-AA9B-C4ECB7018587}"/>
              </a:ext>
            </a:extLst>
          </p:cNvPr>
          <p:cNvSpPr>
            <a:spLocks noGrp="1"/>
          </p:cNvSpPr>
          <p:nvPr userDrawn="1"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172D9-C10D-224D-99BD-8F93F0014515}"/>
              </a:ext>
            </a:extLst>
          </p:cNvPr>
          <p:cNvSpPr>
            <a:spLocks noGrp="1"/>
          </p:cNvSpPr>
          <p:nvPr userDrawn="1">
            <p:ph type="sldNum" sz="quarter" idx="18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52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140E-C3B9-7249-8B71-09A343E8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56D570B6-EDA8-D549-8E95-F9AE4E934A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65855" y="2144266"/>
            <a:ext cx="1633728" cy="1633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/>
          <a:lstStyle>
            <a:lvl1pPr>
              <a:defRPr sz="1333"/>
            </a:lvl1pPr>
          </a:lstStyle>
          <a:p>
            <a:r>
              <a:rPr lang="en-US"/>
              <a:t>Click icon to add picture</a:t>
            </a:r>
            <a:endParaRPr lang="uk-UA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E564787-CBDB-A747-8277-DB5B8577BE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59513" y="3959624"/>
            <a:ext cx="2229756" cy="1599243"/>
          </a:xfrm>
        </p:spPr>
        <p:txBody>
          <a:bodyPr/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2000">
                <a:latin typeface="+mj-lt"/>
              </a:defRPr>
            </a:lvl2pPr>
            <a:lvl3pPr marL="6350" indent="0" algn="ctr">
              <a:buNone/>
              <a:tabLst/>
              <a:defRPr sz="1600"/>
            </a:lvl3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Brief bio copy</a:t>
            </a:r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5438860" y="2144266"/>
            <a:ext cx="1633728" cy="1633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85BD6-1A03-1946-9B62-D5C7E43C4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0843" y="3959624"/>
            <a:ext cx="2229763" cy="1599243"/>
          </a:xfrm>
        </p:spPr>
        <p:txBody>
          <a:bodyPr/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2000">
                <a:latin typeface="+mj-lt"/>
              </a:defRPr>
            </a:lvl2pPr>
            <a:lvl3pPr marL="6350" indent="0" algn="ctr">
              <a:buNone/>
              <a:tabLst/>
              <a:defRPr sz="1600"/>
            </a:lvl3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Brief bio copy</a:t>
            </a:r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8406695" y="2144266"/>
            <a:ext cx="1633728" cy="1633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/>
          <a:lstStyle>
            <a:lvl1pPr>
              <a:defRPr sz="1333"/>
            </a:lvl1pPr>
          </a:lstStyle>
          <a:p>
            <a:r>
              <a:rPr lang="en-US"/>
              <a:t>Click icon to add picture</a:t>
            </a:r>
            <a:endParaRPr lang="uk-UA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1169706-2771-1342-BC54-D83D997E21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7991" y="3959624"/>
            <a:ext cx="2231136" cy="1599243"/>
          </a:xfrm>
        </p:spPr>
        <p:txBody>
          <a:bodyPr/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2000">
                <a:latin typeface="+mj-lt"/>
              </a:defRPr>
            </a:lvl2pPr>
            <a:lvl3pPr marL="6350" indent="0" algn="ctr">
              <a:buNone/>
              <a:tabLst/>
              <a:defRPr sz="1600"/>
            </a:lvl3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Brief bio copy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2D0F9-08A4-0F4D-A0B4-2042E516E6C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172D9-C10D-224D-99BD-8F93F001451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69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73DB-1F75-834F-927D-ADB5216B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254290-7DE3-6B44-8595-33F864E07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800" y="1463040"/>
            <a:ext cx="11137392" cy="4572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A5E07-3F71-5443-8384-74F9B787AE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A76A7-610A-284F-8CBA-26689485FF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822584-F865-C34C-BE25-975BB9D4999A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D399A-EA85-0148-8D83-230A6B861269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234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254290-7DE3-6B44-8595-33F864E07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800" y="1828800"/>
            <a:ext cx="11137392" cy="304495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950B3-1F1A-9A44-8C60-DC7B004583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423E85-AE4F-9A4A-9A32-BC2475460C7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52C87-FB9F-0E4C-91F5-F939F69776C3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A2938-0DA7-934D-B9C9-9C7C73E9C063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428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KE A STA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6957-8385-BA41-AC67-96E9BF1EE284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85799" y="2095150"/>
            <a:ext cx="4443984" cy="2667701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254290-7DE3-6B44-8595-33F864E0761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522298" y="2095150"/>
            <a:ext cx="6300894" cy="266770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2AA11-764E-7047-9DB2-3929FBD5C174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93802-628D-014A-8342-91C92F75B630}"/>
              </a:ext>
            </a:extLst>
          </p:cNvPr>
          <p:cNvSpPr>
            <a:spLocks noGrp="1"/>
          </p:cNvSpPr>
          <p:nvPr userDrawn="1"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DDFF3-88F3-0E45-B4F0-570E0206884C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8FEC4-E132-FB44-B240-ADD130D11831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EB701E-8C4A-3047-AED1-EAE347434DE6}"/>
              </a:ext>
            </a:extLst>
          </p:cNvPr>
          <p:cNvCxnSpPr>
            <a:cxnSpLocks/>
          </p:cNvCxnSpPr>
          <p:nvPr userDrawn="1"/>
        </p:nvCxnSpPr>
        <p:spPr>
          <a:xfrm>
            <a:off x="5324866" y="2095150"/>
            <a:ext cx="0" cy="2667701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98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2D9A-4AE7-D24A-B935-D891CC9DAAD3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6F82DE-D60B-DC4F-BF67-13C1749FD2B2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85800" y="1463040"/>
            <a:ext cx="5385816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D2A7B6D-F215-164B-AB00-58091BC0435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437376" y="1463040"/>
            <a:ext cx="5386558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E3132-41DD-5640-81C9-CA94A8DA1D0F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540F1-D8A0-FF46-B1EA-4E900B8607C0}"/>
              </a:ext>
            </a:extLst>
          </p:cNvPr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1FAF78-10EF-9245-B0F0-C5520AFFAF52}"/>
              </a:ext>
            </a:extLst>
          </p:cNvPr>
          <p:cNvGrpSpPr/>
          <p:nvPr userDrawn="1"/>
        </p:nvGrpSpPr>
        <p:grpSpPr>
          <a:xfrm>
            <a:off x="-1" y="0"/>
            <a:ext cx="320041" cy="6858000"/>
            <a:chOff x="-1" y="0"/>
            <a:chExt cx="320041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885738-3B2A-BF4F-932E-64383B048B20}"/>
                </a:ext>
              </a:extLst>
            </p:cNvPr>
            <p:cNvSpPr/>
            <p:nvPr userDrawn="1"/>
          </p:nvSpPr>
          <p:spPr>
            <a:xfrm>
              <a:off x="-1" y="0"/>
              <a:ext cx="320041" cy="969264"/>
            </a:xfrm>
            <a:prstGeom prst="rect">
              <a:avLst/>
            </a:prstGeom>
            <a:solidFill>
              <a:schemeClr val="accent2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63659F7-FA44-E74C-A47D-AD78372A99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41400"/>
              <a:ext cx="317500" cy="5816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7228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3646-16B9-0F4C-9B07-2AE355DE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DC3CF-062F-6D4A-B068-360B58638D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463040"/>
            <a:ext cx="3209544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93CA37B-759A-264A-954C-81B341DC92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49978" y="1463040"/>
            <a:ext cx="3212592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88EC3E-2BC0-6F4F-99A5-C254D1B501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10600" y="1463040"/>
            <a:ext cx="3212592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71666-31D6-0B41-921D-895B647FE5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6A206-F521-BF45-9311-E95E6E8C51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8696DA-E60F-B14F-849A-E74914636560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6C489-9BFB-364A-9B66-9FD1C9534EF7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674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6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279D-A6D5-BF4C-8881-FB4D65FF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DC3CF-062F-6D4A-B068-360B58638D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463040"/>
            <a:ext cx="3212592" cy="1828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3C30871-9CE5-704E-918A-539E74CBFF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48200" y="1463040"/>
            <a:ext cx="3212592" cy="1828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88EC3E-2BC0-6F4F-99A5-C254D1B501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13648" y="1463040"/>
            <a:ext cx="3212592" cy="1828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092D13B-F05B-DB46-9F08-B097B3E090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5800" y="3894435"/>
            <a:ext cx="3212592" cy="1828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F2ECC7E-EB13-D640-8266-A7D8A5D4A5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48200" y="3892741"/>
            <a:ext cx="3212592" cy="1828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22C77D9-380D-3D40-88C7-383D26FB95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10600" y="3892741"/>
            <a:ext cx="3212592" cy="1828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0B9EB-429D-844E-A6DF-04F458ECED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6A206-F521-BF45-9311-E95E6E8C51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D88DB-5005-0E4B-9A5D-18E3BE61C9A9}"/>
              </a:ext>
            </a:extLst>
          </p:cNvPr>
          <p:cNvGrpSpPr/>
          <p:nvPr userDrawn="1"/>
        </p:nvGrpSpPr>
        <p:grpSpPr>
          <a:xfrm>
            <a:off x="-1" y="0"/>
            <a:ext cx="320041" cy="6858000"/>
            <a:chOff x="-1" y="0"/>
            <a:chExt cx="320041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98514AE-BC7F-F34A-B326-DC9C9B1BE82D}"/>
                </a:ext>
              </a:extLst>
            </p:cNvPr>
            <p:cNvSpPr/>
            <p:nvPr userDrawn="1"/>
          </p:nvSpPr>
          <p:spPr>
            <a:xfrm>
              <a:off x="-1" y="0"/>
              <a:ext cx="320041" cy="969264"/>
            </a:xfrm>
            <a:prstGeom prst="rect">
              <a:avLst/>
            </a:prstGeom>
            <a:solidFill>
              <a:schemeClr val="accent2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2B1C580-D102-FC4A-8250-39B280ABC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41400"/>
              <a:ext cx="317500" cy="5816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7227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- 1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E126BDFA-0B7C-C04E-9B57-456717EB7F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" y="2770265"/>
            <a:ext cx="1645561" cy="1423132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46A911-4395-A54C-B59C-C52ADEEAE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28608" y="2770265"/>
            <a:ext cx="9094584" cy="1423132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63527-8F06-2A46-8880-B40F067DEC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262ABD-8F75-1C4F-A2F1-BC8E46DC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D902F-E8C5-B04C-9627-8A78833A1AC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FB49E5-2828-DE4F-B8C9-053DE584B80B}"/>
              </a:ext>
            </a:extLst>
          </p:cNvPr>
          <p:cNvCxnSpPr>
            <a:cxnSpLocks/>
          </p:cNvCxnSpPr>
          <p:nvPr userDrawn="1"/>
        </p:nvCxnSpPr>
        <p:spPr>
          <a:xfrm>
            <a:off x="2535904" y="2770265"/>
            <a:ext cx="0" cy="1423132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853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- 2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E126BDFA-0B7C-C04E-9B57-456717EB7F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6591" y="1930898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46A911-4395-A54C-B59C-C52ADEEAE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3701" y="3301339"/>
            <a:ext cx="3710400" cy="1905661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780CF7B0-EA2B-434F-9B2A-993AB47267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92135" y="1930897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E25944-4393-8543-AE8A-E5D9AF1323DF}"/>
              </a:ext>
            </a:extLst>
          </p:cNvPr>
          <p:cNvCxnSpPr>
            <a:cxnSpLocks/>
          </p:cNvCxnSpPr>
          <p:nvPr userDrawn="1"/>
        </p:nvCxnSpPr>
        <p:spPr>
          <a:xfrm>
            <a:off x="6254496" y="1828800"/>
            <a:ext cx="0" cy="3429000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CE7E8E85-19A6-BB4F-94D3-8658C061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5284" y="3301339"/>
            <a:ext cx="3712463" cy="1905661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95E8C-2A98-CC4D-A3F1-FC3C3372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4378D-8474-5E4A-9E3A-E7C27253A0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62C28-A2FE-244C-9BE4-B00BF8CD10C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318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- 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46A911-4395-A54C-B59C-C52ADEEAE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6120" y="3303732"/>
            <a:ext cx="2733400" cy="190326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780CF7B0-EA2B-434F-9B2A-993AB47267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65116" y="1928460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B34F5E-0220-E146-B13E-A1B31EEC62EA}"/>
              </a:ext>
            </a:extLst>
          </p:cNvPr>
          <p:cNvCxnSpPr>
            <a:cxnSpLocks/>
          </p:cNvCxnSpPr>
          <p:nvPr userDrawn="1"/>
        </p:nvCxnSpPr>
        <p:spPr>
          <a:xfrm>
            <a:off x="4495800" y="1828800"/>
            <a:ext cx="0" cy="3429000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6F3059-5932-9748-B827-FFD1E51E05EE}"/>
              </a:ext>
            </a:extLst>
          </p:cNvPr>
          <p:cNvCxnSpPr>
            <a:cxnSpLocks/>
          </p:cNvCxnSpPr>
          <p:nvPr userDrawn="1"/>
        </p:nvCxnSpPr>
        <p:spPr>
          <a:xfrm>
            <a:off x="8001000" y="1828800"/>
            <a:ext cx="0" cy="3429000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203923EF-F6FC-6D49-81C9-69B119D89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87796" y="3303732"/>
            <a:ext cx="2733400" cy="190326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61687008-83E4-FF44-8294-812BBEB14F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6340" y="3303732"/>
            <a:ext cx="2733400" cy="190326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F2048F1C-F2E1-6845-AE56-DA7D9FFCA30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73440" y="1928460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8DE8E23-BA0F-5448-8D1C-9F6A46562DB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58126" y="1928460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030C1-CF71-CF42-81D6-A23834950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0804A-E152-4D45-91B9-FD97DE57B99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EB2E5-BBC6-AF44-B8B7-E5458E5DBDF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35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-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69F91-1C2B-2B40-BBC7-62B4E4AA0B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5800" y="1536805"/>
            <a:ext cx="1168401" cy="1010469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E126BDFA-0B7C-C04E-9B57-456717EB7F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" y="3194216"/>
            <a:ext cx="1168401" cy="1010469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2008D3C-3301-F544-B898-B5FBF3B5B3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" y="4864432"/>
            <a:ext cx="1168401" cy="1010469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46A911-4395-A54C-B59C-C52ADEEAE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2501" y="3194216"/>
            <a:ext cx="9580691" cy="101070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F2D01EC0-CF3D-884D-955B-D769EC9BE7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42502" y="1536805"/>
            <a:ext cx="9580538" cy="101070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29B03AD-D8C3-264C-A8DF-4C1A85127B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42501" y="4864432"/>
            <a:ext cx="9580726" cy="101070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C12C2-93C3-0842-B8EB-3C2C30078B7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6233335-B7F9-384B-9453-CE82C9BD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1B18A-57E4-2E4C-81F7-3463283623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FE754-4BF0-5741-AB02-723D411EADA7}"/>
              </a:ext>
            </a:extLst>
          </p:cNvPr>
          <p:cNvCxnSpPr>
            <a:cxnSpLocks/>
          </p:cNvCxnSpPr>
          <p:nvPr userDrawn="1"/>
        </p:nvCxnSpPr>
        <p:spPr>
          <a:xfrm>
            <a:off x="2049798" y="1536805"/>
            <a:ext cx="0" cy="1014984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F99594-D132-B343-B1ED-BFD0B028036A}"/>
              </a:ext>
            </a:extLst>
          </p:cNvPr>
          <p:cNvCxnSpPr>
            <a:cxnSpLocks/>
          </p:cNvCxnSpPr>
          <p:nvPr userDrawn="1"/>
        </p:nvCxnSpPr>
        <p:spPr>
          <a:xfrm>
            <a:off x="2049798" y="3194216"/>
            <a:ext cx="0" cy="1014984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E595E7-841F-E14B-B7F8-1C2A953E7270}"/>
              </a:ext>
            </a:extLst>
          </p:cNvPr>
          <p:cNvCxnSpPr>
            <a:cxnSpLocks/>
          </p:cNvCxnSpPr>
          <p:nvPr userDrawn="1"/>
        </p:nvCxnSpPr>
        <p:spPr>
          <a:xfrm>
            <a:off x="2049798" y="4864432"/>
            <a:ext cx="0" cy="1014984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1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46A911-4395-A54C-B59C-C52ADEEAE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6303" y="3725002"/>
            <a:ext cx="2733400" cy="1277392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780CF7B0-EA2B-434F-9B2A-993AB47267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65116" y="1834512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203923EF-F6FC-6D49-81C9-69B119D89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86774" y="3725002"/>
            <a:ext cx="2733400" cy="1277392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61687008-83E4-FF44-8294-812BBEB14F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07246" y="3725002"/>
            <a:ext cx="2733400" cy="1277392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F2048F1C-F2E1-6845-AE56-DA7D9FFCA30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343624" y="1838644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8DE8E23-BA0F-5448-8D1C-9F6A46562DB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758084" y="1834512"/>
            <a:ext cx="1378759" cy="119239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D2D191-EDA7-1A4F-BC1F-B289335EAF29}"/>
              </a:ext>
            </a:extLst>
          </p:cNvPr>
          <p:cNvGrpSpPr/>
          <p:nvPr userDrawn="1"/>
        </p:nvGrpSpPr>
        <p:grpSpPr>
          <a:xfrm>
            <a:off x="2882646" y="3234711"/>
            <a:ext cx="6743700" cy="304800"/>
            <a:chOff x="4086225" y="4271760"/>
            <a:chExt cx="10115550" cy="4572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89CA033-C14E-E046-82ED-9B1ABA20139E}"/>
                </a:ext>
              </a:extLst>
            </p:cNvPr>
            <p:cNvSpPr/>
            <p:nvPr/>
          </p:nvSpPr>
          <p:spPr>
            <a:xfrm>
              <a:off x="8915400" y="4271760"/>
              <a:ext cx="457200" cy="4572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uk-UA" sz="1867">
                <a:solidFill>
                  <a:schemeClr val="bg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7B7F9A3-1104-1A40-86E7-FF058DF8E1A2}"/>
                </a:ext>
              </a:extLst>
            </p:cNvPr>
            <p:cNvSpPr/>
            <p:nvPr/>
          </p:nvSpPr>
          <p:spPr>
            <a:xfrm>
              <a:off x="4086225" y="4271760"/>
              <a:ext cx="457200" cy="4572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uk-UA" sz="1867">
                <a:solidFill>
                  <a:schemeClr val="bg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7585444-8DF9-C94E-986A-9F23A1EDF10C}"/>
                </a:ext>
              </a:extLst>
            </p:cNvPr>
            <p:cNvSpPr/>
            <p:nvPr/>
          </p:nvSpPr>
          <p:spPr>
            <a:xfrm>
              <a:off x="13744575" y="4271760"/>
              <a:ext cx="457200" cy="4572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uk-UA" sz="1867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AF98BE-1566-3D4E-AFAD-AE93499F8DC1}"/>
                </a:ext>
              </a:extLst>
            </p:cNvPr>
            <p:cNvCxnSpPr>
              <a:stCxn id="18" idx="6"/>
              <a:endCxn id="17" idx="2"/>
            </p:cNvCxnSpPr>
            <p:nvPr/>
          </p:nvCxnSpPr>
          <p:spPr>
            <a:xfrm>
              <a:off x="4543425" y="4500360"/>
              <a:ext cx="4371975" cy="0"/>
            </a:xfrm>
            <a:prstGeom prst="line">
              <a:avLst/>
            </a:prstGeom>
            <a:ln w="254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AE7B15-F414-2144-A795-2AB5872CC2C5}"/>
                </a:ext>
              </a:extLst>
            </p:cNvPr>
            <p:cNvCxnSpPr>
              <a:stCxn id="17" idx="6"/>
              <a:endCxn id="19" idx="2"/>
            </p:cNvCxnSpPr>
            <p:nvPr/>
          </p:nvCxnSpPr>
          <p:spPr>
            <a:xfrm>
              <a:off x="9372600" y="4500360"/>
              <a:ext cx="4371975" cy="0"/>
            </a:xfrm>
            <a:prstGeom prst="line">
              <a:avLst/>
            </a:prstGeom>
            <a:ln w="254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8D2BA7-B1F7-D941-865F-9AF39586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005D8-C143-F541-A580-2FEC5454D91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0ECE1-1435-E649-9D8F-C412140E7DA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15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254290-7DE3-6B44-8595-33F864E07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9950" y="2095150"/>
            <a:ext cx="6303242" cy="266770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48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6957-8385-BA41-AC67-96E9BF1EE2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799" y="2095150"/>
            <a:ext cx="4443983" cy="2667701"/>
          </a:xfrm>
        </p:spPr>
        <p:txBody>
          <a:bodyPr anchor="ctr"/>
          <a:lstStyle>
            <a:lvl1pPr algn="ctr">
              <a:defRPr sz="11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6ABBC-3139-584D-9469-11ECCE91FF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9DB4DE-FDE9-EE44-862E-5A9C3603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2CCC3-F479-E842-AE3C-887D18A9310C}"/>
              </a:ext>
            </a:extLst>
          </p:cNvPr>
          <p:cNvSpPr/>
          <p:nvPr userDrawn="1"/>
        </p:nvSpPr>
        <p:spPr>
          <a:xfrm>
            <a:off x="0" y="0"/>
            <a:ext cx="320040" cy="6172200"/>
          </a:xfrm>
          <a:prstGeom prst="rect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6628BD-DF26-894A-8C0F-D0132CE6573B}"/>
              </a:ext>
            </a:extLst>
          </p:cNvPr>
          <p:cNvSpPr/>
          <p:nvPr userDrawn="1"/>
        </p:nvSpPr>
        <p:spPr>
          <a:xfrm>
            <a:off x="-1" y="6248400"/>
            <a:ext cx="320041" cy="609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947CB-FACB-0840-AFD5-E6B6576284A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99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254290-7DE3-6B44-8595-33F864E07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68944" y="1841500"/>
            <a:ext cx="6554247" cy="11684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6957-8385-BA41-AC67-96E9BF1EE2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16959" y="1841500"/>
            <a:ext cx="1955801" cy="1168400"/>
          </a:xfrm>
        </p:spPr>
        <p:txBody>
          <a:bodyPr anchor="ctr"/>
          <a:lstStyle>
            <a:lvl1pPr algn="r">
              <a:defRPr sz="6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969DCB-4232-0143-8615-239FE22DC0C8}"/>
              </a:ext>
            </a:extLst>
          </p:cNvPr>
          <p:cNvCxnSpPr/>
          <p:nvPr userDrawn="1"/>
        </p:nvCxnSpPr>
        <p:spPr>
          <a:xfrm>
            <a:off x="5064192" y="3848100"/>
            <a:ext cx="0" cy="1168400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034FFC-B08A-4749-B12F-394D3C4CCEBB}"/>
              </a:ext>
            </a:extLst>
          </p:cNvPr>
          <p:cNvCxnSpPr/>
          <p:nvPr userDrawn="1"/>
        </p:nvCxnSpPr>
        <p:spPr>
          <a:xfrm>
            <a:off x="5066417" y="1841500"/>
            <a:ext cx="0" cy="1168400"/>
          </a:xfrm>
          <a:prstGeom prst="line">
            <a:avLst/>
          </a:prstGeom>
          <a:ln w="254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8D2998-A776-3D49-80B7-2C974A4F86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16959" y="3849928"/>
            <a:ext cx="1955802" cy="1168400"/>
          </a:xfrm>
        </p:spPr>
        <p:txBody>
          <a:bodyPr anchor="ctr"/>
          <a:lstStyle>
            <a:lvl1pPr algn="r">
              <a:defRPr sz="6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BE14881-CE3B-A941-B45C-92918736A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68944" y="3848100"/>
            <a:ext cx="6554247" cy="11684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D8E51-1272-D34C-A0D9-007837EBA8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96C3-AFEE-F04B-B71E-22F034AC7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51" b="19536"/>
          <a:stretch/>
        </p:blipFill>
        <p:spPr>
          <a:xfrm>
            <a:off x="282302" y="-1"/>
            <a:ext cx="1635760" cy="68580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7372-2F24-D44D-A081-9DE9F7E0731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16958" y="6248400"/>
            <a:ext cx="7687034" cy="30480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7FDA30D-D15A-2E47-90D0-24E5610C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6958" y="365760"/>
            <a:ext cx="8906233" cy="6035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0727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CHART - 1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03FD-3A88-5D44-85C8-E768CB1D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F680-827D-CC4A-8DCC-656EE086D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hart Placeholder 19">
            <a:extLst>
              <a:ext uri="{FF2B5EF4-FFF2-40B4-BE49-F238E27FC236}">
                <a16:creationId xmlns:a16="http://schemas.microsoft.com/office/drawing/2014/main" id="{74B732FC-5649-0E42-A416-47988564D6D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191000" y="2421930"/>
            <a:ext cx="4114800" cy="352777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BBC26E3-E298-6949-B6C2-A3B01686DB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1463040"/>
            <a:ext cx="11137392" cy="660400"/>
          </a:xfrm>
        </p:spPr>
        <p:txBody>
          <a:bodyPr anchor="ctr"/>
          <a:lstStyle>
            <a:lvl1pPr algn="ctr">
              <a:defRPr/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2182135E-BB58-504A-8CA1-DC79BFDC9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73731" y="5005629"/>
            <a:ext cx="2784266" cy="9440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04D62AED-963B-DD46-8AD6-39421FB309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3731" y="3713779"/>
            <a:ext cx="2784266" cy="9440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124FBBA-1393-004A-99D8-E55F18E337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73730" y="2421930"/>
            <a:ext cx="2784266" cy="9440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ADD44797-1CA4-0E4F-A7ED-C8D85A4300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8805" y="5005838"/>
            <a:ext cx="2784266" cy="944071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+mj-lt"/>
              </a:defRPr>
            </a:lvl1pPr>
            <a:lvl2pPr marL="0" indent="0" algn="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4F5E9C07-67ED-364E-9F31-24100542F9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8805" y="3713988"/>
            <a:ext cx="2784266" cy="944071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+mj-lt"/>
              </a:defRPr>
            </a:lvl1pPr>
            <a:lvl2pPr marL="0" indent="0" algn="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2F00007C-60B2-CA49-BF19-0079BC9A033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8804" y="2422139"/>
            <a:ext cx="2784266" cy="944071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+mj-lt"/>
              </a:defRPr>
            </a:lvl1pPr>
            <a:lvl2pPr marL="0" indent="0" algn="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AC037-72EA-DA43-A67B-07E2437BFD4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688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CHAR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254290-7DE3-6B44-8595-33F864E07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22298" y="1898164"/>
            <a:ext cx="6300894" cy="35560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50000"/>
              </a:lnSpc>
              <a:buNone/>
              <a:defRPr sz="19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81686-9B4E-2F4F-8D10-69023E75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DB6197CF-C3DD-594E-BB1B-7B07D7495D0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85800" y="1898164"/>
            <a:ext cx="4435773" cy="355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C92AC-3BB2-0643-954A-0D62DA3CAF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4B978-C3C7-734F-B333-2F36FF25B2A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900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CHAR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1686-9B4E-2F4F-8D10-69023E75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B3168FB4-4C17-9E48-A067-381F505CFC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47544" y="1912713"/>
            <a:ext cx="3584448" cy="153780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 Placeholder 27">
            <a:extLst>
              <a:ext uri="{FF2B5EF4-FFF2-40B4-BE49-F238E27FC236}">
                <a16:creationId xmlns:a16="http://schemas.microsoft.com/office/drawing/2014/main" id="{6F9F0542-1195-264E-89B8-E164B58C5A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47544" y="3944713"/>
            <a:ext cx="3584448" cy="153780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B2F4BAC6-C8D5-E543-80C4-089186357B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8744" y="1912713"/>
            <a:ext cx="3584448" cy="153780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6D03709F-C398-0646-A61C-23669DD686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38744" y="3944713"/>
            <a:ext cx="3584448" cy="153780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Chart Placeholder 39">
            <a:extLst>
              <a:ext uri="{FF2B5EF4-FFF2-40B4-BE49-F238E27FC236}">
                <a16:creationId xmlns:a16="http://schemas.microsoft.com/office/drawing/2014/main" id="{37FD8234-26A8-B64E-B9F7-6E950095F72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477000" y="1910119"/>
            <a:ext cx="1574800" cy="1540398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Chart Placeholder 39">
            <a:extLst>
              <a:ext uri="{FF2B5EF4-FFF2-40B4-BE49-F238E27FC236}">
                <a16:creationId xmlns:a16="http://schemas.microsoft.com/office/drawing/2014/main" id="{82573EE2-7E5D-6848-9B84-3BBB1016ACFB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477000" y="3944714"/>
            <a:ext cx="1574800" cy="1540398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hart Placeholder 39">
            <a:extLst>
              <a:ext uri="{FF2B5EF4-FFF2-40B4-BE49-F238E27FC236}">
                <a16:creationId xmlns:a16="http://schemas.microsoft.com/office/drawing/2014/main" id="{C4F2232A-0FD0-F541-B229-744A8344FD0B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85800" y="3942120"/>
            <a:ext cx="1574800" cy="1540398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Chart Placeholder 39">
            <a:extLst>
              <a:ext uri="{FF2B5EF4-FFF2-40B4-BE49-F238E27FC236}">
                <a16:creationId xmlns:a16="http://schemas.microsoft.com/office/drawing/2014/main" id="{EE41E718-1070-B34A-82FC-ECB080E3CE82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85800" y="1910119"/>
            <a:ext cx="1574800" cy="15403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AEA5-84D2-3448-BDB9-DD6228892D2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CFC95-E24F-974F-BF57-DEBBD05168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382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CHART - 4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1686-9B4E-2F4F-8D10-69023E75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B3168FB4-4C17-9E48-A067-381F505CFC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6728" y="4139826"/>
            <a:ext cx="2624328" cy="153780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Chart Placeholder 39">
            <a:extLst>
              <a:ext uri="{FF2B5EF4-FFF2-40B4-BE49-F238E27FC236}">
                <a16:creationId xmlns:a16="http://schemas.microsoft.com/office/drawing/2014/main" id="{C4F2232A-0FD0-F541-B229-744A8344FD0B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85800" y="1609344"/>
            <a:ext cx="2625256" cy="24069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Text Placeholder 27">
            <a:extLst>
              <a:ext uri="{FF2B5EF4-FFF2-40B4-BE49-F238E27FC236}">
                <a16:creationId xmlns:a16="http://schemas.microsoft.com/office/drawing/2014/main" id="{46FDA947-73DB-7644-BCD3-7A4FF602AA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11370" y="4139826"/>
            <a:ext cx="2624328" cy="153780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2" name="Text Placeholder 27">
            <a:extLst>
              <a:ext uri="{FF2B5EF4-FFF2-40B4-BE49-F238E27FC236}">
                <a16:creationId xmlns:a16="http://schemas.microsoft.com/office/drawing/2014/main" id="{EA28099A-641E-2C45-8167-DEB1C96EEB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47030" y="4139826"/>
            <a:ext cx="2624328" cy="153780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3" name="Text Placeholder 27">
            <a:extLst>
              <a:ext uri="{FF2B5EF4-FFF2-40B4-BE49-F238E27FC236}">
                <a16:creationId xmlns:a16="http://schemas.microsoft.com/office/drawing/2014/main" id="{05767FB1-259F-CD4C-8930-A32EC86757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97936" y="4139826"/>
            <a:ext cx="2624328" cy="153780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4" name="Chart Placeholder 39">
            <a:extLst>
              <a:ext uri="{FF2B5EF4-FFF2-40B4-BE49-F238E27FC236}">
                <a16:creationId xmlns:a16="http://schemas.microsoft.com/office/drawing/2014/main" id="{76AAADEF-685C-1A49-90B6-A1C9039486A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511370" y="1609344"/>
            <a:ext cx="2625256" cy="2406909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Chart Placeholder 39">
            <a:extLst>
              <a:ext uri="{FF2B5EF4-FFF2-40B4-BE49-F238E27FC236}">
                <a16:creationId xmlns:a16="http://schemas.microsoft.com/office/drawing/2014/main" id="{86D064D9-8D41-4E4B-A98D-E19109B08A4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9197936" y="1609344"/>
            <a:ext cx="2625256" cy="2406909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Chart Placeholder 39">
            <a:extLst>
              <a:ext uri="{FF2B5EF4-FFF2-40B4-BE49-F238E27FC236}">
                <a16:creationId xmlns:a16="http://schemas.microsoft.com/office/drawing/2014/main" id="{6ACD5DE6-FB20-694D-A132-4450B8519169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6347030" y="1609344"/>
            <a:ext cx="2625256" cy="24069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913D-505F-A143-B3D7-488C293423B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5D6EA-5456-9F44-8B94-12C49A32C4D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178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03FD-3A88-5D44-85C8-E768CB1D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F680-827D-CC4A-8DCC-656EE086D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F0B3B90F-385D-7B43-9181-60D83DE3F2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800" y="1463040"/>
            <a:ext cx="2962679" cy="4572000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AE480B-8030-514C-9530-B6C2137A050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48124" y="1463040"/>
            <a:ext cx="7975068" cy="4572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0A29C-3289-1645-919C-16BC47E2F23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27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9568-B2FC-C84F-AF54-D03C6B63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3DDDB6-0133-7948-AD26-B6472C29D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34F3D7FE-A33C-464D-9539-BC252464839C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85800" y="1463040"/>
            <a:ext cx="11137392" cy="457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94F34-B420-7B49-9959-5A07B2ECE2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27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02566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BLOCK (V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7"/>
          <p:cNvSpPr>
            <a:spLocks noGrp="1"/>
          </p:cNvSpPr>
          <p:nvPr>
            <p:ph type="title"/>
          </p:nvPr>
        </p:nvSpPr>
        <p:spPr>
          <a:xfrm>
            <a:off x="6650982" y="365760"/>
            <a:ext cx="5169162" cy="6035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 lang="uk-UA" sz="3000" b="0">
                <a:solidFill>
                  <a:schemeClr val="accent2"/>
                </a:solidFill>
                <a:latin typeface="+mj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  <a:endParaRPr lang="uk-U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F4DA9-99C3-DA40-AEC7-6C07E358490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13592" y="6248400"/>
            <a:ext cx="609600" cy="30480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95E7BD6-CFDA-F340-991C-181929B8D9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50982" y="1463040"/>
            <a:ext cx="5172210" cy="45720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 marL="182889" indent="-182889">
              <a:buFont typeface="Arial" panose="020B0604020202020204" pitchFamily="34" charset="0"/>
              <a:buChar char="•"/>
              <a:defRPr sz="1900"/>
            </a:lvl2pPr>
            <a:lvl3pPr marL="365778">
              <a:defRPr sz="1600"/>
            </a:lvl3pPr>
            <a:lvl4pPr marL="548667">
              <a:defRPr sz="1300"/>
            </a:lvl4pPr>
            <a:lvl5pPr marL="731557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F2234-C703-BF49-AB51-2BA1A39E4FA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650982" y="6248400"/>
            <a:ext cx="4562610" cy="30480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08643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BLOCK (V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2AC8BC53-D372-9340-AD3B-26E01327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4867656" cy="6035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 lang="uk-UA" sz="3000" b="0">
                <a:solidFill>
                  <a:schemeClr val="accent2"/>
                </a:solidFill>
                <a:latin typeface="+mj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  <a:endParaRPr lang="uk-UA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9CD03F7-4CD1-534A-83B5-50A176E7E6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800" y="1463040"/>
            <a:ext cx="4867656" cy="45720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 marL="182889" indent="-182889">
              <a:buFont typeface="Arial" panose="020B0604020202020204" pitchFamily="34" charset="0"/>
              <a:buChar char="•"/>
              <a:defRPr sz="1900"/>
            </a:lvl2pPr>
            <a:lvl3pPr marL="365778">
              <a:defRPr sz="1600"/>
            </a:lvl3pPr>
            <a:lvl4pPr marL="548667" indent="-182889">
              <a:defRPr sz="1300"/>
            </a:lvl4pPr>
            <a:lvl5pPr marL="731557">
              <a:defRPr sz="13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26BEF3D-754B-344D-9517-CB9D1A9481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82752" y="6248400"/>
            <a:ext cx="609600" cy="3048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58B8D-0D12-1B48-9000-DA70A53612F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92352" y="6248400"/>
            <a:ext cx="4261104" cy="30480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990515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85800" y="1463040"/>
            <a:ext cx="5385816" cy="4572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499347-2961-B042-8DFB-9FBFDED1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2D4EB-10DF-CC4E-8A61-AE5076FC11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0D427AA-A04C-0E4D-B280-C0A833942F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376" y="1463040"/>
            <a:ext cx="5385816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977738-D3E9-0E41-A51A-FBDB81C20B0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23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BLOCK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499347-2961-B042-8DFB-9FBFDED1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2D4EB-10DF-CC4E-8A61-AE5076FC11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FE2167D-CF80-2046-88F0-219004E182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37376" y="1463040"/>
            <a:ext cx="5385816" cy="4572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374D6B0-3683-0F43-BCBE-FA68AC4627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8" y="1463040"/>
            <a:ext cx="5385817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5B0DE0-530E-7046-A06F-F54E1163CD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8299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798" y="1463040"/>
            <a:ext cx="5385817" cy="45720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30C92-F786-7740-8D4F-856680ED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A65EE-8CDD-0246-8073-746AD77896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12A3D21-3D55-3943-87CD-C5F4444ECA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37376" y="1463040"/>
            <a:ext cx="5385816" cy="45720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4F8AC-E355-3D43-B7E8-4007873DE7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3543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+ TEXT BOXE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800" y="1463040"/>
            <a:ext cx="3464658" cy="18288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C8558-0CAA-C941-8090-7BCA56E6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99B54-C99E-FF43-ACA5-AED32EF9EE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C8BDBE08-B2D8-A149-AB49-A36081BB1FE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58534" y="1463040"/>
            <a:ext cx="3464658" cy="18288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FFD6FB1-7302-6040-BD88-BA00C9A9F5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29193" y="1463040"/>
            <a:ext cx="3464658" cy="18288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7836D9F-38D5-5148-926E-181D143640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5800" y="3632201"/>
            <a:ext cx="3464658" cy="2366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95C35A9-1555-294F-BA41-78569E573E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29193" y="3632200"/>
            <a:ext cx="3464658" cy="236626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7049C6A-31E4-BE40-8338-EA004569CE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58534" y="3632199"/>
            <a:ext cx="3464658" cy="236626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D857A-15AC-8545-AC96-054E51B83F7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0302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+ TEXT BOXES - 3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799" y="1463040"/>
            <a:ext cx="3479933" cy="33528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FD341-7C4C-AE49-B33A-DF813384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0FC7A-F706-C741-BFAE-4865D097C2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EDDCDA2-38D1-CB4B-B35C-1BED1EB09D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43258" y="1463040"/>
            <a:ext cx="3479933" cy="33528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9585639-9F76-934B-B69C-7F12AF165B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14529" y="1463040"/>
            <a:ext cx="3479933" cy="33528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753BA86-33EF-ED44-8993-95350CB629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5799" y="5156200"/>
            <a:ext cx="3479933" cy="842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6243140-FECF-6A42-AAB0-081E85B836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20625" y="5156200"/>
            <a:ext cx="3479933" cy="842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F3B7DC7-AA30-A341-BFDC-3CED7E3DE4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43258" y="5140264"/>
            <a:ext cx="3479933" cy="858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D3F24-EBC3-0348-BEFD-D36AE35F7E6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973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QUARES + TEXT BOX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800" y="1463040"/>
            <a:ext cx="3048000" cy="22860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33800" y="1463040"/>
            <a:ext cx="3048000" cy="22860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85800" y="3769093"/>
            <a:ext cx="3048000" cy="22860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733800" y="3769093"/>
            <a:ext cx="3048000" cy="22860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56D4F-70A5-834E-ADDC-3139B645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9D6A7-C0A6-9049-BEB5-BD5DC2AAF9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0FE63DC-71A5-E64D-B8F6-6D9B893FB3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30440" y="1463040"/>
            <a:ext cx="4492752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D7358-19C8-4246-9CF6-0FA52B657C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752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QUARES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048000" cy="18288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3048000" y="1600200"/>
            <a:ext cx="3048000" cy="18288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3048000" cy="18288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9144000" y="1600200"/>
            <a:ext cx="3048000" cy="18288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3D041-C871-684B-ACF7-15B12B37F0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02BF9-AEC1-964A-A87B-0D7E20ED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E7788-6A0C-404B-A451-BC0039DD093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43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QUARES + TEXT BOX -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0D78-9E0F-2D47-8F56-99E30A22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FEA4-7DD2-6541-B8E1-82B1928AA56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08B4BDD-BE32-C04E-9061-C889878AB8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03762" y="1951390"/>
            <a:ext cx="6919429" cy="365692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7C20B073-7940-E445-B65B-A1204A7813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800" y="19513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75CB70D0-8CE2-9D45-9BDF-EE427E21DC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" y="43897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1521579F-9868-5647-99B1-E55D86FB1B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05000" y="19513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7A094C57-0770-AB49-BB94-5D6C1521528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05000" y="4389120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8F07E2B5-9A07-4349-AA3A-CF1C992FF94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26501" y="1951391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4C54CDC9-AC7D-B64D-8FB5-22D3CDBE78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4200" y="4389120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333"/>
            </a:lvl1pPr>
          </a:lstStyle>
          <a:p>
            <a:endParaRPr lang="uk-U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A2727-1C25-564E-AC20-0D295524A46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00610370-ACAA-F644-A7A4-C569B39F814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5800" y="31705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2ADF4D63-BAFC-944B-A6F4-9059BDB617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26501" y="3170591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333"/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261391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QUARES + TEXT BOX -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A30E-BA65-4140-A284-B4E2687C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D5314-98BF-4144-9AA5-F67C7904C3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96D59EEF-B604-1641-9D1E-11C79341B8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901184" y="1951391"/>
            <a:ext cx="6922008" cy="365692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9B6F5-8562-0543-99D1-07568648FA2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4659A525-2BFB-9C40-89B5-2F34797655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800" y="19513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521BAC7-9052-6549-971B-10A7E90C62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" y="43897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5DD38DFC-D58E-1947-A109-4A9EFF5482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05000" y="19513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6FF0DD38-C5A3-2D4A-9454-14C442DFE4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05000" y="4389120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39E47CA6-4511-7F4A-848F-4AD52F71DD6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26501" y="1951391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5F9C4E3B-042B-8342-A30B-643FECAFC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4200" y="4389120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333"/>
            </a:lvl1pPr>
          </a:lstStyle>
          <a:p>
            <a:endParaRPr lang="uk-UA" dirty="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FF498B26-4515-D844-B3BC-9F8FE01C078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85800" y="3170591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B2E4A78D-4D89-D64B-9A30-924CFFA9D95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26501" y="3170591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333"/>
            </a:lvl1pPr>
          </a:lstStyle>
          <a:p>
            <a:endParaRPr lang="uk-UA" dirty="0"/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5E0B0C74-901E-8646-8F16-1E8161579D5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902699" y="3170256"/>
            <a:ext cx="1219200" cy="1219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59986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QUARES -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600200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3432048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438400" y="1600200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438400" y="3432048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876800" y="1600200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876800" y="3432048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7315200" y="1600200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7315200" y="3432048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9753600" y="1600200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9753600" y="3432048"/>
            <a:ext cx="24384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14DBF-3DFC-834F-899E-98357BEC732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C54D64-9D7C-9B43-A4D8-9AF6E343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56494-7EBD-0247-BABE-55CE77A7615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7330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425696" y="1600200"/>
            <a:ext cx="3657600" cy="365760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EE5500-97BA-F340-AE00-2B049A37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D9C28-D0FA-8B4C-B78D-B97DF7C2D1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291331-C369-C446-B43E-74DF55A45B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6266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 +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082293" y="1920240"/>
            <a:ext cx="3657600" cy="365760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22DC01-1ED3-B444-96B4-AA2794D5F0F6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469DF-5BA8-1744-874C-2D7D50795560}"/>
              </a:ext>
            </a:extLst>
          </p:cNvPr>
          <p:cNvSpPr>
            <a:spLocks noGrp="1"/>
          </p:cNvSpPr>
          <p:nvPr userDrawn="1">
            <p:ph type="sldNum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77D3E52-D199-5444-A33D-1F486E2A31E6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5521567" y="1463040"/>
            <a:ext cx="6301625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C275B9-4FBF-EF4F-A5A8-F43A100CA030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64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 + TEXT BLOCK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 userDrawn="1">
            <p:ph type="pic" sz="quarter" idx="11"/>
          </p:nvPr>
        </p:nvSpPr>
        <p:spPr>
          <a:xfrm>
            <a:off x="7758313" y="1920240"/>
            <a:ext cx="3657600" cy="365760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5D38F9-F365-BF40-8DA4-C59D5DD7449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E2E05-8AD2-3E42-9E6D-68496FDE73DA}"/>
              </a:ext>
            </a:extLst>
          </p:cNvPr>
          <p:cNvSpPr>
            <a:spLocks noGrp="1"/>
          </p:cNvSpPr>
          <p:nvPr userDrawn="1">
            <p:ph type="sldNum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B2396F3-F4EA-F24F-A3DB-BE0B13B1C80A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85799" y="1463040"/>
            <a:ext cx="6340993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589A66-D72B-0D4C-9444-66AC2CC23A26}"/>
              </a:ext>
            </a:extLst>
          </p:cNvPr>
          <p:cNvSpPr>
            <a:spLocks noGrp="1"/>
          </p:cNvSpPr>
          <p:nvPr userDrawn="1"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12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S + TEXT BLOCKS -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638800" y="1463682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638800" y="3124641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638800" y="4788260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3CB4A5-4179-1D4C-B72B-9CCC4609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DEB9AC-3EA7-F543-A1E1-9C46B1D48B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17F0B3F-D03E-5547-9D43-6CC633C077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28197" y="3119921"/>
            <a:ext cx="4694994" cy="1219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88A789E-6A21-A741-A73C-1A027B5E45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28197" y="1463040"/>
            <a:ext cx="4694994" cy="1216152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396CA7F-67EC-4044-A142-E5C4663040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28198" y="4788260"/>
            <a:ext cx="4694993" cy="1219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F96F51-D3AE-6149-A969-9630B1832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5800" y="1463040"/>
            <a:ext cx="4682801" cy="1216152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7A4432F-40C2-2642-86A3-45D48B507C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8258" y="3119921"/>
            <a:ext cx="4682801" cy="121920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9664E16-9452-3D4A-9E0B-44A0E3BC45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5801" y="4788260"/>
            <a:ext cx="4682800" cy="121920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50000"/>
              </a:lnSpc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44AE28-2AA3-8A4C-A27C-2F71D1E629E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584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705600" y="1652016"/>
            <a:ext cx="3657600" cy="36576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828800" y="1652016"/>
            <a:ext cx="3657600" cy="36576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FED9F1-9987-2A44-A96F-67EECAA1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D29E-751E-8845-965E-AB5C5F4276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48C76C-BCF5-C04A-B3E5-42AB6109E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9598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S + TEXT BLOCKS - 3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700171" y="1463040"/>
            <a:ext cx="3048000" cy="30480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730496" y="1463040"/>
            <a:ext cx="3048000" cy="30480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789563" y="1463040"/>
            <a:ext cx="3048000" cy="30480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981B27-F90B-E04C-A0D8-5455236E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9570-C392-AE4D-9560-84C8F7CAD3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4AC7B90C-F2F7-224D-8F8B-96465EE6CF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7404" y="4907891"/>
            <a:ext cx="3048000" cy="1127149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ACB1FB31-F480-3642-8BED-42BAB9C029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31298" y="4907891"/>
            <a:ext cx="3048000" cy="1127149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952394A2-7320-3C42-8CB8-E1041A73AE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75192" y="4907891"/>
            <a:ext cx="3048000" cy="1127149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  <a:lvl2pPr marL="0" indent="0" algn="ctr">
              <a:buNone/>
              <a:defRPr sz="16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Headline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E8DD3C-1AC7-AB4D-8BDE-435AE2834D5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484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S -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524000" y="16002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3962400" y="16002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2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400800" y="16002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8839200" y="16002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4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524000" y="37338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3962400" y="37338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00800" y="37338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7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8839200" y="3733800"/>
            <a:ext cx="1828800" cy="1828800"/>
          </a:xfrm>
          <a:prstGeom prst="ellipse">
            <a:avLst/>
          </a:prstGeom>
          <a:solidFill>
            <a:schemeClr val="bg1"/>
          </a:solidFill>
          <a:effectLst/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7686A5-F2BD-2045-A9BE-8FA57BB6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D3F5-F2E2-664C-B84E-66A270B22E5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B09B73-ECE3-6F42-B504-D2376B3D7D2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8996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IRCLES + TEXT BOX -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79383" y="19050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 dirty="0"/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79383" y="31242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79383" y="43434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898583" y="19050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898583" y="43434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2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117783" y="19050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3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117783" y="31242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4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3117783" y="43434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1898583" y="3124200"/>
            <a:ext cx="1219200" cy="12192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ECD5C0-F748-504B-BD42-4F746516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1B8E9-E13A-FA4E-9DFE-D5232F5FBAD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816889D-9B60-DA4B-8730-CFCFF9236FB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76800" y="1904999"/>
            <a:ext cx="6946392" cy="365760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476259-D7EA-B94C-895C-00E29BA1839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154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9123-28D6-CB4C-865C-7288C361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E3DB4-BF72-844C-A069-3654624CE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DD59E-87BB-E14E-B299-94A679CFE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803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C9DF9D-019F-E74A-B51A-0D58A0C90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399" y="914399"/>
            <a:ext cx="5500687" cy="5029199"/>
          </a:xfrm>
        </p:spPr>
        <p:txBody>
          <a:bodyPr anchor="ctr"/>
          <a:lstStyle>
            <a:lvl1pPr>
              <a:buClr>
                <a:schemeClr val="accent1"/>
              </a:buClr>
              <a:defRPr sz="5400"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19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099934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78237-B014-BD4A-A02F-3A0EB5D086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914400"/>
            <a:ext cx="5504688" cy="50292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002132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TE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7688BB-4443-5E41-9DFA-2422B66E6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914400"/>
            <a:ext cx="5504688" cy="50292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895549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1E3D97C-1B99-EF47-BD3F-C96D6FBFD8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914400"/>
            <a:ext cx="5504688" cy="50292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48620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E0F1A31-A045-2648-AEDB-ADE32EC4C2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914400"/>
            <a:ext cx="5504688" cy="50292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421228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EGGPLA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29488" y="0"/>
            <a:ext cx="4862512" cy="6858000"/>
          </a:xfrm>
          <a:custGeom>
            <a:avLst/>
            <a:gdLst>
              <a:gd name="connsiteX0" fmla="*/ 0 w 4862512"/>
              <a:gd name="connsiteY0" fmla="*/ 0 h 6858000"/>
              <a:gd name="connsiteX1" fmla="*/ 1187 w 4862512"/>
              <a:gd name="connsiteY1" fmla="*/ 0 h 6858000"/>
              <a:gd name="connsiteX2" fmla="*/ 9497 w 4862512"/>
              <a:gd name="connsiteY2" fmla="*/ 0 h 6858000"/>
              <a:gd name="connsiteX3" fmla="*/ 32053 w 4862512"/>
              <a:gd name="connsiteY3" fmla="*/ 0 h 6858000"/>
              <a:gd name="connsiteX4" fmla="*/ 75977 w 4862512"/>
              <a:gd name="connsiteY4" fmla="*/ 0 h 6858000"/>
              <a:gd name="connsiteX5" fmla="*/ 148392 w 4862512"/>
              <a:gd name="connsiteY5" fmla="*/ 0 h 6858000"/>
              <a:gd name="connsiteX6" fmla="*/ 256422 w 4862512"/>
              <a:gd name="connsiteY6" fmla="*/ 0 h 6858000"/>
              <a:gd name="connsiteX7" fmla="*/ 407188 w 4862512"/>
              <a:gd name="connsiteY7" fmla="*/ 0 h 6858000"/>
              <a:gd name="connsiteX8" fmla="*/ 500824 w 4862512"/>
              <a:gd name="connsiteY8" fmla="*/ 0 h 6858000"/>
              <a:gd name="connsiteX9" fmla="*/ 607814 w 4862512"/>
              <a:gd name="connsiteY9" fmla="*/ 0 h 6858000"/>
              <a:gd name="connsiteX10" fmla="*/ 729051 w 4862512"/>
              <a:gd name="connsiteY10" fmla="*/ 0 h 6858000"/>
              <a:gd name="connsiteX11" fmla="*/ 865423 w 4862512"/>
              <a:gd name="connsiteY11" fmla="*/ 0 h 6858000"/>
              <a:gd name="connsiteX12" fmla="*/ 1017822 w 4862512"/>
              <a:gd name="connsiteY12" fmla="*/ 0 h 6858000"/>
              <a:gd name="connsiteX13" fmla="*/ 1187137 w 4862512"/>
              <a:gd name="connsiteY13" fmla="*/ 0 h 6858000"/>
              <a:gd name="connsiteX14" fmla="*/ 1374259 w 4862512"/>
              <a:gd name="connsiteY14" fmla="*/ 0 h 6858000"/>
              <a:gd name="connsiteX15" fmla="*/ 1580079 w 4862512"/>
              <a:gd name="connsiteY15" fmla="*/ 0 h 6858000"/>
              <a:gd name="connsiteX16" fmla="*/ 1805487 w 4862512"/>
              <a:gd name="connsiteY16" fmla="*/ 0 h 6858000"/>
              <a:gd name="connsiteX17" fmla="*/ 2051372 w 4862512"/>
              <a:gd name="connsiteY17" fmla="*/ 0 h 6858000"/>
              <a:gd name="connsiteX18" fmla="*/ 2318626 w 4862512"/>
              <a:gd name="connsiteY18" fmla="*/ 0 h 6858000"/>
              <a:gd name="connsiteX19" fmla="*/ 2608139 w 4862512"/>
              <a:gd name="connsiteY19" fmla="*/ 0 h 6858000"/>
              <a:gd name="connsiteX20" fmla="*/ 2920801 w 4862512"/>
              <a:gd name="connsiteY20" fmla="*/ 0 h 6858000"/>
              <a:gd name="connsiteX21" fmla="*/ 3257503 w 4862512"/>
              <a:gd name="connsiteY21" fmla="*/ 0 h 6858000"/>
              <a:gd name="connsiteX22" fmla="*/ 3619135 w 4862512"/>
              <a:gd name="connsiteY22" fmla="*/ 0 h 6858000"/>
              <a:gd name="connsiteX23" fmla="*/ 4006586 w 4862512"/>
              <a:gd name="connsiteY23" fmla="*/ 0 h 6858000"/>
              <a:gd name="connsiteX24" fmla="*/ 4420749 w 4862512"/>
              <a:gd name="connsiteY24" fmla="*/ 0 h 6858000"/>
              <a:gd name="connsiteX25" fmla="*/ 4862512 w 4862512"/>
              <a:gd name="connsiteY25" fmla="*/ 0 h 6858000"/>
              <a:gd name="connsiteX26" fmla="*/ 4862512 w 4862512"/>
              <a:gd name="connsiteY26" fmla="*/ 1675 h 6858000"/>
              <a:gd name="connsiteX27" fmla="*/ 4862512 w 4862512"/>
              <a:gd name="connsiteY27" fmla="*/ 13395 h 6858000"/>
              <a:gd name="connsiteX28" fmla="*/ 4862512 w 4862512"/>
              <a:gd name="connsiteY28" fmla="*/ 26161 h 6858000"/>
              <a:gd name="connsiteX29" fmla="*/ 4862512 w 4862512"/>
              <a:gd name="connsiteY29" fmla="*/ 45207 h 6858000"/>
              <a:gd name="connsiteX30" fmla="*/ 4862512 w 4862512"/>
              <a:gd name="connsiteY30" fmla="*/ 71787 h 6858000"/>
              <a:gd name="connsiteX31" fmla="*/ 4862512 w 4862512"/>
              <a:gd name="connsiteY31" fmla="*/ 107156 h 6858000"/>
              <a:gd name="connsiteX32" fmla="*/ 4862512 w 4862512"/>
              <a:gd name="connsiteY32" fmla="*/ 152572 h 6858000"/>
              <a:gd name="connsiteX33" fmla="*/ 4862512 w 4862512"/>
              <a:gd name="connsiteY33" fmla="*/ 209290 h 6858000"/>
              <a:gd name="connsiteX34" fmla="*/ 4862512 w 4862512"/>
              <a:gd name="connsiteY34" fmla="*/ 278565 h 6858000"/>
              <a:gd name="connsiteX35" fmla="*/ 4862512 w 4862512"/>
              <a:gd name="connsiteY35" fmla="*/ 361653 h 6858000"/>
              <a:gd name="connsiteX36" fmla="*/ 4862512 w 4862512"/>
              <a:gd name="connsiteY36" fmla="*/ 459809 h 6858000"/>
              <a:gd name="connsiteX37" fmla="*/ 4862512 w 4862512"/>
              <a:gd name="connsiteY37" fmla="*/ 574291 h 6858000"/>
              <a:gd name="connsiteX38" fmla="*/ 4862512 w 4862512"/>
              <a:gd name="connsiteY38" fmla="*/ 706352 h 6858000"/>
              <a:gd name="connsiteX39" fmla="*/ 4862512 w 4862512"/>
              <a:gd name="connsiteY39" fmla="*/ 857250 h 6858000"/>
              <a:gd name="connsiteX40" fmla="*/ 4862512 w 4862512"/>
              <a:gd name="connsiteY40" fmla="*/ 1028240 h 6858000"/>
              <a:gd name="connsiteX41" fmla="*/ 4862512 w 4862512"/>
              <a:gd name="connsiteY41" fmla="*/ 1220577 h 6858000"/>
              <a:gd name="connsiteX42" fmla="*/ 4862512 w 4862512"/>
              <a:gd name="connsiteY42" fmla="*/ 1435517 h 6858000"/>
              <a:gd name="connsiteX43" fmla="*/ 4862512 w 4862512"/>
              <a:gd name="connsiteY43" fmla="*/ 1674317 h 6858000"/>
              <a:gd name="connsiteX44" fmla="*/ 4862512 w 4862512"/>
              <a:gd name="connsiteY44" fmla="*/ 1938231 h 6858000"/>
              <a:gd name="connsiteX45" fmla="*/ 4862512 w 4862512"/>
              <a:gd name="connsiteY45" fmla="*/ 2228515 h 6858000"/>
              <a:gd name="connsiteX46" fmla="*/ 4862512 w 4862512"/>
              <a:gd name="connsiteY46" fmla="*/ 2546426 h 6858000"/>
              <a:gd name="connsiteX47" fmla="*/ 4862512 w 4862512"/>
              <a:gd name="connsiteY47" fmla="*/ 2716134 h 6858000"/>
              <a:gd name="connsiteX48" fmla="*/ 4862512 w 4862512"/>
              <a:gd name="connsiteY48" fmla="*/ 2893219 h 6858000"/>
              <a:gd name="connsiteX49" fmla="*/ 4862512 w 4862512"/>
              <a:gd name="connsiteY49" fmla="*/ 3077839 h 6858000"/>
              <a:gd name="connsiteX50" fmla="*/ 4862512 w 4862512"/>
              <a:gd name="connsiteY50" fmla="*/ 3270149 h 6858000"/>
              <a:gd name="connsiteX51" fmla="*/ 4862512 w 4862512"/>
              <a:gd name="connsiteY51" fmla="*/ 3470309 h 6858000"/>
              <a:gd name="connsiteX52" fmla="*/ 4862512 w 4862512"/>
              <a:gd name="connsiteY52" fmla="*/ 3678473 h 6858000"/>
              <a:gd name="connsiteX53" fmla="*/ 4862512 w 4862512"/>
              <a:gd name="connsiteY53" fmla="*/ 3894800 h 6858000"/>
              <a:gd name="connsiteX54" fmla="*/ 4862512 w 4862512"/>
              <a:gd name="connsiteY54" fmla="*/ 4119446 h 6858000"/>
              <a:gd name="connsiteX55" fmla="*/ 4862512 w 4862512"/>
              <a:gd name="connsiteY55" fmla="*/ 4352569 h 6858000"/>
              <a:gd name="connsiteX56" fmla="*/ 4862512 w 4862512"/>
              <a:gd name="connsiteY56" fmla="*/ 4594324 h 6858000"/>
              <a:gd name="connsiteX57" fmla="*/ 4862512 w 4862512"/>
              <a:gd name="connsiteY57" fmla="*/ 4844870 h 6858000"/>
              <a:gd name="connsiteX58" fmla="*/ 4862512 w 4862512"/>
              <a:gd name="connsiteY58" fmla="*/ 5104363 h 6858000"/>
              <a:gd name="connsiteX59" fmla="*/ 4862512 w 4862512"/>
              <a:gd name="connsiteY59" fmla="*/ 5372960 h 6858000"/>
              <a:gd name="connsiteX60" fmla="*/ 4862512 w 4862512"/>
              <a:gd name="connsiteY60" fmla="*/ 5650818 h 6858000"/>
              <a:gd name="connsiteX61" fmla="*/ 4862512 w 4862512"/>
              <a:gd name="connsiteY61" fmla="*/ 5938094 h 6858000"/>
              <a:gd name="connsiteX62" fmla="*/ 4862512 w 4862512"/>
              <a:gd name="connsiteY62" fmla="*/ 6234945 h 6858000"/>
              <a:gd name="connsiteX63" fmla="*/ 4862512 w 4862512"/>
              <a:gd name="connsiteY63" fmla="*/ 6541528 h 6858000"/>
              <a:gd name="connsiteX64" fmla="*/ 4862512 w 4862512"/>
              <a:gd name="connsiteY64" fmla="*/ 6858000 h 6858000"/>
              <a:gd name="connsiteX65" fmla="*/ 4856343 w 4862512"/>
              <a:gd name="connsiteY65" fmla="*/ 6858000 h 6858000"/>
              <a:gd name="connsiteX66" fmla="*/ 4841693 w 4862512"/>
              <a:gd name="connsiteY66" fmla="*/ 6858000 h 6858000"/>
              <a:gd name="connsiteX67" fmla="*/ 4813163 w 4862512"/>
              <a:gd name="connsiteY67" fmla="*/ 6858000 h 6858000"/>
              <a:gd name="connsiteX68" fmla="*/ 4766127 w 4862512"/>
              <a:gd name="connsiteY68" fmla="*/ 6858000 h 6858000"/>
              <a:gd name="connsiteX69" fmla="*/ 4695958 w 4862512"/>
              <a:gd name="connsiteY69" fmla="*/ 6858000 h 6858000"/>
              <a:gd name="connsiteX70" fmla="*/ 4598030 w 4862512"/>
              <a:gd name="connsiteY70" fmla="*/ 6858000 h 6858000"/>
              <a:gd name="connsiteX71" fmla="*/ 4467717 w 4862512"/>
              <a:gd name="connsiteY71" fmla="*/ 6858000 h 6858000"/>
              <a:gd name="connsiteX72" fmla="*/ 4300392 w 4862512"/>
              <a:gd name="connsiteY72" fmla="*/ 6858000 h 6858000"/>
              <a:gd name="connsiteX73" fmla="*/ 4091428 w 4862512"/>
              <a:gd name="connsiteY73" fmla="*/ 6858000 h 6858000"/>
              <a:gd name="connsiteX74" fmla="*/ 3836199 w 4862512"/>
              <a:gd name="connsiteY74" fmla="*/ 6858000 h 6858000"/>
              <a:gd name="connsiteX75" fmla="*/ 3689789 w 4862512"/>
              <a:gd name="connsiteY75" fmla="*/ 6858000 h 6858000"/>
              <a:gd name="connsiteX76" fmla="*/ 3530078 w 4862512"/>
              <a:gd name="connsiteY76" fmla="*/ 6858000 h 6858000"/>
              <a:gd name="connsiteX77" fmla="*/ 3356488 w 4862512"/>
              <a:gd name="connsiteY77" fmla="*/ 6858000 h 6858000"/>
              <a:gd name="connsiteX78" fmla="*/ 3168440 w 4862512"/>
              <a:gd name="connsiteY78" fmla="*/ 6858000 h 6858000"/>
              <a:gd name="connsiteX79" fmla="*/ 2965356 w 4862512"/>
              <a:gd name="connsiteY79" fmla="*/ 6858000 h 6858000"/>
              <a:gd name="connsiteX80" fmla="*/ 2746657 w 4862512"/>
              <a:gd name="connsiteY80" fmla="*/ 6858000 h 6858000"/>
              <a:gd name="connsiteX81" fmla="*/ 2511765 w 4862512"/>
              <a:gd name="connsiteY81" fmla="*/ 6858000 h 6858000"/>
              <a:gd name="connsiteX82" fmla="*/ 2260103 w 4862512"/>
              <a:gd name="connsiteY82" fmla="*/ 6858000 h 6858000"/>
              <a:gd name="connsiteX83" fmla="*/ 1991091 w 4862512"/>
              <a:gd name="connsiteY83" fmla="*/ 6858000 h 6858000"/>
              <a:gd name="connsiteX84" fmla="*/ 1704151 w 4862512"/>
              <a:gd name="connsiteY84" fmla="*/ 6858000 h 6858000"/>
              <a:gd name="connsiteX85" fmla="*/ 0 w 4862512"/>
              <a:gd name="connsiteY85" fmla="*/ 4800600 h 6858000"/>
              <a:gd name="connsiteX86" fmla="*/ 0 w 4862512"/>
              <a:gd name="connsiteY8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862512" h="6858000">
                <a:moveTo>
                  <a:pt x="0" y="0"/>
                </a:moveTo>
                <a:lnTo>
                  <a:pt x="1187" y="0"/>
                </a:lnTo>
                <a:lnTo>
                  <a:pt x="9497" y="0"/>
                </a:lnTo>
                <a:lnTo>
                  <a:pt x="32053" y="0"/>
                </a:lnTo>
                <a:lnTo>
                  <a:pt x="75977" y="0"/>
                </a:lnTo>
                <a:lnTo>
                  <a:pt x="148392" y="0"/>
                </a:lnTo>
                <a:lnTo>
                  <a:pt x="256422" y="0"/>
                </a:lnTo>
                <a:lnTo>
                  <a:pt x="407188" y="0"/>
                </a:lnTo>
                <a:lnTo>
                  <a:pt x="500824" y="0"/>
                </a:lnTo>
                <a:lnTo>
                  <a:pt x="607814" y="0"/>
                </a:lnTo>
                <a:lnTo>
                  <a:pt x="729051" y="0"/>
                </a:lnTo>
                <a:lnTo>
                  <a:pt x="865423" y="0"/>
                </a:lnTo>
                <a:lnTo>
                  <a:pt x="1017822" y="0"/>
                </a:lnTo>
                <a:lnTo>
                  <a:pt x="1187137" y="0"/>
                </a:lnTo>
                <a:lnTo>
                  <a:pt x="1374259" y="0"/>
                </a:lnTo>
                <a:lnTo>
                  <a:pt x="1580079" y="0"/>
                </a:lnTo>
                <a:lnTo>
                  <a:pt x="1805487" y="0"/>
                </a:lnTo>
                <a:lnTo>
                  <a:pt x="2051372" y="0"/>
                </a:lnTo>
                <a:lnTo>
                  <a:pt x="2318626" y="0"/>
                </a:lnTo>
                <a:lnTo>
                  <a:pt x="2608139" y="0"/>
                </a:lnTo>
                <a:lnTo>
                  <a:pt x="2920801" y="0"/>
                </a:lnTo>
                <a:lnTo>
                  <a:pt x="3257503" y="0"/>
                </a:lnTo>
                <a:lnTo>
                  <a:pt x="3619135" y="0"/>
                </a:lnTo>
                <a:lnTo>
                  <a:pt x="4006586" y="0"/>
                </a:lnTo>
                <a:lnTo>
                  <a:pt x="4420749" y="0"/>
                </a:lnTo>
                <a:lnTo>
                  <a:pt x="4862512" y="0"/>
                </a:lnTo>
                <a:lnTo>
                  <a:pt x="4862512" y="1675"/>
                </a:lnTo>
                <a:lnTo>
                  <a:pt x="4862512" y="13395"/>
                </a:lnTo>
                <a:lnTo>
                  <a:pt x="4862512" y="26161"/>
                </a:lnTo>
                <a:lnTo>
                  <a:pt x="4862512" y="45207"/>
                </a:lnTo>
                <a:lnTo>
                  <a:pt x="4862512" y="71787"/>
                </a:lnTo>
                <a:lnTo>
                  <a:pt x="4862512" y="107156"/>
                </a:lnTo>
                <a:lnTo>
                  <a:pt x="4862512" y="152572"/>
                </a:lnTo>
                <a:lnTo>
                  <a:pt x="4862512" y="209290"/>
                </a:lnTo>
                <a:lnTo>
                  <a:pt x="4862512" y="278565"/>
                </a:lnTo>
                <a:lnTo>
                  <a:pt x="4862512" y="361653"/>
                </a:lnTo>
                <a:lnTo>
                  <a:pt x="4862512" y="459809"/>
                </a:lnTo>
                <a:lnTo>
                  <a:pt x="4862512" y="574291"/>
                </a:lnTo>
                <a:lnTo>
                  <a:pt x="4862512" y="706352"/>
                </a:lnTo>
                <a:lnTo>
                  <a:pt x="4862512" y="857250"/>
                </a:lnTo>
                <a:lnTo>
                  <a:pt x="4862512" y="1028240"/>
                </a:lnTo>
                <a:lnTo>
                  <a:pt x="4862512" y="1220577"/>
                </a:lnTo>
                <a:lnTo>
                  <a:pt x="4862512" y="1435517"/>
                </a:lnTo>
                <a:lnTo>
                  <a:pt x="4862512" y="1674317"/>
                </a:lnTo>
                <a:lnTo>
                  <a:pt x="4862512" y="1938231"/>
                </a:lnTo>
                <a:lnTo>
                  <a:pt x="4862512" y="2228515"/>
                </a:lnTo>
                <a:lnTo>
                  <a:pt x="4862512" y="2546426"/>
                </a:lnTo>
                <a:lnTo>
                  <a:pt x="4862512" y="2716134"/>
                </a:lnTo>
                <a:lnTo>
                  <a:pt x="4862512" y="2893219"/>
                </a:lnTo>
                <a:lnTo>
                  <a:pt x="4862512" y="3077839"/>
                </a:lnTo>
                <a:lnTo>
                  <a:pt x="4862512" y="3270149"/>
                </a:lnTo>
                <a:lnTo>
                  <a:pt x="4862512" y="3470309"/>
                </a:lnTo>
                <a:lnTo>
                  <a:pt x="4862512" y="3678473"/>
                </a:lnTo>
                <a:lnTo>
                  <a:pt x="4862512" y="3894800"/>
                </a:lnTo>
                <a:lnTo>
                  <a:pt x="4862512" y="4119446"/>
                </a:lnTo>
                <a:lnTo>
                  <a:pt x="4862512" y="4352569"/>
                </a:lnTo>
                <a:lnTo>
                  <a:pt x="4862512" y="4594324"/>
                </a:lnTo>
                <a:lnTo>
                  <a:pt x="4862512" y="4844870"/>
                </a:lnTo>
                <a:lnTo>
                  <a:pt x="4862512" y="5104363"/>
                </a:lnTo>
                <a:lnTo>
                  <a:pt x="4862512" y="5372960"/>
                </a:lnTo>
                <a:lnTo>
                  <a:pt x="4862512" y="5650818"/>
                </a:lnTo>
                <a:lnTo>
                  <a:pt x="4862512" y="5938094"/>
                </a:lnTo>
                <a:lnTo>
                  <a:pt x="4862512" y="6234945"/>
                </a:lnTo>
                <a:lnTo>
                  <a:pt x="4862512" y="6541528"/>
                </a:lnTo>
                <a:lnTo>
                  <a:pt x="4862512" y="6858000"/>
                </a:lnTo>
                <a:lnTo>
                  <a:pt x="4856343" y="6858000"/>
                </a:lnTo>
                <a:lnTo>
                  <a:pt x="4841693" y="6858000"/>
                </a:lnTo>
                <a:lnTo>
                  <a:pt x="4813163" y="6858000"/>
                </a:lnTo>
                <a:lnTo>
                  <a:pt x="4766127" y="6858000"/>
                </a:lnTo>
                <a:lnTo>
                  <a:pt x="4695958" y="6858000"/>
                </a:lnTo>
                <a:lnTo>
                  <a:pt x="4598030" y="6858000"/>
                </a:lnTo>
                <a:lnTo>
                  <a:pt x="4467717" y="6858000"/>
                </a:lnTo>
                <a:lnTo>
                  <a:pt x="4300392" y="6858000"/>
                </a:lnTo>
                <a:lnTo>
                  <a:pt x="4091428" y="6858000"/>
                </a:lnTo>
                <a:lnTo>
                  <a:pt x="3836199" y="6858000"/>
                </a:lnTo>
                <a:lnTo>
                  <a:pt x="3689789" y="6858000"/>
                </a:lnTo>
                <a:lnTo>
                  <a:pt x="3530078" y="6858000"/>
                </a:lnTo>
                <a:lnTo>
                  <a:pt x="3356488" y="6858000"/>
                </a:lnTo>
                <a:lnTo>
                  <a:pt x="3168440" y="6858000"/>
                </a:lnTo>
                <a:lnTo>
                  <a:pt x="2965356" y="6858000"/>
                </a:lnTo>
                <a:lnTo>
                  <a:pt x="2746657" y="6858000"/>
                </a:lnTo>
                <a:lnTo>
                  <a:pt x="2511765" y="6858000"/>
                </a:lnTo>
                <a:lnTo>
                  <a:pt x="2260103" y="6858000"/>
                </a:lnTo>
                <a:lnTo>
                  <a:pt x="1991091" y="6858000"/>
                </a:lnTo>
                <a:lnTo>
                  <a:pt x="1704151" y="6858000"/>
                </a:lnTo>
                <a:cubicBezTo>
                  <a:pt x="727105" y="6675120"/>
                  <a:pt x="0" y="5783580"/>
                  <a:pt x="0" y="4800600"/>
                </a:cubicBezTo>
                <a:cubicBezTo>
                  <a:pt x="0" y="4800600"/>
                  <a:pt x="0" y="4800600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E0F1A31-A045-2648-AEDB-ADE32EC4C2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914400"/>
            <a:ext cx="5504688" cy="50292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3979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WHITE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99538" cy="6858000"/>
          </a:xfrm>
          <a:custGeom>
            <a:avLst/>
            <a:gdLst>
              <a:gd name="connsiteX0" fmla="*/ 0 w 8999538"/>
              <a:gd name="connsiteY0" fmla="*/ 0 h 6858000"/>
              <a:gd name="connsiteX1" fmla="*/ 1782 w 8999538"/>
              <a:gd name="connsiteY1" fmla="*/ 0 h 6858000"/>
              <a:gd name="connsiteX2" fmla="*/ 14251 w 8999538"/>
              <a:gd name="connsiteY2" fmla="*/ 0 h 6858000"/>
              <a:gd name="connsiteX3" fmla="*/ 48095 w 8999538"/>
              <a:gd name="connsiteY3" fmla="*/ 0 h 6858000"/>
              <a:gd name="connsiteX4" fmla="*/ 114003 w 8999538"/>
              <a:gd name="connsiteY4" fmla="*/ 0 h 6858000"/>
              <a:gd name="connsiteX5" fmla="*/ 162320 w 8999538"/>
              <a:gd name="connsiteY5" fmla="*/ 0 h 6858000"/>
              <a:gd name="connsiteX6" fmla="*/ 222661 w 8999538"/>
              <a:gd name="connsiteY6" fmla="*/ 0 h 6858000"/>
              <a:gd name="connsiteX7" fmla="*/ 296362 w 8999538"/>
              <a:gd name="connsiteY7" fmla="*/ 0 h 6858000"/>
              <a:gd name="connsiteX8" fmla="*/ 384758 w 8999538"/>
              <a:gd name="connsiteY8" fmla="*/ 0 h 6858000"/>
              <a:gd name="connsiteX9" fmla="*/ 489186 w 8999538"/>
              <a:gd name="connsiteY9" fmla="*/ 0 h 6858000"/>
              <a:gd name="connsiteX10" fmla="*/ 610982 w 8999538"/>
              <a:gd name="connsiteY10" fmla="*/ 0 h 6858000"/>
              <a:gd name="connsiteX11" fmla="*/ 751481 w 8999538"/>
              <a:gd name="connsiteY11" fmla="*/ 0 h 6858000"/>
              <a:gd name="connsiteX12" fmla="*/ 912020 w 8999538"/>
              <a:gd name="connsiteY12" fmla="*/ 0 h 6858000"/>
              <a:gd name="connsiteX13" fmla="*/ 1093934 w 8999538"/>
              <a:gd name="connsiteY13" fmla="*/ 0 h 6858000"/>
              <a:gd name="connsiteX14" fmla="*/ 1298559 w 8999538"/>
              <a:gd name="connsiteY14" fmla="*/ 0 h 6858000"/>
              <a:gd name="connsiteX15" fmla="*/ 1527232 w 8999538"/>
              <a:gd name="connsiteY15" fmla="*/ 0 h 6858000"/>
              <a:gd name="connsiteX16" fmla="*/ 1781288 w 8999538"/>
              <a:gd name="connsiteY16" fmla="*/ 0 h 6858000"/>
              <a:gd name="connsiteX17" fmla="*/ 2062064 w 8999538"/>
              <a:gd name="connsiteY17" fmla="*/ 0 h 6858000"/>
              <a:gd name="connsiteX18" fmla="*/ 2370894 w 8999538"/>
              <a:gd name="connsiteY18" fmla="*/ 0 h 6858000"/>
              <a:gd name="connsiteX19" fmla="*/ 2709117 w 8999538"/>
              <a:gd name="connsiteY19" fmla="*/ 0 h 6858000"/>
              <a:gd name="connsiteX20" fmla="*/ 3078066 w 8999538"/>
              <a:gd name="connsiteY20" fmla="*/ 0 h 6858000"/>
              <a:gd name="connsiteX21" fmla="*/ 3479078 w 8999538"/>
              <a:gd name="connsiteY21" fmla="*/ 0 h 6858000"/>
              <a:gd name="connsiteX22" fmla="*/ 3913490 w 8999538"/>
              <a:gd name="connsiteY22" fmla="*/ 0 h 6858000"/>
              <a:gd name="connsiteX23" fmla="*/ 4382637 w 8999538"/>
              <a:gd name="connsiteY23" fmla="*/ 0 h 6858000"/>
              <a:gd name="connsiteX24" fmla="*/ 4887855 w 8999538"/>
              <a:gd name="connsiteY24" fmla="*/ 0 h 6858000"/>
              <a:gd name="connsiteX25" fmla="*/ 5430479 w 8999538"/>
              <a:gd name="connsiteY25" fmla="*/ 0 h 6858000"/>
              <a:gd name="connsiteX26" fmla="*/ 6011847 w 8999538"/>
              <a:gd name="connsiteY26" fmla="*/ 0 h 6858000"/>
              <a:gd name="connsiteX27" fmla="*/ 6633294 w 8999538"/>
              <a:gd name="connsiteY27" fmla="*/ 0 h 6858000"/>
              <a:gd name="connsiteX28" fmla="*/ 7296156 w 8999538"/>
              <a:gd name="connsiteY28" fmla="*/ 0 h 6858000"/>
              <a:gd name="connsiteX29" fmla="*/ 7296156 w 8999538"/>
              <a:gd name="connsiteY29" fmla="*/ 4806315 h 6858000"/>
              <a:gd name="connsiteX30" fmla="*/ 8999538 w 8999538"/>
              <a:gd name="connsiteY30" fmla="*/ 6858000 h 6858000"/>
              <a:gd name="connsiteX31" fmla="*/ 8997341 w 8999538"/>
              <a:gd name="connsiteY31" fmla="*/ 6858000 h 6858000"/>
              <a:gd name="connsiteX32" fmla="*/ 8981961 w 8999538"/>
              <a:gd name="connsiteY32" fmla="*/ 6858000 h 6858000"/>
              <a:gd name="connsiteX33" fmla="*/ 8940215 w 8999538"/>
              <a:gd name="connsiteY33" fmla="*/ 6858000 h 6858000"/>
              <a:gd name="connsiteX34" fmla="*/ 8858920 w 8999538"/>
              <a:gd name="connsiteY34" fmla="*/ 6858000 h 6858000"/>
              <a:gd name="connsiteX35" fmla="*/ 8799322 w 8999538"/>
              <a:gd name="connsiteY35" fmla="*/ 6858000 h 6858000"/>
              <a:gd name="connsiteX36" fmla="*/ 8724894 w 8999538"/>
              <a:gd name="connsiteY36" fmla="*/ 6858000 h 6858000"/>
              <a:gd name="connsiteX37" fmla="*/ 8633987 w 8999538"/>
              <a:gd name="connsiteY37" fmla="*/ 6858000 h 6858000"/>
              <a:gd name="connsiteX38" fmla="*/ 8524953 w 8999538"/>
              <a:gd name="connsiteY38" fmla="*/ 6858000 h 6858000"/>
              <a:gd name="connsiteX39" fmla="*/ 8396145 w 8999538"/>
              <a:gd name="connsiteY39" fmla="*/ 6858000 h 6858000"/>
              <a:gd name="connsiteX40" fmla="*/ 8245915 w 8999538"/>
              <a:gd name="connsiteY40" fmla="*/ 6858000 h 6858000"/>
              <a:gd name="connsiteX41" fmla="*/ 8072615 w 8999538"/>
              <a:gd name="connsiteY41" fmla="*/ 6858000 h 6858000"/>
              <a:gd name="connsiteX42" fmla="*/ 7874596 w 8999538"/>
              <a:gd name="connsiteY42" fmla="*/ 6858000 h 6858000"/>
              <a:gd name="connsiteX43" fmla="*/ 7650212 w 8999538"/>
              <a:gd name="connsiteY43" fmla="*/ 6858000 h 6858000"/>
              <a:gd name="connsiteX44" fmla="*/ 7397814 w 8999538"/>
              <a:gd name="connsiteY44" fmla="*/ 6858000 h 6858000"/>
              <a:gd name="connsiteX45" fmla="*/ 7115755 w 8999538"/>
              <a:gd name="connsiteY45" fmla="*/ 6858000 h 6858000"/>
              <a:gd name="connsiteX46" fmla="*/ 6802386 w 8999538"/>
              <a:gd name="connsiteY46" fmla="*/ 6858000 h 6858000"/>
              <a:gd name="connsiteX47" fmla="*/ 6456059 w 8999538"/>
              <a:gd name="connsiteY47" fmla="*/ 6858000 h 6858000"/>
              <a:gd name="connsiteX48" fmla="*/ 6075128 w 8999538"/>
              <a:gd name="connsiteY48" fmla="*/ 6858000 h 6858000"/>
              <a:gd name="connsiteX49" fmla="*/ 5657944 w 8999538"/>
              <a:gd name="connsiteY49" fmla="*/ 6858000 h 6858000"/>
              <a:gd name="connsiteX50" fmla="*/ 5202858 w 8999538"/>
              <a:gd name="connsiteY50" fmla="*/ 6858000 h 6858000"/>
              <a:gd name="connsiteX51" fmla="*/ 4708224 w 8999538"/>
              <a:gd name="connsiteY51" fmla="*/ 6858000 h 6858000"/>
              <a:gd name="connsiteX52" fmla="*/ 4172394 w 8999538"/>
              <a:gd name="connsiteY52" fmla="*/ 6858000 h 6858000"/>
              <a:gd name="connsiteX53" fmla="*/ 3593718 w 8999538"/>
              <a:gd name="connsiteY53" fmla="*/ 6858000 h 6858000"/>
              <a:gd name="connsiteX54" fmla="*/ 2970551 w 8999538"/>
              <a:gd name="connsiteY54" fmla="*/ 6858000 h 6858000"/>
              <a:gd name="connsiteX55" fmla="*/ 2301243 w 8999538"/>
              <a:gd name="connsiteY55" fmla="*/ 6858000 h 6858000"/>
              <a:gd name="connsiteX56" fmla="*/ 1584147 w 8999538"/>
              <a:gd name="connsiteY56" fmla="*/ 6858000 h 6858000"/>
              <a:gd name="connsiteX57" fmla="*/ 817616 w 8999538"/>
              <a:gd name="connsiteY57" fmla="*/ 6858000 h 6858000"/>
              <a:gd name="connsiteX58" fmla="*/ 0 w 8999538"/>
              <a:gd name="connsiteY58" fmla="*/ 6858000 h 6858000"/>
              <a:gd name="connsiteX59" fmla="*/ 0 w 8999538"/>
              <a:gd name="connsiteY59" fmla="*/ 6856326 h 6858000"/>
              <a:gd name="connsiteX60" fmla="*/ 0 w 8999538"/>
              <a:gd name="connsiteY60" fmla="*/ 6844606 h 6858000"/>
              <a:gd name="connsiteX61" fmla="*/ 0 w 8999538"/>
              <a:gd name="connsiteY61" fmla="*/ 6831839 h 6858000"/>
              <a:gd name="connsiteX62" fmla="*/ 0 w 8999538"/>
              <a:gd name="connsiteY62" fmla="*/ 6812794 h 6858000"/>
              <a:gd name="connsiteX63" fmla="*/ 0 w 8999538"/>
              <a:gd name="connsiteY63" fmla="*/ 6786214 h 6858000"/>
              <a:gd name="connsiteX64" fmla="*/ 0 w 8999538"/>
              <a:gd name="connsiteY64" fmla="*/ 6750844 h 6858000"/>
              <a:gd name="connsiteX65" fmla="*/ 0 w 8999538"/>
              <a:gd name="connsiteY65" fmla="*/ 6705428 h 6858000"/>
              <a:gd name="connsiteX66" fmla="*/ 0 w 8999538"/>
              <a:gd name="connsiteY66" fmla="*/ 6648711 h 6858000"/>
              <a:gd name="connsiteX67" fmla="*/ 0 w 8999538"/>
              <a:gd name="connsiteY67" fmla="*/ 6579436 h 6858000"/>
              <a:gd name="connsiteX68" fmla="*/ 0 w 8999538"/>
              <a:gd name="connsiteY68" fmla="*/ 6496348 h 6858000"/>
              <a:gd name="connsiteX69" fmla="*/ 0 w 8999538"/>
              <a:gd name="connsiteY69" fmla="*/ 6398191 h 6858000"/>
              <a:gd name="connsiteX70" fmla="*/ 0 w 8999538"/>
              <a:gd name="connsiteY70" fmla="*/ 6283710 h 6858000"/>
              <a:gd name="connsiteX71" fmla="*/ 0 w 8999538"/>
              <a:gd name="connsiteY71" fmla="*/ 6151648 h 6858000"/>
              <a:gd name="connsiteX72" fmla="*/ 0 w 8999538"/>
              <a:gd name="connsiteY72" fmla="*/ 6000750 h 6858000"/>
              <a:gd name="connsiteX73" fmla="*/ 0 w 8999538"/>
              <a:gd name="connsiteY73" fmla="*/ 5829761 h 6858000"/>
              <a:gd name="connsiteX74" fmla="*/ 0 w 8999538"/>
              <a:gd name="connsiteY74" fmla="*/ 5637424 h 6858000"/>
              <a:gd name="connsiteX75" fmla="*/ 0 w 8999538"/>
              <a:gd name="connsiteY75" fmla="*/ 5422483 h 6858000"/>
              <a:gd name="connsiteX76" fmla="*/ 0 w 8999538"/>
              <a:gd name="connsiteY76" fmla="*/ 5183684 h 6858000"/>
              <a:gd name="connsiteX77" fmla="*/ 0 w 8999538"/>
              <a:gd name="connsiteY77" fmla="*/ 4919770 h 6858000"/>
              <a:gd name="connsiteX78" fmla="*/ 0 w 8999538"/>
              <a:gd name="connsiteY78" fmla="*/ 4629485 h 6858000"/>
              <a:gd name="connsiteX79" fmla="*/ 0 w 8999538"/>
              <a:gd name="connsiteY79" fmla="*/ 4311574 h 6858000"/>
              <a:gd name="connsiteX80" fmla="*/ 0 w 8999538"/>
              <a:gd name="connsiteY80" fmla="*/ 4141866 h 6858000"/>
              <a:gd name="connsiteX81" fmla="*/ 0 w 8999538"/>
              <a:gd name="connsiteY81" fmla="*/ 3964781 h 6858000"/>
              <a:gd name="connsiteX82" fmla="*/ 0 w 8999538"/>
              <a:gd name="connsiteY82" fmla="*/ 3780162 h 6858000"/>
              <a:gd name="connsiteX83" fmla="*/ 0 w 8999538"/>
              <a:gd name="connsiteY83" fmla="*/ 3587851 h 6858000"/>
              <a:gd name="connsiteX84" fmla="*/ 0 w 8999538"/>
              <a:gd name="connsiteY84" fmla="*/ 3387692 h 6858000"/>
              <a:gd name="connsiteX85" fmla="*/ 0 w 8999538"/>
              <a:gd name="connsiteY85" fmla="*/ 3179527 h 6858000"/>
              <a:gd name="connsiteX86" fmla="*/ 0 w 8999538"/>
              <a:gd name="connsiteY86" fmla="*/ 2963200 h 6858000"/>
              <a:gd name="connsiteX87" fmla="*/ 0 w 8999538"/>
              <a:gd name="connsiteY87" fmla="*/ 2738554 h 6858000"/>
              <a:gd name="connsiteX88" fmla="*/ 0 w 8999538"/>
              <a:gd name="connsiteY88" fmla="*/ 2505432 h 6858000"/>
              <a:gd name="connsiteX89" fmla="*/ 0 w 8999538"/>
              <a:gd name="connsiteY89" fmla="*/ 2263676 h 6858000"/>
              <a:gd name="connsiteX90" fmla="*/ 0 w 8999538"/>
              <a:gd name="connsiteY90" fmla="*/ 2013130 h 6858000"/>
              <a:gd name="connsiteX91" fmla="*/ 0 w 8999538"/>
              <a:gd name="connsiteY91" fmla="*/ 1753637 h 6858000"/>
              <a:gd name="connsiteX92" fmla="*/ 0 w 8999538"/>
              <a:gd name="connsiteY92" fmla="*/ 1485040 h 6858000"/>
              <a:gd name="connsiteX93" fmla="*/ 0 w 8999538"/>
              <a:gd name="connsiteY93" fmla="*/ 1207182 h 6858000"/>
              <a:gd name="connsiteX94" fmla="*/ 0 w 8999538"/>
              <a:gd name="connsiteY94" fmla="*/ 919906 h 6858000"/>
              <a:gd name="connsiteX95" fmla="*/ 0 w 8999538"/>
              <a:gd name="connsiteY95" fmla="*/ 623055 h 6858000"/>
              <a:gd name="connsiteX96" fmla="*/ 0 w 8999538"/>
              <a:gd name="connsiteY96" fmla="*/ 3164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8999538" h="6858000">
                <a:moveTo>
                  <a:pt x="0" y="0"/>
                </a:moveTo>
                <a:lnTo>
                  <a:pt x="1782" y="0"/>
                </a:lnTo>
                <a:lnTo>
                  <a:pt x="14251" y="0"/>
                </a:lnTo>
                <a:lnTo>
                  <a:pt x="48095" y="0"/>
                </a:lnTo>
                <a:lnTo>
                  <a:pt x="114003" y="0"/>
                </a:lnTo>
                <a:lnTo>
                  <a:pt x="162320" y="0"/>
                </a:lnTo>
                <a:lnTo>
                  <a:pt x="222661" y="0"/>
                </a:lnTo>
                <a:lnTo>
                  <a:pt x="296362" y="0"/>
                </a:lnTo>
                <a:lnTo>
                  <a:pt x="384758" y="0"/>
                </a:lnTo>
                <a:lnTo>
                  <a:pt x="489186" y="0"/>
                </a:lnTo>
                <a:lnTo>
                  <a:pt x="610982" y="0"/>
                </a:lnTo>
                <a:lnTo>
                  <a:pt x="751481" y="0"/>
                </a:lnTo>
                <a:lnTo>
                  <a:pt x="912020" y="0"/>
                </a:lnTo>
                <a:lnTo>
                  <a:pt x="1093934" y="0"/>
                </a:lnTo>
                <a:lnTo>
                  <a:pt x="1298559" y="0"/>
                </a:lnTo>
                <a:lnTo>
                  <a:pt x="1527232" y="0"/>
                </a:lnTo>
                <a:lnTo>
                  <a:pt x="1781288" y="0"/>
                </a:lnTo>
                <a:lnTo>
                  <a:pt x="2062064" y="0"/>
                </a:lnTo>
                <a:lnTo>
                  <a:pt x="2370894" y="0"/>
                </a:lnTo>
                <a:lnTo>
                  <a:pt x="2709117" y="0"/>
                </a:lnTo>
                <a:lnTo>
                  <a:pt x="3078066" y="0"/>
                </a:lnTo>
                <a:lnTo>
                  <a:pt x="3479078" y="0"/>
                </a:lnTo>
                <a:lnTo>
                  <a:pt x="3913490" y="0"/>
                </a:lnTo>
                <a:lnTo>
                  <a:pt x="4382637" y="0"/>
                </a:lnTo>
                <a:lnTo>
                  <a:pt x="4887855" y="0"/>
                </a:lnTo>
                <a:lnTo>
                  <a:pt x="5430479" y="0"/>
                </a:lnTo>
                <a:lnTo>
                  <a:pt x="6011847" y="0"/>
                </a:lnTo>
                <a:lnTo>
                  <a:pt x="6633294" y="0"/>
                </a:lnTo>
                <a:lnTo>
                  <a:pt x="7296156" y="0"/>
                </a:lnTo>
                <a:cubicBezTo>
                  <a:pt x="7296156" y="0"/>
                  <a:pt x="7296156" y="0"/>
                  <a:pt x="7296156" y="4806315"/>
                </a:cubicBezTo>
                <a:cubicBezTo>
                  <a:pt x="7296156" y="5783580"/>
                  <a:pt x="8028610" y="6669405"/>
                  <a:pt x="8999538" y="6858000"/>
                </a:cubicBezTo>
                <a:lnTo>
                  <a:pt x="8997341" y="6858000"/>
                </a:lnTo>
                <a:lnTo>
                  <a:pt x="8981961" y="6858000"/>
                </a:lnTo>
                <a:lnTo>
                  <a:pt x="8940215" y="6858000"/>
                </a:lnTo>
                <a:lnTo>
                  <a:pt x="8858920" y="6858000"/>
                </a:lnTo>
                <a:lnTo>
                  <a:pt x="8799322" y="6858000"/>
                </a:lnTo>
                <a:lnTo>
                  <a:pt x="8724894" y="6858000"/>
                </a:lnTo>
                <a:lnTo>
                  <a:pt x="8633987" y="6858000"/>
                </a:lnTo>
                <a:lnTo>
                  <a:pt x="8524953" y="6858000"/>
                </a:lnTo>
                <a:lnTo>
                  <a:pt x="8396145" y="6858000"/>
                </a:lnTo>
                <a:lnTo>
                  <a:pt x="8245915" y="6858000"/>
                </a:lnTo>
                <a:lnTo>
                  <a:pt x="8072615" y="6858000"/>
                </a:lnTo>
                <a:lnTo>
                  <a:pt x="7874596" y="6858000"/>
                </a:lnTo>
                <a:lnTo>
                  <a:pt x="7650212" y="6858000"/>
                </a:lnTo>
                <a:lnTo>
                  <a:pt x="7397814" y="6858000"/>
                </a:lnTo>
                <a:lnTo>
                  <a:pt x="7115755" y="6858000"/>
                </a:lnTo>
                <a:lnTo>
                  <a:pt x="6802386" y="6858000"/>
                </a:lnTo>
                <a:lnTo>
                  <a:pt x="6456059" y="6858000"/>
                </a:lnTo>
                <a:lnTo>
                  <a:pt x="6075128" y="6858000"/>
                </a:lnTo>
                <a:lnTo>
                  <a:pt x="5657944" y="6858000"/>
                </a:lnTo>
                <a:lnTo>
                  <a:pt x="5202858" y="6858000"/>
                </a:lnTo>
                <a:lnTo>
                  <a:pt x="4708224" y="6858000"/>
                </a:lnTo>
                <a:lnTo>
                  <a:pt x="4172394" y="6858000"/>
                </a:lnTo>
                <a:lnTo>
                  <a:pt x="3593718" y="6858000"/>
                </a:lnTo>
                <a:lnTo>
                  <a:pt x="2970551" y="6858000"/>
                </a:lnTo>
                <a:lnTo>
                  <a:pt x="2301243" y="6858000"/>
                </a:lnTo>
                <a:lnTo>
                  <a:pt x="1584147" y="6858000"/>
                </a:lnTo>
                <a:lnTo>
                  <a:pt x="817616" y="6858000"/>
                </a:lnTo>
                <a:lnTo>
                  <a:pt x="0" y="6858000"/>
                </a:lnTo>
                <a:lnTo>
                  <a:pt x="0" y="6856326"/>
                </a:lnTo>
                <a:lnTo>
                  <a:pt x="0" y="6844606"/>
                </a:lnTo>
                <a:lnTo>
                  <a:pt x="0" y="6831839"/>
                </a:lnTo>
                <a:lnTo>
                  <a:pt x="0" y="6812794"/>
                </a:lnTo>
                <a:lnTo>
                  <a:pt x="0" y="6786214"/>
                </a:lnTo>
                <a:lnTo>
                  <a:pt x="0" y="6750844"/>
                </a:lnTo>
                <a:lnTo>
                  <a:pt x="0" y="6705428"/>
                </a:lnTo>
                <a:lnTo>
                  <a:pt x="0" y="6648711"/>
                </a:lnTo>
                <a:lnTo>
                  <a:pt x="0" y="6579436"/>
                </a:lnTo>
                <a:lnTo>
                  <a:pt x="0" y="6496348"/>
                </a:lnTo>
                <a:lnTo>
                  <a:pt x="0" y="6398191"/>
                </a:lnTo>
                <a:lnTo>
                  <a:pt x="0" y="6283710"/>
                </a:lnTo>
                <a:lnTo>
                  <a:pt x="0" y="6151648"/>
                </a:lnTo>
                <a:lnTo>
                  <a:pt x="0" y="6000750"/>
                </a:lnTo>
                <a:lnTo>
                  <a:pt x="0" y="5829761"/>
                </a:lnTo>
                <a:lnTo>
                  <a:pt x="0" y="5637424"/>
                </a:lnTo>
                <a:lnTo>
                  <a:pt x="0" y="5422483"/>
                </a:lnTo>
                <a:lnTo>
                  <a:pt x="0" y="5183684"/>
                </a:lnTo>
                <a:lnTo>
                  <a:pt x="0" y="4919770"/>
                </a:lnTo>
                <a:lnTo>
                  <a:pt x="0" y="4629485"/>
                </a:lnTo>
                <a:lnTo>
                  <a:pt x="0" y="4311574"/>
                </a:lnTo>
                <a:lnTo>
                  <a:pt x="0" y="4141866"/>
                </a:lnTo>
                <a:lnTo>
                  <a:pt x="0" y="3964781"/>
                </a:lnTo>
                <a:lnTo>
                  <a:pt x="0" y="3780162"/>
                </a:lnTo>
                <a:lnTo>
                  <a:pt x="0" y="3587851"/>
                </a:lnTo>
                <a:lnTo>
                  <a:pt x="0" y="3387692"/>
                </a:lnTo>
                <a:lnTo>
                  <a:pt x="0" y="3179527"/>
                </a:lnTo>
                <a:lnTo>
                  <a:pt x="0" y="2963200"/>
                </a:lnTo>
                <a:lnTo>
                  <a:pt x="0" y="2738554"/>
                </a:lnTo>
                <a:lnTo>
                  <a:pt x="0" y="2505432"/>
                </a:lnTo>
                <a:lnTo>
                  <a:pt x="0" y="2263676"/>
                </a:lnTo>
                <a:lnTo>
                  <a:pt x="0" y="2013130"/>
                </a:lnTo>
                <a:lnTo>
                  <a:pt x="0" y="1753637"/>
                </a:lnTo>
                <a:lnTo>
                  <a:pt x="0" y="1485040"/>
                </a:lnTo>
                <a:lnTo>
                  <a:pt x="0" y="1207182"/>
                </a:lnTo>
                <a:lnTo>
                  <a:pt x="0" y="919906"/>
                </a:lnTo>
                <a:lnTo>
                  <a:pt x="0" y="623055"/>
                </a:lnTo>
                <a:lnTo>
                  <a:pt x="0" y="3164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CE8B03-2855-0A45-BC98-F8C190206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0595" y="609600"/>
            <a:ext cx="3998111" cy="4597400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354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ARK GREEN (V2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99538" cy="6858000"/>
          </a:xfrm>
          <a:custGeom>
            <a:avLst/>
            <a:gdLst>
              <a:gd name="connsiteX0" fmla="*/ 0 w 8999538"/>
              <a:gd name="connsiteY0" fmla="*/ 0 h 6858000"/>
              <a:gd name="connsiteX1" fmla="*/ 1782 w 8999538"/>
              <a:gd name="connsiteY1" fmla="*/ 0 h 6858000"/>
              <a:gd name="connsiteX2" fmla="*/ 14251 w 8999538"/>
              <a:gd name="connsiteY2" fmla="*/ 0 h 6858000"/>
              <a:gd name="connsiteX3" fmla="*/ 48095 w 8999538"/>
              <a:gd name="connsiteY3" fmla="*/ 0 h 6858000"/>
              <a:gd name="connsiteX4" fmla="*/ 114003 w 8999538"/>
              <a:gd name="connsiteY4" fmla="*/ 0 h 6858000"/>
              <a:gd name="connsiteX5" fmla="*/ 162320 w 8999538"/>
              <a:gd name="connsiteY5" fmla="*/ 0 h 6858000"/>
              <a:gd name="connsiteX6" fmla="*/ 222661 w 8999538"/>
              <a:gd name="connsiteY6" fmla="*/ 0 h 6858000"/>
              <a:gd name="connsiteX7" fmla="*/ 296362 w 8999538"/>
              <a:gd name="connsiteY7" fmla="*/ 0 h 6858000"/>
              <a:gd name="connsiteX8" fmla="*/ 384758 w 8999538"/>
              <a:gd name="connsiteY8" fmla="*/ 0 h 6858000"/>
              <a:gd name="connsiteX9" fmla="*/ 489186 w 8999538"/>
              <a:gd name="connsiteY9" fmla="*/ 0 h 6858000"/>
              <a:gd name="connsiteX10" fmla="*/ 610982 w 8999538"/>
              <a:gd name="connsiteY10" fmla="*/ 0 h 6858000"/>
              <a:gd name="connsiteX11" fmla="*/ 751481 w 8999538"/>
              <a:gd name="connsiteY11" fmla="*/ 0 h 6858000"/>
              <a:gd name="connsiteX12" fmla="*/ 912020 w 8999538"/>
              <a:gd name="connsiteY12" fmla="*/ 0 h 6858000"/>
              <a:gd name="connsiteX13" fmla="*/ 1093934 w 8999538"/>
              <a:gd name="connsiteY13" fmla="*/ 0 h 6858000"/>
              <a:gd name="connsiteX14" fmla="*/ 1298559 w 8999538"/>
              <a:gd name="connsiteY14" fmla="*/ 0 h 6858000"/>
              <a:gd name="connsiteX15" fmla="*/ 1527232 w 8999538"/>
              <a:gd name="connsiteY15" fmla="*/ 0 h 6858000"/>
              <a:gd name="connsiteX16" fmla="*/ 1781288 w 8999538"/>
              <a:gd name="connsiteY16" fmla="*/ 0 h 6858000"/>
              <a:gd name="connsiteX17" fmla="*/ 2062064 w 8999538"/>
              <a:gd name="connsiteY17" fmla="*/ 0 h 6858000"/>
              <a:gd name="connsiteX18" fmla="*/ 2370894 w 8999538"/>
              <a:gd name="connsiteY18" fmla="*/ 0 h 6858000"/>
              <a:gd name="connsiteX19" fmla="*/ 2709117 w 8999538"/>
              <a:gd name="connsiteY19" fmla="*/ 0 h 6858000"/>
              <a:gd name="connsiteX20" fmla="*/ 3078066 w 8999538"/>
              <a:gd name="connsiteY20" fmla="*/ 0 h 6858000"/>
              <a:gd name="connsiteX21" fmla="*/ 3479078 w 8999538"/>
              <a:gd name="connsiteY21" fmla="*/ 0 h 6858000"/>
              <a:gd name="connsiteX22" fmla="*/ 3913490 w 8999538"/>
              <a:gd name="connsiteY22" fmla="*/ 0 h 6858000"/>
              <a:gd name="connsiteX23" fmla="*/ 4382637 w 8999538"/>
              <a:gd name="connsiteY23" fmla="*/ 0 h 6858000"/>
              <a:gd name="connsiteX24" fmla="*/ 4887855 w 8999538"/>
              <a:gd name="connsiteY24" fmla="*/ 0 h 6858000"/>
              <a:gd name="connsiteX25" fmla="*/ 5430479 w 8999538"/>
              <a:gd name="connsiteY25" fmla="*/ 0 h 6858000"/>
              <a:gd name="connsiteX26" fmla="*/ 6011847 w 8999538"/>
              <a:gd name="connsiteY26" fmla="*/ 0 h 6858000"/>
              <a:gd name="connsiteX27" fmla="*/ 6633294 w 8999538"/>
              <a:gd name="connsiteY27" fmla="*/ 0 h 6858000"/>
              <a:gd name="connsiteX28" fmla="*/ 7296156 w 8999538"/>
              <a:gd name="connsiteY28" fmla="*/ 0 h 6858000"/>
              <a:gd name="connsiteX29" fmla="*/ 7296156 w 8999538"/>
              <a:gd name="connsiteY29" fmla="*/ 4806315 h 6858000"/>
              <a:gd name="connsiteX30" fmla="*/ 8999538 w 8999538"/>
              <a:gd name="connsiteY30" fmla="*/ 6858000 h 6858000"/>
              <a:gd name="connsiteX31" fmla="*/ 8997341 w 8999538"/>
              <a:gd name="connsiteY31" fmla="*/ 6858000 h 6858000"/>
              <a:gd name="connsiteX32" fmla="*/ 8981961 w 8999538"/>
              <a:gd name="connsiteY32" fmla="*/ 6858000 h 6858000"/>
              <a:gd name="connsiteX33" fmla="*/ 8940215 w 8999538"/>
              <a:gd name="connsiteY33" fmla="*/ 6858000 h 6858000"/>
              <a:gd name="connsiteX34" fmla="*/ 8858920 w 8999538"/>
              <a:gd name="connsiteY34" fmla="*/ 6858000 h 6858000"/>
              <a:gd name="connsiteX35" fmla="*/ 8799322 w 8999538"/>
              <a:gd name="connsiteY35" fmla="*/ 6858000 h 6858000"/>
              <a:gd name="connsiteX36" fmla="*/ 8724894 w 8999538"/>
              <a:gd name="connsiteY36" fmla="*/ 6858000 h 6858000"/>
              <a:gd name="connsiteX37" fmla="*/ 8633987 w 8999538"/>
              <a:gd name="connsiteY37" fmla="*/ 6858000 h 6858000"/>
              <a:gd name="connsiteX38" fmla="*/ 8524953 w 8999538"/>
              <a:gd name="connsiteY38" fmla="*/ 6858000 h 6858000"/>
              <a:gd name="connsiteX39" fmla="*/ 8396145 w 8999538"/>
              <a:gd name="connsiteY39" fmla="*/ 6858000 h 6858000"/>
              <a:gd name="connsiteX40" fmla="*/ 8245915 w 8999538"/>
              <a:gd name="connsiteY40" fmla="*/ 6858000 h 6858000"/>
              <a:gd name="connsiteX41" fmla="*/ 8072615 w 8999538"/>
              <a:gd name="connsiteY41" fmla="*/ 6858000 h 6858000"/>
              <a:gd name="connsiteX42" fmla="*/ 7874596 w 8999538"/>
              <a:gd name="connsiteY42" fmla="*/ 6858000 h 6858000"/>
              <a:gd name="connsiteX43" fmla="*/ 7650212 w 8999538"/>
              <a:gd name="connsiteY43" fmla="*/ 6858000 h 6858000"/>
              <a:gd name="connsiteX44" fmla="*/ 7397814 w 8999538"/>
              <a:gd name="connsiteY44" fmla="*/ 6858000 h 6858000"/>
              <a:gd name="connsiteX45" fmla="*/ 7115755 w 8999538"/>
              <a:gd name="connsiteY45" fmla="*/ 6858000 h 6858000"/>
              <a:gd name="connsiteX46" fmla="*/ 6802386 w 8999538"/>
              <a:gd name="connsiteY46" fmla="*/ 6858000 h 6858000"/>
              <a:gd name="connsiteX47" fmla="*/ 6456059 w 8999538"/>
              <a:gd name="connsiteY47" fmla="*/ 6858000 h 6858000"/>
              <a:gd name="connsiteX48" fmla="*/ 6075128 w 8999538"/>
              <a:gd name="connsiteY48" fmla="*/ 6858000 h 6858000"/>
              <a:gd name="connsiteX49" fmla="*/ 5657944 w 8999538"/>
              <a:gd name="connsiteY49" fmla="*/ 6858000 h 6858000"/>
              <a:gd name="connsiteX50" fmla="*/ 5202858 w 8999538"/>
              <a:gd name="connsiteY50" fmla="*/ 6858000 h 6858000"/>
              <a:gd name="connsiteX51" fmla="*/ 4708224 w 8999538"/>
              <a:gd name="connsiteY51" fmla="*/ 6858000 h 6858000"/>
              <a:gd name="connsiteX52" fmla="*/ 4172394 w 8999538"/>
              <a:gd name="connsiteY52" fmla="*/ 6858000 h 6858000"/>
              <a:gd name="connsiteX53" fmla="*/ 3593718 w 8999538"/>
              <a:gd name="connsiteY53" fmla="*/ 6858000 h 6858000"/>
              <a:gd name="connsiteX54" fmla="*/ 2970551 w 8999538"/>
              <a:gd name="connsiteY54" fmla="*/ 6858000 h 6858000"/>
              <a:gd name="connsiteX55" fmla="*/ 2301243 w 8999538"/>
              <a:gd name="connsiteY55" fmla="*/ 6858000 h 6858000"/>
              <a:gd name="connsiteX56" fmla="*/ 1584147 w 8999538"/>
              <a:gd name="connsiteY56" fmla="*/ 6858000 h 6858000"/>
              <a:gd name="connsiteX57" fmla="*/ 817616 w 8999538"/>
              <a:gd name="connsiteY57" fmla="*/ 6858000 h 6858000"/>
              <a:gd name="connsiteX58" fmla="*/ 0 w 8999538"/>
              <a:gd name="connsiteY58" fmla="*/ 6858000 h 6858000"/>
              <a:gd name="connsiteX59" fmla="*/ 0 w 8999538"/>
              <a:gd name="connsiteY59" fmla="*/ 6856326 h 6858000"/>
              <a:gd name="connsiteX60" fmla="*/ 0 w 8999538"/>
              <a:gd name="connsiteY60" fmla="*/ 6844606 h 6858000"/>
              <a:gd name="connsiteX61" fmla="*/ 0 w 8999538"/>
              <a:gd name="connsiteY61" fmla="*/ 6831839 h 6858000"/>
              <a:gd name="connsiteX62" fmla="*/ 0 w 8999538"/>
              <a:gd name="connsiteY62" fmla="*/ 6812794 h 6858000"/>
              <a:gd name="connsiteX63" fmla="*/ 0 w 8999538"/>
              <a:gd name="connsiteY63" fmla="*/ 6786214 h 6858000"/>
              <a:gd name="connsiteX64" fmla="*/ 0 w 8999538"/>
              <a:gd name="connsiteY64" fmla="*/ 6750844 h 6858000"/>
              <a:gd name="connsiteX65" fmla="*/ 0 w 8999538"/>
              <a:gd name="connsiteY65" fmla="*/ 6705428 h 6858000"/>
              <a:gd name="connsiteX66" fmla="*/ 0 w 8999538"/>
              <a:gd name="connsiteY66" fmla="*/ 6648711 h 6858000"/>
              <a:gd name="connsiteX67" fmla="*/ 0 w 8999538"/>
              <a:gd name="connsiteY67" fmla="*/ 6579436 h 6858000"/>
              <a:gd name="connsiteX68" fmla="*/ 0 w 8999538"/>
              <a:gd name="connsiteY68" fmla="*/ 6496348 h 6858000"/>
              <a:gd name="connsiteX69" fmla="*/ 0 w 8999538"/>
              <a:gd name="connsiteY69" fmla="*/ 6398191 h 6858000"/>
              <a:gd name="connsiteX70" fmla="*/ 0 w 8999538"/>
              <a:gd name="connsiteY70" fmla="*/ 6283710 h 6858000"/>
              <a:gd name="connsiteX71" fmla="*/ 0 w 8999538"/>
              <a:gd name="connsiteY71" fmla="*/ 6151648 h 6858000"/>
              <a:gd name="connsiteX72" fmla="*/ 0 w 8999538"/>
              <a:gd name="connsiteY72" fmla="*/ 6000750 h 6858000"/>
              <a:gd name="connsiteX73" fmla="*/ 0 w 8999538"/>
              <a:gd name="connsiteY73" fmla="*/ 5829761 h 6858000"/>
              <a:gd name="connsiteX74" fmla="*/ 0 w 8999538"/>
              <a:gd name="connsiteY74" fmla="*/ 5637424 h 6858000"/>
              <a:gd name="connsiteX75" fmla="*/ 0 w 8999538"/>
              <a:gd name="connsiteY75" fmla="*/ 5422483 h 6858000"/>
              <a:gd name="connsiteX76" fmla="*/ 0 w 8999538"/>
              <a:gd name="connsiteY76" fmla="*/ 5183684 h 6858000"/>
              <a:gd name="connsiteX77" fmla="*/ 0 w 8999538"/>
              <a:gd name="connsiteY77" fmla="*/ 4919770 h 6858000"/>
              <a:gd name="connsiteX78" fmla="*/ 0 w 8999538"/>
              <a:gd name="connsiteY78" fmla="*/ 4629485 h 6858000"/>
              <a:gd name="connsiteX79" fmla="*/ 0 w 8999538"/>
              <a:gd name="connsiteY79" fmla="*/ 4311574 h 6858000"/>
              <a:gd name="connsiteX80" fmla="*/ 0 w 8999538"/>
              <a:gd name="connsiteY80" fmla="*/ 4141866 h 6858000"/>
              <a:gd name="connsiteX81" fmla="*/ 0 w 8999538"/>
              <a:gd name="connsiteY81" fmla="*/ 3964781 h 6858000"/>
              <a:gd name="connsiteX82" fmla="*/ 0 w 8999538"/>
              <a:gd name="connsiteY82" fmla="*/ 3780162 h 6858000"/>
              <a:gd name="connsiteX83" fmla="*/ 0 w 8999538"/>
              <a:gd name="connsiteY83" fmla="*/ 3587851 h 6858000"/>
              <a:gd name="connsiteX84" fmla="*/ 0 w 8999538"/>
              <a:gd name="connsiteY84" fmla="*/ 3387692 h 6858000"/>
              <a:gd name="connsiteX85" fmla="*/ 0 w 8999538"/>
              <a:gd name="connsiteY85" fmla="*/ 3179527 h 6858000"/>
              <a:gd name="connsiteX86" fmla="*/ 0 w 8999538"/>
              <a:gd name="connsiteY86" fmla="*/ 2963200 h 6858000"/>
              <a:gd name="connsiteX87" fmla="*/ 0 w 8999538"/>
              <a:gd name="connsiteY87" fmla="*/ 2738554 h 6858000"/>
              <a:gd name="connsiteX88" fmla="*/ 0 w 8999538"/>
              <a:gd name="connsiteY88" fmla="*/ 2505432 h 6858000"/>
              <a:gd name="connsiteX89" fmla="*/ 0 w 8999538"/>
              <a:gd name="connsiteY89" fmla="*/ 2263676 h 6858000"/>
              <a:gd name="connsiteX90" fmla="*/ 0 w 8999538"/>
              <a:gd name="connsiteY90" fmla="*/ 2013130 h 6858000"/>
              <a:gd name="connsiteX91" fmla="*/ 0 w 8999538"/>
              <a:gd name="connsiteY91" fmla="*/ 1753637 h 6858000"/>
              <a:gd name="connsiteX92" fmla="*/ 0 w 8999538"/>
              <a:gd name="connsiteY92" fmla="*/ 1485040 h 6858000"/>
              <a:gd name="connsiteX93" fmla="*/ 0 w 8999538"/>
              <a:gd name="connsiteY93" fmla="*/ 1207182 h 6858000"/>
              <a:gd name="connsiteX94" fmla="*/ 0 w 8999538"/>
              <a:gd name="connsiteY94" fmla="*/ 919906 h 6858000"/>
              <a:gd name="connsiteX95" fmla="*/ 0 w 8999538"/>
              <a:gd name="connsiteY95" fmla="*/ 623055 h 6858000"/>
              <a:gd name="connsiteX96" fmla="*/ 0 w 8999538"/>
              <a:gd name="connsiteY96" fmla="*/ 3164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8999538" h="6858000">
                <a:moveTo>
                  <a:pt x="0" y="0"/>
                </a:moveTo>
                <a:lnTo>
                  <a:pt x="1782" y="0"/>
                </a:lnTo>
                <a:lnTo>
                  <a:pt x="14251" y="0"/>
                </a:lnTo>
                <a:lnTo>
                  <a:pt x="48095" y="0"/>
                </a:lnTo>
                <a:lnTo>
                  <a:pt x="114003" y="0"/>
                </a:lnTo>
                <a:lnTo>
                  <a:pt x="162320" y="0"/>
                </a:lnTo>
                <a:lnTo>
                  <a:pt x="222661" y="0"/>
                </a:lnTo>
                <a:lnTo>
                  <a:pt x="296362" y="0"/>
                </a:lnTo>
                <a:lnTo>
                  <a:pt x="384758" y="0"/>
                </a:lnTo>
                <a:lnTo>
                  <a:pt x="489186" y="0"/>
                </a:lnTo>
                <a:lnTo>
                  <a:pt x="610982" y="0"/>
                </a:lnTo>
                <a:lnTo>
                  <a:pt x="751481" y="0"/>
                </a:lnTo>
                <a:lnTo>
                  <a:pt x="912020" y="0"/>
                </a:lnTo>
                <a:lnTo>
                  <a:pt x="1093934" y="0"/>
                </a:lnTo>
                <a:lnTo>
                  <a:pt x="1298559" y="0"/>
                </a:lnTo>
                <a:lnTo>
                  <a:pt x="1527232" y="0"/>
                </a:lnTo>
                <a:lnTo>
                  <a:pt x="1781288" y="0"/>
                </a:lnTo>
                <a:lnTo>
                  <a:pt x="2062064" y="0"/>
                </a:lnTo>
                <a:lnTo>
                  <a:pt x="2370894" y="0"/>
                </a:lnTo>
                <a:lnTo>
                  <a:pt x="2709117" y="0"/>
                </a:lnTo>
                <a:lnTo>
                  <a:pt x="3078066" y="0"/>
                </a:lnTo>
                <a:lnTo>
                  <a:pt x="3479078" y="0"/>
                </a:lnTo>
                <a:lnTo>
                  <a:pt x="3913490" y="0"/>
                </a:lnTo>
                <a:lnTo>
                  <a:pt x="4382637" y="0"/>
                </a:lnTo>
                <a:lnTo>
                  <a:pt x="4887855" y="0"/>
                </a:lnTo>
                <a:lnTo>
                  <a:pt x="5430479" y="0"/>
                </a:lnTo>
                <a:lnTo>
                  <a:pt x="6011847" y="0"/>
                </a:lnTo>
                <a:lnTo>
                  <a:pt x="6633294" y="0"/>
                </a:lnTo>
                <a:lnTo>
                  <a:pt x="7296156" y="0"/>
                </a:lnTo>
                <a:cubicBezTo>
                  <a:pt x="7296156" y="0"/>
                  <a:pt x="7296156" y="0"/>
                  <a:pt x="7296156" y="4806315"/>
                </a:cubicBezTo>
                <a:cubicBezTo>
                  <a:pt x="7296156" y="5783580"/>
                  <a:pt x="8028610" y="6669405"/>
                  <a:pt x="8999538" y="6858000"/>
                </a:cubicBezTo>
                <a:lnTo>
                  <a:pt x="8997341" y="6858000"/>
                </a:lnTo>
                <a:lnTo>
                  <a:pt x="8981961" y="6858000"/>
                </a:lnTo>
                <a:lnTo>
                  <a:pt x="8940215" y="6858000"/>
                </a:lnTo>
                <a:lnTo>
                  <a:pt x="8858920" y="6858000"/>
                </a:lnTo>
                <a:lnTo>
                  <a:pt x="8799322" y="6858000"/>
                </a:lnTo>
                <a:lnTo>
                  <a:pt x="8724894" y="6858000"/>
                </a:lnTo>
                <a:lnTo>
                  <a:pt x="8633987" y="6858000"/>
                </a:lnTo>
                <a:lnTo>
                  <a:pt x="8524953" y="6858000"/>
                </a:lnTo>
                <a:lnTo>
                  <a:pt x="8396145" y="6858000"/>
                </a:lnTo>
                <a:lnTo>
                  <a:pt x="8245915" y="6858000"/>
                </a:lnTo>
                <a:lnTo>
                  <a:pt x="8072615" y="6858000"/>
                </a:lnTo>
                <a:lnTo>
                  <a:pt x="7874596" y="6858000"/>
                </a:lnTo>
                <a:lnTo>
                  <a:pt x="7650212" y="6858000"/>
                </a:lnTo>
                <a:lnTo>
                  <a:pt x="7397814" y="6858000"/>
                </a:lnTo>
                <a:lnTo>
                  <a:pt x="7115755" y="6858000"/>
                </a:lnTo>
                <a:lnTo>
                  <a:pt x="6802386" y="6858000"/>
                </a:lnTo>
                <a:lnTo>
                  <a:pt x="6456059" y="6858000"/>
                </a:lnTo>
                <a:lnTo>
                  <a:pt x="6075128" y="6858000"/>
                </a:lnTo>
                <a:lnTo>
                  <a:pt x="5657944" y="6858000"/>
                </a:lnTo>
                <a:lnTo>
                  <a:pt x="5202858" y="6858000"/>
                </a:lnTo>
                <a:lnTo>
                  <a:pt x="4708224" y="6858000"/>
                </a:lnTo>
                <a:lnTo>
                  <a:pt x="4172394" y="6858000"/>
                </a:lnTo>
                <a:lnTo>
                  <a:pt x="3593718" y="6858000"/>
                </a:lnTo>
                <a:lnTo>
                  <a:pt x="2970551" y="6858000"/>
                </a:lnTo>
                <a:lnTo>
                  <a:pt x="2301243" y="6858000"/>
                </a:lnTo>
                <a:lnTo>
                  <a:pt x="1584147" y="6858000"/>
                </a:lnTo>
                <a:lnTo>
                  <a:pt x="817616" y="6858000"/>
                </a:lnTo>
                <a:lnTo>
                  <a:pt x="0" y="6858000"/>
                </a:lnTo>
                <a:lnTo>
                  <a:pt x="0" y="6856326"/>
                </a:lnTo>
                <a:lnTo>
                  <a:pt x="0" y="6844606"/>
                </a:lnTo>
                <a:lnTo>
                  <a:pt x="0" y="6831839"/>
                </a:lnTo>
                <a:lnTo>
                  <a:pt x="0" y="6812794"/>
                </a:lnTo>
                <a:lnTo>
                  <a:pt x="0" y="6786214"/>
                </a:lnTo>
                <a:lnTo>
                  <a:pt x="0" y="6750844"/>
                </a:lnTo>
                <a:lnTo>
                  <a:pt x="0" y="6705428"/>
                </a:lnTo>
                <a:lnTo>
                  <a:pt x="0" y="6648711"/>
                </a:lnTo>
                <a:lnTo>
                  <a:pt x="0" y="6579436"/>
                </a:lnTo>
                <a:lnTo>
                  <a:pt x="0" y="6496348"/>
                </a:lnTo>
                <a:lnTo>
                  <a:pt x="0" y="6398191"/>
                </a:lnTo>
                <a:lnTo>
                  <a:pt x="0" y="6283710"/>
                </a:lnTo>
                <a:lnTo>
                  <a:pt x="0" y="6151648"/>
                </a:lnTo>
                <a:lnTo>
                  <a:pt x="0" y="6000750"/>
                </a:lnTo>
                <a:lnTo>
                  <a:pt x="0" y="5829761"/>
                </a:lnTo>
                <a:lnTo>
                  <a:pt x="0" y="5637424"/>
                </a:lnTo>
                <a:lnTo>
                  <a:pt x="0" y="5422483"/>
                </a:lnTo>
                <a:lnTo>
                  <a:pt x="0" y="5183684"/>
                </a:lnTo>
                <a:lnTo>
                  <a:pt x="0" y="4919770"/>
                </a:lnTo>
                <a:lnTo>
                  <a:pt x="0" y="4629485"/>
                </a:lnTo>
                <a:lnTo>
                  <a:pt x="0" y="4311574"/>
                </a:lnTo>
                <a:lnTo>
                  <a:pt x="0" y="4141866"/>
                </a:lnTo>
                <a:lnTo>
                  <a:pt x="0" y="3964781"/>
                </a:lnTo>
                <a:lnTo>
                  <a:pt x="0" y="3780162"/>
                </a:lnTo>
                <a:lnTo>
                  <a:pt x="0" y="3587851"/>
                </a:lnTo>
                <a:lnTo>
                  <a:pt x="0" y="3387692"/>
                </a:lnTo>
                <a:lnTo>
                  <a:pt x="0" y="3179527"/>
                </a:lnTo>
                <a:lnTo>
                  <a:pt x="0" y="2963200"/>
                </a:lnTo>
                <a:lnTo>
                  <a:pt x="0" y="2738554"/>
                </a:lnTo>
                <a:lnTo>
                  <a:pt x="0" y="2505432"/>
                </a:lnTo>
                <a:lnTo>
                  <a:pt x="0" y="2263676"/>
                </a:lnTo>
                <a:lnTo>
                  <a:pt x="0" y="2013130"/>
                </a:lnTo>
                <a:lnTo>
                  <a:pt x="0" y="1753637"/>
                </a:lnTo>
                <a:lnTo>
                  <a:pt x="0" y="1485040"/>
                </a:lnTo>
                <a:lnTo>
                  <a:pt x="0" y="1207182"/>
                </a:lnTo>
                <a:lnTo>
                  <a:pt x="0" y="919906"/>
                </a:lnTo>
                <a:lnTo>
                  <a:pt x="0" y="623055"/>
                </a:lnTo>
                <a:lnTo>
                  <a:pt x="0" y="3164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A94CC-2714-A04B-A2D5-15FD6313F9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0595" y="609600"/>
            <a:ext cx="3998111" cy="45974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685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TEAL (V2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99538" cy="6858000"/>
          </a:xfrm>
          <a:custGeom>
            <a:avLst/>
            <a:gdLst>
              <a:gd name="connsiteX0" fmla="*/ 0 w 8999538"/>
              <a:gd name="connsiteY0" fmla="*/ 0 h 6858000"/>
              <a:gd name="connsiteX1" fmla="*/ 1782 w 8999538"/>
              <a:gd name="connsiteY1" fmla="*/ 0 h 6858000"/>
              <a:gd name="connsiteX2" fmla="*/ 14251 w 8999538"/>
              <a:gd name="connsiteY2" fmla="*/ 0 h 6858000"/>
              <a:gd name="connsiteX3" fmla="*/ 48095 w 8999538"/>
              <a:gd name="connsiteY3" fmla="*/ 0 h 6858000"/>
              <a:gd name="connsiteX4" fmla="*/ 114003 w 8999538"/>
              <a:gd name="connsiteY4" fmla="*/ 0 h 6858000"/>
              <a:gd name="connsiteX5" fmla="*/ 162320 w 8999538"/>
              <a:gd name="connsiteY5" fmla="*/ 0 h 6858000"/>
              <a:gd name="connsiteX6" fmla="*/ 222661 w 8999538"/>
              <a:gd name="connsiteY6" fmla="*/ 0 h 6858000"/>
              <a:gd name="connsiteX7" fmla="*/ 296362 w 8999538"/>
              <a:gd name="connsiteY7" fmla="*/ 0 h 6858000"/>
              <a:gd name="connsiteX8" fmla="*/ 384758 w 8999538"/>
              <a:gd name="connsiteY8" fmla="*/ 0 h 6858000"/>
              <a:gd name="connsiteX9" fmla="*/ 489186 w 8999538"/>
              <a:gd name="connsiteY9" fmla="*/ 0 h 6858000"/>
              <a:gd name="connsiteX10" fmla="*/ 610982 w 8999538"/>
              <a:gd name="connsiteY10" fmla="*/ 0 h 6858000"/>
              <a:gd name="connsiteX11" fmla="*/ 751481 w 8999538"/>
              <a:gd name="connsiteY11" fmla="*/ 0 h 6858000"/>
              <a:gd name="connsiteX12" fmla="*/ 912020 w 8999538"/>
              <a:gd name="connsiteY12" fmla="*/ 0 h 6858000"/>
              <a:gd name="connsiteX13" fmla="*/ 1093934 w 8999538"/>
              <a:gd name="connsiteY13" fmla="*/ 0 h 6858000"/>
              <a:gd name="connsiteX14" fmla="*/ 1298559 w 8999538"/>
              <a:gd name="connsiteY14" fmla="*/ 0 h 6858000"/>
              <a:gd name="connsiteX15" fmla="*/ 1527232 w 8999538"/>
              <a:gd name="connsiteY15" fmla="*/ 0 h 6858000"/>
              <a:gd name="connsiteX16" fmla="*/ 1781288 w 8999538"/>
              <a:gd name="connsiteY16" fmla="*/ 0 h 6858000"/>
              <a:gd name="connsiteX17" fmla="*/ 2062064 w 8999538"/>
              <a:gd name="connsiteY17" fmla="*/ 0 h 6858000"/>
              <a:gd name="connsiteX18" fmla="*/ 2370894 w 8999538"/>
              <a:gd name="connsiteY18" fmla="*/ 0 h 6858000"/>
              <a:gd name="connsiteX19" fmla="*/ 2709117 w 8999538"/>
              <a:gd name="connsiteY19" fmla="*/ 0 h 6858000"/>
              <a:gd name="connsiteX20" fmla="*/ 3078066 w 8999538"/>
              <a:gd name="connsiteY20" fmla="*/ 0 h 6858000"/>
              <a:gd name="connsiteX21" fmla="*/ 3479078 w 8999538"/>
              <a:gd name="connsiteY21" fmla="*/ 0 h 6858000"/>
              <a:gd name="connsiteX22" fmla="*/ 3913490 w 8999538"/>
              <a:gd name="connsiteY22" fmla="*/ 0 h 6858000"/>
              <a:gd name="connsiteX23" fmla="*/ 4382637 w 8999538"/>
              <a:gd name="connsiteY23" fmla="*/ 0 h 6858000"/>
              <a:gd name="connsiteX24" fmla="*/ 4887855 w 8999538"/>
              <a:gd name="connsiteY24" fmla="*/ 0 h 6858000"/>
              <a:gd name="connsiteX25" fmla="*/ 5430479 w 8999538"/>
              <a:gd name="connsiteY25" fmla="*/ 0 h 6858000"/>
              <a:gd name="connsiteX26" fmla="*/ 6011847 w 8999538"/>
              <a:gd name="connsiteY26" fmla="*/ 0 h 6858000"/>
              <a:gd name="connsiteX27" fmla="*/ 6633294 w 8999538"/>
              <a:gd name="connsiteY27" fmla="*/ 0 h 6858000"/>
              <a:gd name="connsiteX28" fmla="*/ 7296156 w 8999538"/>
              <a:gd name="connsiteY28" fmla="*/ 0 h 6858000"/>
              <a:gd name="connsiteX29" fmla="*/ 7296156 w 8999538"/>
              <a:gd name="connsiteY29" fmla="*/ 4806315 h 6858000"/>
              <a:gd name="connsiteX30" fmla="*/ 8999538 w 8999538"/>
              <a:gd name="connsiteY30" fmla="*/ 6858000 h 6858000"/>
              <a:gd name="connsiteX31" fmla="*/ 8997341 w 8999538"/>
              <a:gd name="connsiteY31" fmla="*/ 6858000 h 6858000"/>
              <a:gd name="connsiteX32" fmla="*/ 8981961 w 8999538"/>
              <a:gd name="connsiteY32" fmla="*/ 6858000 h 6858000"/>
              <a:gd name="connsiteX33" fmla="*/ 8940215 w 8999538"/>
              <a:gd name="connsiteY33" fmla="*/ 6858000 h 6858000"/>
              <a:gd name="connsiteX34" fmla="*/ 8858920 w 8999538"/>
              <a:gd name="connsiteY34" fmla="*/ 6858000 h 6858000"/>
              <a:gd name="connsiteX35" fmla="*/ 8799322 w 8999538"/>
              <a:gd name="connsiteY35" fmla="*/ 6858000 h 6858000"/>
              <a:gd name="connsiteX36" fmla="*/ 8724894 w 8999538"/>
              <a:gd name="connsiteY36" fmla="*/ 6858000 h 6858000"/>
              <a:gd name="connsiteX37" fmla="*/ 8633987 w 8999538"/>
              <a:gd name="connsiteY37" fmla="*/ 6858000 h 6858000"/>
              <a:gd name="connsiteX38" fmla="*/ 8524953 w 8999538"/>
              <a:gd name="connsiteY38" fmla="*/ 6858000 h 6858000"/>
              <a:gd name="connsiteX39" fmla="*/ 8396145 w 8999538"/>
              <a:gd name="connsiteY39" fmla="*/ 6858000 h 6858000"/>
              <a:gd name="connsiteX40" fmla="*/ 8245915 w 8999538"/>
              <a:gd name="connsiteY40" fmla="*/ 6858000 h 6858000"/>
              <a:gd name="connsiteX41" fmla="*/ 8072615 w 8999538"/>
              <a:gd name="connsiteY41" fmla="*/ 6858000 h 6858000"/>
              <a:gd name="connsiteX42" fmla="*/ 7874596 w 8999538"/>
              <a:gd name="connsiteY42" fmla="*/ 6858000 h 6858000"/>
              <a:gd name="connsiteX43" fmla="*/ 7650212 w 8999538"/>
              <a:gd name="connsiteY43" fmla="*/ 6858000 h 6858000"/>
              <a:gd name="connsiteX44" fmla="*/ 7397814 w 8999538"/>
              <a:gd name="connsiteY44" fmla="*/ 6858000 h 6858000"/>
              <a:gd name="connsiteX45" fmla="*/ 7115755 w 8999538"/>
              <a:gd name="connsiteY45" fmla="*/ 6858000 h 6858000"/>
              <a:gd name="connsiteX46" fmla="*/ 6802386 w 8999538"/>
              <a:gd name="connsiteY46" fmla="*/ 6858000 h 6858000"/>
              <a:gd name="connsiteX47" fmla="*/ 6456059 w 8999538"/>
              <a:gd name="connsiteY47" fmla="*/ 6858000 h 6858000"/>
              <a:gd name="connsiteX48" fmla="*/ 6075128 w 8999538"/>
              <a:gd name="connsiteY48" fmla="*/ 6858000 h 6858000"/>
              <a:gd name="connsiteX49" fmla="*/ 5657944 w 8999538"/>
              <a:gd name="connsiteY49" fmla="*/ 6858000 h 6858000"/>
              <a:gd name="connsiteX50" fmla="*/ 5202858 w 8999538"/>
              <a:gd name="connsiteY50" fmla="*/ 6858000 h 6858000"/>
              <a:gd name="connsiteX51" fmla="*/ 4708224 w 8999538"/>
              <a:gd name="connsiteY51" fmla="*/ 6858000 h 6858000"/>
              <a:gd name="connsiteX52" fmla="*/ 4172394 w 8999538"/>
              <a:gd name="connsiteY52" fmla="*/ 6858000 h 6858000"/>
              <a:gd name="connsiteX53" fmla="*/ 3593718 w 8999538"/>
              <a:gd name="connsiteY53" fmla="*/ 6858000 h 6858000"/>
              <a:gd name="connsiteX54" fmla="*/ 2970551 w 8999538"/>
              <a:gd name="connsiteY54" fmla="*/ 6858000 h 6858000"/>
              <a:gd name="connsiteX55" fmla="*/ 2301243 w 8999538"/>
              <a:gd name="connsiteY55" fmla="*/ 6858000 h 6858000"/>
              <a:gd name="connsiteX56" fmla="*/ 1584147 w 8999538"/>
              <a:gd name="connsiteY56" fmla="*/ 6858000 h 6858000"/>
              <a:gd name="connsiteX57" fmla="*/ 817616 w 8999538"/>
              <a:gd name="connsiteY57" fmla="*/ 6858000 h 6858000"/>
              <a:gd name="connsiteX58" fmla="*/ 0 w 8999538"/>
              <a:gd name="connsiteY58" fmla="*/ 6858000 h 6858000"/>
              <a:gd name="connsiteX59" fmla="*/ 0 w 8999538"/>
              <a:gd name="connsiteY59" fmla="*/ 6856326 h 6858000"/>
              <a:gd name="connsiteX60" fmla="*/ 0 w 8999538"/>
              <a:gd name="connsiteY60" fmla="*/ 6844606 h 6858000"/>
              <a:gd name="connsiteX61" fmla="*/ 0 w 8999538"/>
              <a:gd name="connsiteY61" fmla="*/ 6831839 h 6858000"/>
              <a:gd name="connsiteX62" fmla="*/ 0 w 8999538"/>
              <a:gd name="connsiteY62" fmla="*/ 6812794 h 6858000"/>
              <a:gd name="connsiteX63" fmla="*/ 0 w 8999538"/>
              <a:gd name="connsiteY63" fmla="*/ 6786214 h 6858000"/>
              <a:gd name="connsiteX64" fmla="*/ 0 w 8999538"/>
              <a:gd name="connsiteY64" fmla="*/ 6750844 h 6858000"/>
              <a:gd name="connsiteX65" fmla="*/ 0 w 8999538"/>
              <a:gd name="connsiteY65" fmla="*/ 6705428 h 6858000"/>
              <a:gd name="connsiteX66" fmla="*/ 0 w 8999538"/>
              <a:gd name="connsiteY66" fmla="*/ 6648711 h 6858000"/>
              <a:gd name="connsiteX67" fmla="*/ 0 w 8999538"/>
              <a:gd name="connsiteY67" fmla="*/ 6579436 h 6858000"/>
              <a:gd name="connsiteX68" fmla="*/ 0 w 8999538"/>
              <a:gd name="connsiteY68" fmla="*/ 6496348 h 6858000"/>
              <a:gd name="connsiteX69" fmla="*/ 0 w 8999538"/>
              <a:gd name="connsiteY69" fmla="*/ 6398191 h 6858000"/>
              <a:gd name="connsiteX70" fmla="*/ 0 w 8999538"/>
              <a:gd name="connsiteY70" fmla="*/ 6283710 h 6858000"/>
              <a:gd name="connsiteX71" fmla="*/ 0 w 8999538"/>
              <a:gd name="connsiteY71" fmla="*/ 6151648 h 6858000"/>
              <a:gd name="connsiteX72" fmla="*/ 0 w 8999538"/>
              <a:gd name="connsiteY72" fmla="*/ 6000750 h 6858000"/>
              <a:gd name="connsiteX73" fmla="*/ 0 w 8999538"/>
              <a:gd name="connsiteY73" fmla="*/ 5829761 h 6858000"/>
              <a:gd name="connsiteX74" fmla="*/ 0 w 8999538"/>
              <a:gd name="connsiteY74" fmla="*/ 5637424 h 6858000"/>
              <a:gd name="connsiteX75" fmla="*/ 0 w 8999538"/>
              <a:gd name="connsiteY75" fmla="*/ 5422483 h 6858000"/>
              <a:gd name="connsiteX76" fmla="*/ 0 w 8999538"/>
              <a:gd name="connsiteY76" fmla="*/ 5183684 h 6858000"/>
              <a:gd name="connsiteX77" fmla="*/ 0 w 8999538"/>
              <a:gd name="connsiteY77" fmla="*/ 4919770 h 6858000"/>
              <a:gd name="connsiteX78" fmla="*/ 0 w 8999538"/>
              <a:gd name="connsiteY78" fmla="*/ 4629485 h 6858000"/>
              <a:gd name="connsiteX79" fmla="*/ 0 w 8999538"/>
              <a:gd name="connsiteY79" fmla="*/ 4311574 h 6858000"/>
              <a:gd name="connsiteX80" fmla="*/ 0 w 8999538"/>
              <a:gd name="connsiteY80" fmla="*/ 4141866 h 6858000"/>
              <a:gd name="connsiteX81" fmla="*/ 0 w 8999538"/>
              <a:gd name="connsiteY81" fmla="*/ 3964781 h 6858000"/>
              <a:gd name="connsiteX82" fmla="*/ 0 w 8999538"/>
              <a:gd name="connsiteY82" fmla="*/ 3780162 h 6858000"/>
              <a:gd name="connsiteX83" fmla="*/ 0 w 8999538"/>
              <a:gd name="connsiteY83" fmla="*/ 3587851 h 6858000"/>
              <a:gd name="connsiteX84" fmla="*/ 0 w 8999538"/>
              <a:gd name="connsiteY84" fmla="*/ 3387692 h 6858000"/>
              <a:gd name="connsiteX85" fmla="*/ 0 w 8999538"/>
              <a:gd name="connsiteY85" fmla="*/ 3179527 h 6858000"/>
              <a:gd name="connsiteX86" fmla="*/ 0 w 8999538"/>
              <a:gd name="connsiteY86" fmla="*/ 2963200 h 6858000"/>
              <a:gd name="connsiteX87" fmla="*/ 0 w 8999538"/>
              <a:gd name="connsiteY87" fmla="*/ 2738554 h 6858000"/>
              <a:gd name="connsiteX88" fmla="*/ 0 w 8999538"/>
              <a:gd name="connsiteY88" fmla="*/ 2505432 h 6858000"/>
              <a:gd name="connsiteX89" fmla="*/ 0 w 8999538"/>
              <a:gd name="connsiteY89" fmla="*/ 2263676 h 6858000"/>
              <a:gd name="connsiteX90" fmla="*/ 0 w 8999538"/>
              <a:gd name="connsiteY90" fmla="*/ 2013130 h 6858000"/>
              <a:gd name="connsiteX91" fmla="*/ 0 w 8999538"/>
              <a:gd name="connsiteY91" fmla="*/ 1753637 h 6858000"/>
              <a:gd name="connsiteX92" fmla="*/ 0 w 8999538"/>
              <a:gd name="connsiteY92" fmla="*/ 1485040 h 6858000"/>
              <a:gd name="connsiteX93" fmla="*/ 0 w 8999538"/>
              <a:gd name="connsiteY93" fmla="*/ 1207182 h 6858000"/>
              <a:gd name="connsiteX94" fmla="*/ 0 w 8999538"/>
              <a:gd name="connsiteY94" fmla="*/ 919906 h 6858000"/>
              <a:gd name="connsiteX95" fmla="*/ 0 w 8999538"/>
              <a:gd name="connsiteY95" fmla="*/ 623055 h 6858000"/>
              <a:gd name="connsiteX96" fmla="*/ 0 w 8999538"/>
              <a:gd name="connsiteY96" fmla="*/ 3164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8999538" h="6858000">
                <a:moveTo>
                  <a:pt x="0" y="0"/>
                </a:moveTo>
                <a:lnTo>
                  <a:pt x="1782" y="0"/>
                </a:lnTo>
                <a:lnTo>
                  <a:pt x="14251" y="0"/>
                </a:lnTo>
                <a:lnTo>
                  <a:pt x="48095" y="0"/>
                </a:lnTo>
                <a:lnTo>
                  <a:pt x="114003" y="0"/>
                </a:lnTo>
                <a:lnTo>
                  <a:pt x="162320" y="0"/>
                </a:lnTo>
                <a:lnTo>
                  <a:pt x="222661" y="0"/>
                </a:lnTo>
                <a:lnTo>
                  <a:pt x="296362" y="0"/>
                </a:lnTo>
                <a:lnTo>
                  <a:pt x="384758" y="0"/>
                </a:lnTo>
                <a:lnTo>
                  <a:pt x="489186" y="0"/>
                </a:lnTo>
                <a:lnTo>
                  <a:pt x="610982" y="0"/>
                </a:lnTo>
                <a:lnTo>
                  <a:pt x="751481" y="0"/>
                </a:lnTo>
                <a:lnTo>
                  <a:pt x="912020" y="0"/>
                </a:lnTo>
                <a:lnTo>
                  <a:pt x="1093934" y="0"/>
                </a:lnTo>
                <a:lnTo>
                  <a:pt x="1298559" y="0"/>
                </a:lnTo>
                <a:lnTo>
                  <a:pt x="1527232" y="0"/>
                </a:lnTo>
                <a:lnTo>
                  <a:pt x="1781288" y="0"/>
                </a:lnTo>
                <a:lnTo>
                  <a:pt x="2062064" y="0"/>
                </a:lnTo>
                <a:lnTo>
                  <a:pt x="2370894" y="0"/>
                </a:lnTo>
                <a:lnTo>
                  <a:pt x="2709117" y="0"/>
                </a:lnTo>
                <a:lnTo>
                  <a:pt x="3078066" y="0"/>
                </a:lnTo>
                <a:lnTo>
                  <a:pt x="3479078" y="0"/>
                </a:lnTo>
                <a:lnTo>
                  <a:pt x="3913490" y="0"/>
                </a:lnTo>
                <a:lnTo>
                  <a:pt x="4382637" y="0"/>
                </a:lnTo>
                <a:lnTo>
                  <a:pt x="4887855" y="0"/>
                </a:lnTo>
                <a:lnTo>
                  <a:pt x="5430479" y="0"/>
                </a:lnTo>
                <a:lnTo>
                  <a:pt x="6011847" y="0"/>
                </a:lnTo>
                <a:lnTo>
                  <a:pt x="6633294" y="0"/>
                </a:lnTo>
                <a:lnTo>
                  <a:pt x="7296156" y="0"/>
                </a:lnTo>
                <a:cubicBezTo>
                  <a:pt x="7296156" y="0"/>
                  <a:pt x="7296156" y="0"/>
                  <a:pt x="7296156" y="4806315"/>
                </a:cubicBezTo>
                <a:cubicBezTo>
                  <a:pt x="7296156" y="5783580"/>
                  <a:pt x="8028610" y="6669405"/>
                  <a:pt x="8999538" y="6858000"/>
                </a:cubicBezTo>
                <a:lnTo>
                  <a:pt x="8997341" y="6858000"/>
                </a:lnTo>
                <a:lnTo>
                  <a:pt x="8981961" y="6858000"/>
                </a:lnTo>
                <a:lnTo>
                  <a:pt x="8940215" y="6858000"/>
                </a:lnTo>
                <a:lnTo>
                  <a:pt x="8858920" y="6858000"/>
                </a:lnTo>
                <a:lnTo>
                  <a:pt x="8799322" y="6858000"/>
                </a:lnTo>
                <a:lnTo>
                  <a:pt x="8724894" y="6858000"/>
                </a:lnTo>
                <a:lnTo>
                  <a:pt x="8633987" y="6858000"/>
                </a:lnTo>
                <a:lnTo>
                  <a:pt x="8524953" y="6858000"/>
                </a:lnTo>
                <a:lnTo>
                  <a:pt x="8396145" y="6858000"/>
                </a:lnTo>
                <a:lnTo>
                  <a:pt x="8245915" y="6858000"/>
                </a:lnTo>
                <a:lnTo>
                  <a:pt x="8072615" y="6858000"/>
                </a:lnTo>
                <a:lnTo>
                  <a:pt x="7874596" y="6858000"/>
                </a:lnTo>
                <a:lnTo>
                  <a:pt x="7650212" y="6858000"/>
                </a:lnTo>
                <a:lnTo>
                  <a:pt x="7397814" y="6858000"/>
                </a:lnTo>
                <a:lnTo>
                  <a:pt x="7115755" y="6858000"/>
                </a:lnTo>
                <a:lnTo>
                  <a:pt x="6802386" y="6858000"/>
                </a:lnTo>
                <a:lnTo>
                  <a:pt x="6456059" y="6858000"/>
                </a:lnTo>
                <a:lnTo>
                  <a:pt x="6075128" y="6858000"/>
                </a:lnTo>
                <a:lnTo>
                  <a:pt x="5657944" y="6858000"/>
                </a:lnTo>
                <a:lnTo>
                  <a:pt x="5202858" y="6858000"/>
                </a:lnTo>
                <a:lnTo>
                  <a:pt x="4708224" y="6858000"/>
                </a:lnTo>
                <a:lnTo>
                  <a:pt x="4172394" y="6858000"/>
                </a:lnTo>
                <a:lnTo>
                  <a:pt x="3593718" y="6858000"/>
                </a:lnTo>
                <a:lnTo>
                  <a:pt x="2970551" y="6858000"/>
                </a:lnTo>
                <a:lnTo>
                  <a:pt x="2301243" y="6858000"/>
                </a:lnTo>
                <a:lnTo>
                  <a:pt x="1584147" y="6858000"/>
                </a:lnTo>
                <a:lnTo>
                  <a:pt x="817616" y="6858000"/>
                </a:lnTo>
                <a:lnTo>
                  <a:pt x="0" y="6858000"/>
                </a:lnTo>
                <a:lnTo>
                  <a:pt x="0" y="6856326"/>
                </a:lnTo>
                <a:lnTo>
                  <a:pt x="0" y="6844606"/>
                </a:lnTo>
                <a:lnTo>
                  <a:pt x="0" y="6831839"/>
                </a:lnTo>
                <a:lnTo>
                  <a:pt x="0" y="6812794"/>
                </a:lnTo>
                <a:lnTo>
                  <a:pt x="0" y="6786214"/>
                </a:lnTo>
                <a:lnTo>
                  <a:pt x="0" y="6750844"/>
                </a:lnTo>
                <a:lnTo>
                  <a:pt x="0" y="6705428"/>
                </a:lnTo>
                <a:lnTo>
                  <a:pt x="0" y="6648711"/>
                </a:lnTo>
                <a:lnTo>
                  <a:pt x="0" y="6579436"/>
                </a:lnTo>
                <a:lnTo>
                  <a:pt x="0" y="6496348"/>
                </a:lnTo>
                <a:lnTo>
                  <a:pt x="0" y="6398191"/>
                </a:lnTo>
                <a:lnTo>
                  <a:pt x="0" y="6283710"/>
                </a:lnTo>
                <a:lnTo>
                  <a:pt x="0" y="6151648"/>
                </a:lnTo>
                <a:lnTo>
                  <a:pt x="0" y="6000750"/>
                </a:lnTo>
                <a:lnTo>
                  <a:pt x="0" y="5829761"/>
                </a:lnTo>
                <a:lnTo>
                  <a:pt x="0" y="5637424"/>
                </a:lnTo>
                <a:lnTo>
                  <a:pt x="0" y="5422483"/>
                </a:lnTo>
                <a:lnTo>
                  <a:pt x="0" y="5183684"/>
                </a:lnTo>
                <a:lnTo>
                  <a:pt x="0" y="4919770"/>
                </a:lnTo>
                <a:lnTo>
                  <a:pt x="0" y="4629485"/>
                </a:lnTo>
                <a:lnTo>
                  <a:pt x="0" y="4311574"/>
                </a:lnTo>
                <a:lnTo>
                  <a:pt x="0" y="4141866"/>
                </a:lnTo>
                <a:lnTo>
                  <a:pt x="0" y="3964781"/>
                </a:lnTo>
                <a:lnTo>
                  <a:pt x="0" y="3780162"/>
                </a:lnTo>
                <a:lnTo>
                  <a:pt x="0" y="3587851"/>
                </a:lnTo>
                <a:lnTo>
                  <a:pt x="0" y="3387692"/>
                </a:lnTo>
                <a:lnTo>
                  <a:pt x="0" y="3179527"/>
                </a:lnTo>
                <a:lnTo>
                  <a:pt x="0" y="2963200"/>
                </a:lnTo>
                <a:lnTo>
                  <a:pt x="0" y="2738554"/>
                </a:lnTo>
                <a:lnTo>
                  <a:pt x="0" y="2505432"/>
                </a:lnTo>
                <a:lnTo>
                  <a:pt x="0" y="2263676"/>
                </a:lnTo>
                <a:lnTo>
                  <a:pt x="0" y="2013130"/>
                </a:lnTo>
                <a:lnTo>
                  <a:pt x="0" y="1753637"/>
                </a:lnTo>
                <a:lnTo>
                  <a:pt x="0" y="1485040"/>
                </a:lnTo>
                <a:lnTo>
                  <a:pt x="0" y="1207182"/>
                </a:lnTo>
                <a:lnTo>
                  <a:pt x="0" y="919906"/>
                </a:lnTo>
                <a:lnTo>
                  <a:pt x="0" y="623055"/>
                </a:lnTo>
                <a:lnTo>
                  <a:pt x="0" y="3164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4F20AAD-8F3F-2747-8CD2-BD59A679C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0595" y="609600"/>
            <a:ext cx="3998111" cy="45974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975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NAVY (V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99538" cy="6858000"/>
          </a:xfrm>
          <a:custGeom>
            <a:avLst/>
            <a:gdLst>
              <a:gd name="connsiteX0" fmla="*/ 0 w 8999538"/>
              <a:gd name="connsiteY0" fmla="*/ 0 h 6858000"/>
              <a:gd name="connsiteX1" fmla="*/ 1782 w 8999538"/>
              <a:gd name="connsiteY1" fmla="*/ 0 h 6858000"/>
              <a:gd name="connsiteX2" fmla="*/ 14251 w 8999538"/>
              <a:gd name="connsiteY2" fmla="*/ 0 h 6858000"/>
              <a:gd name="connsiteX3" fmla="*/ 48095 w 8999538"/>
              <a:gd name="connsiteY3" fmla="*/ 0 h 6858000"/>
              <a:gd name="connsiteX4" fmla="*/ 114003 w 8999538"/>
              <a:gd name="connsiteY4" fmla="*/ 0 h 6858000"/>
              <a:gd name="connsiteX5" fmla="*/ 162320 w 8999538"/>
              <a:gd name="connsiteY5" fmla="*/ 0 h 6858000"/>
              <a:gd name="connsiteX6" fmla="*/ 222661 w 8999538"/>
              <a:gd name="connsiteY6" fmla="*/ 0 h 6858000"/>
              <a:gd name="connsiteX7" fmla="*/ 296362 w 8999538"/>
              <a:gd name="connsiteY7" fmla="*/ 0 h 6858000"/>
              <a:gd name="connsiteX8" fmla="*/ 384758 w 8999538"/>
              <a:gd name="connsiteY8" fmla="*/ 0 h 6858000"/>
              <a:gd name="connsiteX9" fmla="*/ 489186 w 8999538"/>
              <a:gd name="connsiteY9" fmla="*/ 0 h 6858000"/>
              <a:gd name="connsiteX10" fmla="*/ 610982 w 8999538"/>
              <a:gd name="connsiteY10" fmla="*/ 0 h 6858000"/>
              <a:gd name="connsiteX11" fmla="*/ 751481 w 8999538"/>
              <a:gd name="connsiteY11" fmla="*/ 0 h 6858000"/>
              <a:gd name="connsiteX12" fmla="*/ 912020 w 8999538"/>
              <a:gd name="connsiteY12" fmla="*/ 0 h 6858000"/>
              <a:gd name="connsiteX13" fmla="*/ 1093934 w 8999538"/>
              <a:gd name="connsiteY13" fmla="*/ 0 h 6858000"/>
              <a:gd name="connsiteX14" fmla="*/ 1298559 w 8999538"/>
              <a:gd name="connsiteY14" fmla="*/ 0 h 6858000"/>
              <a:gd name="connsiteX15" fmla="*/ 1527232 w 8999538"/>
              <a:gd name="connsiteY15" fmla="*/ 0 h 6858000"/>
              <a:gd name="connsiteX16" fmla="*/ 1781288 w 8999538"/>
              <a:gd name="connsiteY16" fmla="*/ 0 h 6858000"/>
              <a:gd name="connsiteX17" fmla="*/ 2062064 w 8999538"/>
              <a:gd name="connsiteY17" fmla="*/ 0 h 6858000"/>
              <a:gd name="connsiteX18" fmla="*/ 2370894 w 8999538"/>
              <a:gd name="connsiteY18" fmla="*/ 0 h 6858000"/>
              <a:gd name="connsiteX19" fmla="*/ 2709117 w 8999538"/>
              <a:gd name="connsiteY19" fmla="*/ 0 h 6858000"/>
              <a:gd name="connsiteX20" fmla="*/ 3078066 w 8999538"/>
              <a:gd name="connsiteY20" fmla="*/ 0 h 6858000"/>
              <a:gd name="connsiteX21" fmla="*/ 3479078 w 8999538"/>
              <a:gd name="connsiteY21" fmla="*/ 0 h 6858000"/>
              <a:gd name="connsiteX22" fmla="*/ 3913490 w 8999538"/>
              <a:gd name="connsiteY22" fmla="*/ 0 h 6858000"/>
              <a:gd name="connsiteX23" fmla="*/ 4382637 w 8999538"/>
              <a:gd name="connsiteY23" fmla="*/ 0 h 6858000"/>
              <a:gd name="connsiteX24" fmla="*/ 4887855 w 8999538"/>
              <a:gd name="connsiteY24" fmla="*/ 0 h 6858000"/>
              <a:gd name="connsiteX25" fmla="*/ 5430479 w 8999538"/>
              <a:gd name="connsiteY25" fmla="*/ 0 h 6858000"/>
              <a:gd name="connsiteX26" fmla="*/ 6011847 w 8999538"/>
              <a:gd name="connsiteY26" fmla="*/ 0 h 6858000"/>
              <a:gd name="connsiteX27" fmla="*/ 6633294 w 8999538"/>
              <a:gd name="connsiteY27" fmla="*/ 0 h 6858000"/>
              <a:gd name="connsiteX28" fmla="*/ 7296156 w 8999538"/>
              <a:gd name="connsiteY28" fmla="*/ 0 h 6858000"/>
              <a:gd name="connsiteX29" fmla="*/ 7296156 w 8999538"/>
              <a:gd name="connsiteY29" fmla="*/ 4806315 h 6858000"/>
              <a:gd name="connsiteX30" fmla="*/ 8999538 w 8999538"/>
              <a:gd name="connsiteY30" fmla="*/ 6858000 h 6858000"/>
              <a:gd name="connsiteX31" fmla="*/ 8997341 w 8999538"/>
              <a:gd name="connsiteY31" fmla="*/ 6858000 h 6858000"/>
              <a:gd name="connsiteX32" fmla="*/ 8981961 w 8999538"/>
              <a:gd name="connsiteY32" fmla="*/ 6858000 h 6858000"/>
              <a:gd name="connsiteX33" fmla="*/ 8940215 w 8999538"/>
              <a:gd name="connsiteY33" fmla="*/ 6858000 h 6858000"/>
              <a:gd name="connsiteX34" fmla="*/ 8858920 w 8999538"/>
              <a:gd name="connsiteY34" fmla="*/ 6858000 h 6858000"/>
              <a:gd name="connsiteX35" fmla="*/ 8799322 w 8999538"/>
              <a:gd name="connsiteY35" fmla="*/ 6858000 h 6858000"/>
              <a:gd name="connsiteX36" fmla="*/ 8724894 w 8999538"/>
              <a:gd name="connsiteY36" fmla="*/ 6858000 h 6858000"/>
              <a:gd name="connsiteX37" fmla="*/ 8633987 w 8999538"/>
              <a:gd name="connsiteY37" fmla="*/ 6858000 h 6858000"/>
              <a:gd name="connsiteX38" fmla="*/ 8524953 w 8999538"/>
              <a:gd name="connsiteY38" fmla="*/ 6858000 h 6858000"/>
              <a:gd name="connsiteX39" fmla="*/ 8396145 w 8999538"/>
              <a:gd name="connsiteY39" fmla="*/ 6858000 h 6858000"/>
              <a:gd name="connsiteX40" fmla="*/ 8245915 w 8999538"/>
              <a:gd name="connsiteY40" fmla="*/ 6858000 h 6858000"/>
              <a:gd name="connsiteX41" fmla="*/ 8072615 w 8999538"/>
              <a:gd name="connsiteY41" fmla="*/ 6858000 h 6858000"/>
              <a:gd name="connsiteX42" fmla="*/ 7874596 w 8999538"/>
              <a:gd name="connsiteY42" fmla="*/ 6858000 h 6858000"/>
              <a:gd name="connsiteX43" fmla="*/ 7650212 w 8999538"/>
              <a:gd name="connsiteY43" fmla="*/ 6858000 h 6858000"/>
              <a:gd name="connsiteX44" fmla="*/ 7397814 w 8999538"/>
              <a:gd name="connsiteY44" fmla="*/ 6858000 h 6858000"/>
              <a:gd name="connsiteX45" fmla="*/ 7115755 w 8999538"/>
              <a:gd name="connsiteY45" fmla="*/ 6858000 h 6858000"/>
              <a:gd name="connsiteX46" fmla="*/ 6802386 w 8999538"/>
              <a:gd name="connsiteY46" fmla="*/ 6858000 h 6858000"/>
              <a:gd name="connsiteX47" fmla="*/ 6456059 w 8999538"/>
              <a:gd name="connsiteY47" fmla="*/ 6858000 h 6858000"/>
              <a:gd name="connsiteX48" fmla="*/ 6075128 w 8999538"/>
              <a:gd name="connsiteY48" fmla="*/ 6858000 h 6858000"/>
              <a:gd name="connsiteX49" fmla="*/ 5657944 w 8999538"/>
              <a:gd name="connsiteY49" fmla="*/ 6858000 h 6858000"/>
              <a:gd name="connsiteX50" fmla="*/ 5202858 w 8999538"/>
              <a:gd name="connsiteY50" fmla="*/ 6858000 h 6858000"/>
              <a:gd name="connsiteX51" fmla="*/ 4708224 w 8999538"/>
              <a:gd name="connsiteY51" fmla="*/ 6858000 h 6858000"/>
              <a:gd name="connsiteX52" fmla="*/ 4172394 w 8999538"/>
              <a:gd name="connsiteY52" fmla="*/ 6858000 h 6858000"/>
              <a:gd name="connsiteX53" fmla="*/ 3593718 w 8999538"/>
              <a:gd name="connsiteY53" fmla="*/ 6858000 h 6858000"/>
              <a:gd name="connsiteX54" fmla="*/ 2970551 w 8999538"/>
              <a:gd name="connsiteY54" fmla="*/ 6858000 h 6858000"/>
              <a:gd name="connsiteX55" fmla="*/ 2301243 w 8999538"/>
              <a:gd name="connsiteY55" fmla="*/ 6858000 h 6858000"/>
              <a:gd name="connsiteX56" fmla="*/ 1584147 w 8999538"/>
              <a:gd name="connsiteY56" fmla="*/ 6858000 h 6858000"/>
              <a:gd name="connsiteX57" fmla="*/ 817616 w 8999538"/>
              <a:gd name="connsiteY57" fmla="*/ 6858000 h 6858000"/>
              <a:gd name="connsiteX58" fmla="*/ 0 w 8999538"/>
              <a:gd name="connsiteY58" fmla="*/ 6858000 h 6858000"/>
              <a:gd name="connsiteX59" fmla="*/ 0 w 8999538"/>
              <a:gd name="connsiteY59" fmla="*/ 6856326 h 6858000"/>
              <a:gd name="connsiteX60" fmla="*/ 0 w 8999538"/>
              <a:gd name="connsiteY60" fmla="*/ 6844606 h 6858000"/>
              <a:gd name="connsiteX61" fmla="*/ 0 w 8999538"/>
              <a:gd name="connsiteY61" fmla="*/ 6831839 h 6858000"/>
              <a:gd name="connsiteX62" fmla="*/ 0 w 8999538"/>
              <a:gd name="connsiteY62" fmla="*/ 6812794 h 6858000"/>
              <a:gd name="connsiteX63" fmla="*/ 0 w 8999538"/>
              <a:gd name="connsiteY63" fmla="*/ 6786214 h 6858000"/>
              <a:gd name="connsiteX64" fmla="*/ 0 w 8999538"/>
              <a:gd name="connsiteY64" fmla="*/ 6750844 h 6858000"/>
              <a:gd name="connsiteX65" fmla="*/ 0 w 8999538"/>
              <a:gd name="connsiteY65" fmla="*/ 6705428 h 6858000"/>
              <a:gd name="connsiteX66" fmla="*/ 0 w 8999538"/>
              <a:gd name="connsiteY66" fmla="*/ 6648711 h 6858000"/>
              <a:gd name="connsiteX67" fmla="*/ 0 w 8999538"/>
              <a:gd name="connsiteY67" fmla="*/ 6579436 h 6858000"/>
              <a:gd name="connsiteX68" fmla="*/ 0 w 8999538"/>
              <a:gd name="connsiteY68" fmla="*/ 6496348 h 6858000"/>
              <a:gd name="connsiteX69" fmla="*/ 0 w 8999538"/>
              <a:gd name="connsiteY69" fmla="*/ 6398191 h 6858000"/>
              <a:gd name="connsiteX70" fmla="*/ 0 w 8999538"/>
              <a:gd name="connsiteY70" fmla="*/ 6283710 h 6858000"/>
              <a:gd name="connsiteX71" fmla="*/ 0 w 8999538"/>
              <a:gd name="connsiteY71" fmla="*/ 6151648 h 6858000"/>
              <a:gd name="connsiteX72" fmla="*/ 0 w 8999538"/>
              <a:gd name="connsiteY72" fmla="*/ 6000750 h 6858000"/>
              <a:gd name="connsiteX73" fmla="*/ 0 w 8999538"/>
              <a:gd name="connsiteY73" fmla="*/ 5829761 h 6858000"/>
              <a:gd name="connsiteX74" fmla="*/ 0 w 8999538"/>
              <a:gd name="connsiteY74" fmla="*/ 5637424 h 6858000"/>
              <a:gd name="connsiteX75" fmla="*/ 0 w 8999538"/>
              <a:gd name="connsiteY75" fmla="*/ 5422483 h 6858000"/>
              <a:gd name="connsiteX76" fmla="*/ 0 w 8999538"/>
              <a:gd name="connsiteY76" fmla="*/ 5183684 h 6858000"/>
              <a:gd name="connsiteX77" fmla="*/ 0 w 8999538"/>
              <a:gd name="connsiteY77" fmla="*/ 4919770 h 6858000"/>
              <a:gd name="connsiteX78" fmla="*/ 0 w 8999538"/>
              <a:gd name="connsiteY78" fmla="*/ 4629485 h 6858000"/>
              <a:gd name="connsiteX79" fmla="*/ 0 w 8999538"/>
              <a:gd name="connsiteY79" fmla="*/ 4311574 h 6858000"/>
              <a:gd name="connsiteX80" fmla="*/ 0 w 8999538"/>
              <a:gd name="connsiteY80" fmla="*/ 4141866 h 6858000"/>
              <a:gd name="connsiteX81" fmla="*/ 0 w 8999538"/>
              <a:gd name="connsiteY81" fmla="*/ 3964781 h 6858000"/>
              <a:gd name="connsiteX82" fmla="*/ 0 w 8999538"/>
              <a:gd name="connsiteY82" fmla="*/ 3780162 h 6858000"/>
              <a:gd name="connsiteX83" fmla="*/ 0 w 8999538"/>
              <a:gd name="connsiteY83" fmla="*/ 3587851 h 6858000"/>
              <a:gd name="connsiteX84" fmla="*/ 0 w 8999538"/>
              <a:gd name="connsiteY84" fmla="*/ 3387692 h 6858000"/>
              <a:gd name="connsiteX85" fmla="*/ 0 w 8999538"/>
              <a:gd name="connsiteY85" fmla="*/ 3179527 h 6858000"/>
              <a:gd name="connsiteX86" fmla="*/ 0 w 8999538"/>
              <a:gd name="connsiteY86" fmla="*/ 2963200 h 6858000"/>
              <a:gd name="connsiteX87" fmla="*/ 0 w 8999538"/>
              <a:gd name="connsiteY87" fmla="*/ 2738554 h 6858000"/>
              <a:gd name="connsiteX88" fmla="*/ 0 w 8999538"/>
              <a:gd name="connsiteY88" fmla="*/ 2505432 h 6858000"/>
              <a:gd name="connsiteX89" fmla="*/ 0 w 8999538"/>
              <a:gd name="connsiteY89" fmla="*/ 2263676 h 6858000"/>
              <a:gd name="connsiteX90" fmla="*/ 0 w 8999538"/>
              <a:gd name="connsiteY90" fmla="*/ 2013130 h 6858000"/>
              <a:gd name="connsiteX91" fmla="*/ 0 w 8999538"/>
              <a:gd name="connsiteY91" fmla="*/ 1753637 h 6858000"/>
              <a:gd name="connsiteX92" fmla="*/ 0 w 8999538"/>
              <a:gd name="connsiteY92" fmla="*/ 1485040 h 6858000"/>
              <a:gd name="connsiteX93" fmla="*/ 0 w 8999538"/>
              <a:gd name="connsiteY93" fmla="*/ 1207182 h 6858000"/>
              <a:gd name="connsiteX94" fmla="*/ 0 w 8999538"/>
              <a:gd name="connsiteY94" fmla="*/ 919906 h 6858000"/>
              <a:gd name="connsiteX95" fmla="*/ 0 w 8999538"/>
              <a:gd name="connsiteY95" fmla="*/ 623055 h 6858000"/>
              <a:gd name="connsiteX96" fmla="*/ 0 w 8999538"/>
              <a:gd name="connsiteY96" fmla="*/ 3164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8999538" h="6858000">
                <a:moveTo>
                  <a:pt x="0" y="0"/>
                </a:moveTo>
                <a:lnTo>
                  <a:pt x="1782" y="0"/>
                </a:lnTo>
                <a:lnTo>
                  <a:pt x="14251" y="0"/>
                </a:lnTo>
                <a:lnTo>
                  <a:pt x="48095" y="0"/>
                </a:lnTo>
                <a:lnTo>
                  <a:pt x="114003" y="0"/>
                </a:lnTo>
                <a:lnTo>
                  <a:pt x="162320" y="0"/>
                </a:lnTo>
                <a:lnTo>
                  <a:pt x="222661" y="0"/>
                </a:lnTo>
                <a:lnTo>
                  <a:pt x="296362" y="0"/>
                </a:lnTo>
                <a:lnTo>
                  <a:pt x="384758" y="0"/>
                </a:lnTo>
                <a:lnTo>
                  <a:pt x="489186" y="0"/>
                </a:lnTo>
                <a:lnTo>
                  <a:pt x="610982" y="0"/>
                </a:lnTo>
                <a:lnTo>
                  <a:pt x="751481" y="0"/>
                </a:lnTo>
                <a:lnTo>
                  <a:pt x="912020" y="0"/>
                </a:lnTo>
                <a:lnTo>
                  <a:pt x="1093934" y="0"/>
                </a:lnTo>
                <a:lnTo>
                  <a:pt x="1298559" y="0"/>
                </a:lnTo>
                <a:lnTo>
                  <a:pt x="1527232" y="0"/>
                </a:lnTo>
                <a:lnTo>
                  <a:pt x="1781288" y="0"/>
                </a:lnTo>
                <a:lnTo>
                  <a:pt x="2062064" y="0"/>
                </a:lnTo>
                <a:lnTo>
                  <a:pt x="2370894" y="0"/>
                </a:lnTo>
                <a:lnTo>
                  <a:pt x="2709117" y="0"/>
                </a:lnTo>
                <a:lnTo>
                  <a:pt x="3078066" y="0"/>
                </a:lnTo>
                <a:lnTo>
                  <a:pt x="3479078" y="0"/>
                </a:lnTo>
                <a:lnTo>
                  <a:pt x="3913490" y="0"/>
                </a:lnTo>
                <a:lnTo>
                  <a:pt x="4382637" y="0"/>
                </a:lnTo>
                <a:lnTo>
                  <a:pt x="4887855" y="0"/>
                </a:lnTo>
                <a:lnTo>
                  <a:pt x="5430479" y="0"/>
                </a:lnTo>
                <a:lnTo>
                  <a:pt x="6011847" y="0"/>
                </a:lnTo>
                <a:lnTo>
                  <a:pt x="6633294" y="0"/>
                </a:lnTo>
                <a:lnTo>
                  <a:pt x="7296156" y="0"/>
                </a:lnTo>
                <a:cubicBezTo>
                  <a:pt x="7296156" y="0"/>
                  <a:pt x="7296156" y="0"/>
                  <a:pt x="7296156" y="4806315"/>
                </a:cubicBezTo>
                <a:cubicBezTo>
                  <a:pt x="7296156" y="5783580"/>
                  <a:pt x="8028610" y="6669405"/>
                  <a:pt x="8999538" y="6858000"/>
                </a:cubicBezTo>
                <a:lnTo>
                  <a:pt x="8997341" y="6858000"/>
                </a:lnTo>
                <a:lnTo>
                  <a:pt x="8981961" y="6858000"/>
                </a:lnTo>
                <a:lnTo>
                  <a:pt x="8940215" y="6858000"/>
                </a:lnTo>
                <a:lnTo>
                  <a:pt x="8858920" y="6858000"/>
                </a:lnTo>
                <a:lnTo>
                  <a:pt x="8799322" y="6858000"/>
                </a:lnTo>
                <a:lnTo>
                  <a:pt x="8724894" y="6858000"/>
                </a:lnTo>
                <a:lnTo>
                  <a:pt x="8633987" y="6858000"/>
                </a:lnTo>
                <a:lnTo>
                  <a:pt x="8524953" y="6858000"/>
                </a:lnTo>
                <a:lnTo>
                  <a:pt x="8396145" y="6858000"/>
                </a:lnTo>
                <a:lnTo>
                  <a:pt x="8245915" y="6858000"/>
                </a:lnTo>
                <a:lnTo>
                  <a:pt x="8072615" y="6858000"/>
                </a:lnTo>
                <a:lnTo>
                  <a:pt x="7874596" y="6858000"/>
                </a:lnTo>
                <a:lnTo>
                  <a:pt x="7650212" y="6858000"/>
                </a:lnTo>
                <a:lnTo>
                  <a:pt x="7397814" y="6858000"/>
                </a:lnTo>
                <a:lnTo>
                  <a:pt x="7115755" y="6858000"/>
                </a:lnTo>
                <a:lnTo>
                  <a:pt x="6802386" y="6858000"/>
                </a:lnTo>
                <a:lnTo>
                  <a:pt x="6456059" y="6858000"/>
                </a:lnTo>
                <a:lnTo>
                  <a:pt x="6075128" y="6858000"/>
                </a:lnTo>
                <a:lnTo>
                  <a:pt x="5657944" y="6858000"/>
                </a:lnTo>
                <a:lnTo>
                  <a:pt x="5202858" y="6858000"/>
                </a:lnTo>
                <a:lnTo>
                  <a:pt x="4708224" y="6858000"/>
                </a:lnTo>
                <a:lnTo>
                  <a:pt x="4172394" y="6858000"/>
                </a:lnTo>
                <a:lnTo>
                  <a:pt x="3593718" y="6858000"/>
                </a:lnTo>
                <a:lnTo>
                  <a:pt x="2970551" y="6858000"/>
                </a:lnTo>
                <a:lnTo>
                  <a:pt x="2301243" y="6858000"/>
                </a:lnTo>
                <a:lnTo>
                  <a:pt x="1584147" y="6858000"/>
                </a:lnTo>
                <a:lnTo>
                  <a:pt x="817616" y="6858000"/>
                </a:lnTo>
                <a:lnTo>
                  <a:pt x="0" y="6858000"/>
                </a:lnTo>
                <a:lnTo>
                  <a:pt x="0" y="6856326"/>
                </a:lnTo>
                <a:lnTo>
                  <a:pt x="0" y="6844606"/>
                </a:lnTo>
                <a:lnTo>
                  <a:pt x="0" y="6831839"/>
                </a:lnTo>
                <a:lnTo>
                  <a:pt x="0" y="6812794"/>
                </a:lnTo>
                <a:lnTo>
                  <a:pt x="0" y="6786214"/>
                </a:lnTo>
                <a:lnTo>
                  <a:pt x="0" y="6750844"/>
                </a:lnTo>
                <a:lnTo>
                  <a:pt x="0" y="6705428"/>
                </a:lnTo>
                <a:lnTo>
                  <a:pt x="0" y="6648711"/>
                </a:lnTo>
                <a:lnTo>
                  <a:pt x="0" y="6579436"/>
                </a:lnTo>
                <a:lnTo>
                  <a:pt x="0" y="6496348"/>
                </a:lnTo>
                <a:lnTo>
                  <a:pt x="0" y="6398191"/>
                </a:lnTo>
                <a:lnTo>
                  <a:pt x="0" y="6283710"/>
                </a:lnTo>
                <a:lnTo>
                  <a:pt x="0" y="6151648"/>
                </a:lnTo>
                <a:lnTo>
                  <a:pt x="0" y="6000750"/>
                </a:lnTo>
                <a:lnTo>
                  <a:pt x="0" y="5829761"/>
                </a:lnTo>
                <a:lnTo>
                  <a:pt x="0" y="5637424"/>
                </a:lnTo>
                <a:lnTo>
                  <a:pt x="0" y="5422483"/>
                </a:lnTo>
                <a:lnTo>
                  <a:pt x="0" y="5183684"/>
                </a:lnTo>
                <a:lnTo>
                  <a:pt x="0" y="4919770"/>
                </a:lnTo>
                <a:lnTo>
                  <a:pt x="0" y="4629485"/>
                </a:lnTo>
                <a:lnTo>
                  <a:pt x="0" y="4311574"/>
                </a:lnTo>
                <a:lnTo>
                  <a:pt x="0" y="4141866"/>
                </a:lnTo>
                <a:lnTo>
                  <a:pt x="0" y="3964781"/>
                </a:lnTo>
                <a:lnTo>
                  <a:pt x="0" y="3780162"/>
                </a:lnTo>
                <a:lnTo>
                  <a:pt x="0" y="3587851"/>
                </a:lnTo>
                <a:lnTo>
                  <a:pt x="0" y="3387692"/>
                </a:lnTo>
                <a:lnTo>
                  <a:pt x="0" y="3179527"/>
                </a:lnTo>
                <a:lnTo>
                  <a:pt x="0" y="2963200"/>
                </a:lnTo>
                <a:lnTo>
                  <a:pt x="0" y="2738554"/>
                </a:lnTo>
                <a:lnTo>
                  <a:pt x="0" y="2505432"/>
                </a:lnTo>
                <a:lnTo>
                  <a:pt x="0" y="2263676"/>
                </a:lnTo>
                <a:lnTo>
                  <a:pt x="0" y="2013130"/>
                </a:lnTo>
                <a:lnTo>
                  <a:pt x="0" y="1753637"/>
                </a:lnTo>
                <a:lnTo>
                  <a:pt x="0" y="1485040"/>
                </a:lnTo>
                <a:lnTo>
                  <a:pt x="0" y="1207182"/>
                </a:lnTo>
                <a:lnTo>
                  <a:pt x="0" y="919906"/>
                </a:lnTo>
                <a:lnTo>
                  <a:pt x="0" y="623055"/>
                </a:lnTo>
                <a:lnTo>
                  <a:pt x="0" y="3164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95692E4-DAF0-2E41-A068-46EEB53C71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0595" y="609600"/>
            <a:ext cx="3998111" cy="45974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376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PLUM (V2)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99538" cy="6858000"/>
          </a:xfrm>
          <a:custGeom>
            <a:avLst/>
            <a:gdLst>
              <a:gd name="connsiteX0" fmla="*/ 0 w 8999538"/>
              <a:gd name="connsiteY0" fmla="*/ 0 h 6858000"/>
              <a:gd name="connsiteX1" fmla="*/ 1782 w 8999538"/>
              <a:gd name="connsiteY1" fmla="*/ 0 h 6858000"/>
              <a:gd name="connsiteX2" fmla="*/ 14251 w 8999538"/>
              <a:gd name="connsiteY2" fmla="*/ 0 h 6858000"/>
              <a:gd name="connsiteX3" fmla="*/ 48095 w 8999538"/>
              <a:gd name="connsiteY3" fmla="*/ 0 h 6858000"/>
              <a:gd name="connsiteX4" fmla="*/ 114003 w 8999538"/>
              <a:gd name="connsiteY4" fmla="*/ 0 h 6858000"/>
              <a:gd name="connsiteX5" fmla="*/ 162320 w 8999538"/>
              <a:gd name="connsiteY5" fmla="*/ 0 h 6858000"/>
              <a:gd name="connsiteX6" fmla="*/ 222661 w 8999538"/>
              <a:gd name="connsiteY6" fmla="*/ 0 h 6858000"/>
              <a:gd name="connsiteX7" fmla="*/ 296362 w 8999538"/>
              <a:gd name="connsiteY7" fmla="*/ 0 h 6858000"/>
              <a:gd name="connsiteX8" fmla="*/ 384758 w 8999538"/>
              <a:gd name="connsiteY8" fmla="*/ 0 h 6858000"/>
              <a:gd name="connsiteX9" fmla="*/ 489186 w 8999538"/>
              <a:gd name="connsiteY9" fmla="*/ 0 h 6858000"/>
              <a:gd name="connsiteX10" fmla="*/ 610982 w 8999538"/>
              <a:gd name="connsiteY10" fmla="*/ 0 h 6858000"/>
              <a:gd name="connsiteX11" fmla="*/ 751481 w 8999538"/>
              <a:gd name="connsiteY11" fmla="*/ 0 h 6858000"/>
              <a:gd name="connsiteX12" fmla="*/ 912020 w 8999538"/>
              <a:gd name="connsiteY12" fmla="*/ 0 h 6858000"/>
              <a:gd name="connsiteX13" fmla="*/ 1093934 w 8999538"/>
              <a:gd name="connsiteY13" fmla="*/ 0 h 6858000"/>
              <a:gd name="connsiteX14" fmla="*/ 1298559 w 8999538"/>
              <a:gd name="connsiteY14" fmla="*/ 0 h 6858000"/>
              <a:gd name="connsiteX15" fmla="*/ 1527232 w 8999538"/>
              <a:gd name="connsiteY15" fmla="*/ 0 h 6858000"/>
              <a:gd name="connsiteX16" fmla="*/ 1781288 w 8999538"/>
              <a:gd name="connsiteY16" fmla="*/ 0 h 6858000"/>
              <a:gd name="connsiteX17" fmla="*/ 2062064 w 8999538"/>
              <a:gd name="connsiteY17" fmla="*/ 0 h 6858000"/>
              <a:gd name="connsiteX18" fmla="*/ 2370894 w 8999538"/>
              <a:gd name="connsiteY18" fmla="*/ 0 h 6858000"/>
              <a:gd name="connsiteX19" fmla="*/ 2709117 w 8999538"/>
              <a:gd name="connsiteY19" fmla="*/ 0 h 6858000"/>
              <a:gd name="connsiteX20" fmla="*/ 3078066 w 8999538"/>
              <a:gd name="connsiteY20" fmla="*/ 0 h 6858000"/>
              <a:gd name="connsiteX21" fmla="*/ 3479078 w 8999538"/>
              <a:gd name="connsiteY21" fmla="*/ 0 h 6858000"/>
              <a:gd name="connsiteX22" fmla="*/ 3913490 w 8999538"/>
              <a:gd name="connsiteY22" fmla="*/ 0 h 6858000"/>
              <a:gd name="connsiteX23" fmla="*/ 4382637 w 8999538"/>
              <a:gd name="connsiteY23" fmla="*/ 0 h 6858000"/>
              <a:gd name="connsiteX24" fmla="*/ 4887855 w 8999538"/>
              <a:gd name="connsiteY24" fmla="*/ 0 h 6858000"/>
              <a:gd name="connsiteX25" fmla="*/ 5430479 w 8999538"/>
              <a:gd name="connsiteY25" fmla="*/ 0 h 6858000"/>
              <a:gd name="connsiteX26" fmla="*/ 6011847 w 8999538"/>
              <a:gd name="connsiteY26" fmla="*/ 0 h 6858000"/>
              <a:gd name="connsiteX27" fmla="*/ 6633294 w 8999538"/>
              <a:gd name="connsiteY27" fmla="*/ 0 h 6858000"/>
              <a:gd name="connsiteX28" fmla="*/ 7296156 w 8999538"/>
              <a:gd name="connsiteY28" fmla="*/ 0 h 6858000"/>
              <a:gd name="connsiteX29" fmla="*/ 7296156 w 8999538"/>
              <a:gd name="connsiteY29" fmla="*/ 4806315 h 6858000"/>
              <a:gd name="connsiteX30" fmla="*/ 8999538 w 8999538"/>
              <a:gd name="connsiteY30" fmla="*/ 6858000 h 6858000"/>
              <a:gd name="connsiteX31" fmla="*/ 8997341 w 8999538"/>
              <a:gd name="connsiteY31" fmla="*/ 6858000 h 6858000"/>
              <a:gd name="connsiteX32" fmla="*/ 8981961 w 8999538"/>
              <a:gd name="connsiteY32" fmla="*/ 6858000 h 6858000"/>
              <a:gd name="connsiteX33" fmla="*/ 8940215 w 8999538"/>
              <a:gd name="connsiteY33" fmla="*/ 6858000 h 6858000"/>
              <a:gd name="connsiteX34" fmla="*/ 8858920 w 8999538"/>
              <a:gd name="connsiteY34" fmla="*/ 6858000 h 6858000"/>
              <a:gd name="connsiteX35" fmla="*/ 8799322 w 8999538"/>
              <a:gd name="connsiteY35" fmla="*/ 6858000 h 6858000"/>
              <a:gd name="connsiteX36" fmla="*/ 8724894 w 8999538"/>
              <a:gd name="connsiteY36" fmla="*/ 6858000 h 6858000"/>
              <a:gd name="connsiteX37" fmla="*/ 8633987 w 8999538"/>
              <a:gd name="connsiteY37" fmla="*/ 6858000 h 6858000"/>
              <a:gd name="connsiteX38" fmla="*/ 8524953 w 8999538"/>
              <a:gd name="connsiteY38" fmla="*/ 6858000 h 6858000"/>
              <a:gd name="connsiteX39" fmla="*/ 8396145 w 8999538"/>
              <a:gd name="connsiteY39" fmla="*/ 6858000 h 6858000"/>
              <a:gd name="connsiteX40" fmla="*/ 8245915 w 8999538"/>
              <a:gd name="connsiteY40" fmla="*/ 6858000 h 6858000"/>
              <a:gd name="connsiteX41" fmla="*/ 8072615 w 8999538"/>
              <a:gd name="connsiteY41" fmla="*/ 6858000 h 6858000"/>
              <a:gd name="connsiteX42" fmla="*/ 7874596 w 8999538"/>
              <a:gd name="connsiteY42" fmla="*/ 6858000 h 6858000"/>
              <a:gd name="connsiteX43" fmla="*/ 7650212 w 8999538"/>
              <a:gd name="connsiteY43" fmla="*/ 6858000 h 6858000"/>
              <a:gd name="connsiteX44" fmla="*/ 7397814 w 8999538"/>
              <a:gd name="connsiteY44" fmla="*/ 6858000 h 6858000"/>
              <a:gd name="connsiteX45" fmla="*/ 7115755 w 8999538"/>
              <a:gd name="connsiteY45" fmla="*/ 6858000 h 6858000"/>
              <a:gd name="connsiteX46" fmla="*/ 6802386 w 8999538"/>
              <a:gd name="connsiteY46" fmla="*/ 6858000 h 6858000"/>
              <a:gd name="connsiteX47" fmla="*/ 6456059 w 8999538"/>
              <a:gd name="connsiteY47" fmla="*/ 6858000 h 6858000"/>
              <a:gd name="connsiteX48" fmla="*/ 6075128 w 8999538"/>
              <a:gd name="connsiteY48" fmla="*/ 6858000 h 6858000"/>
              <a:gd name="connsiteX49" fmla="*/ 5657944 w 8999538"/>
              <a:gd name="connsiteY49" fmla="*/ 6858000 h 6858000"/>
              <a:gd name="connsiteX50" fmla="*/ 5202858 w 8999538"/>
              <a:gd name="connsiteY50" fmla="*/ 6858000 h 6858000"/>
              <a:gd name="connsiteX51" fmla="*/ 4708224 w 8999538"/>
              <a:gd name="connsiteY51" fmla="*/ 6858000 h 6858000"/>
              <a:gd name="connsiteX52" fmla="*/ 4172394 w 8999538"/>
              <a:gd name="connsiteY52" fmla="*/ 6858000 h 6858000"/>
              <a:gd name="connsiteX53" fmla="*/ 3593718 w 8999538"/>
              <a:gd name="connsiteY53" fmla="*/ 6858000 h 6858000"/>
              <a:gd name="connsiteX54" fmla="*/ 2970551 w 8999538"/>
              <a:gd name="connsiteY54" fmla="*/ 6858000 h 6858000"/>
              <a:gd name="connsiteX55" fmla="*/ 2301243 w 8999538"/>
              <a:gd name="connsiteY55" fmla="*/ 6858000 h 6858000"/>
              <a:gd name="connsiteX56" fmla="*/ 1584147 w 8999538"/>
              <a:gd name="connsiteY56" fmla="*/ 6858000 h 6858000"/>
              <a:gd name="connsiteX57" fmla="*/ 817616 w 8999538"/>
              <a:gd name="connsiteY57" fmla="*/ 6858000 h 6858000"/>
              <a:gd name="connsiteX58" fmla="*/ 0 w 8999538"/>
              <a:gd name="connsiteY58" fmla="*/ 6858000 h 6858000"/>
              <a:gd name="connsiteX59" fmla="*/ 0 w 8999538"/>
              <a:gd name="connsiteY59" fmla="*/ 6856326 h 6858000"/>
              <a:gd name="connsiteX60" fmla="*/ 0 w 8999538"/>
              <a:gd name="connsiteY60" fmla="*/ 6844606 h 6858000"/>
              <a:gd name="connsiteX61" fmla="*/ 0 w 8999538"/>
              <a:gd name="connsiteY61" fmla="*/ 6831839 h 6858000"/>
              <a:gd name="connsiteX62" fmla="*/ 0 w 8999538"/>
              <a:gd name="connsiteY62" fmla="*/ 6812794 h 6858000"/>
              <a:gd name="connsiteX63" fmla="*/ 0 w 8999538"/>
              <a:gd name="connsiteY63" fmla="*/ 6786214 h 6858000"/>
              <a:gd name="connsiteX64" fmla="*/ 0 w 8999538"/>
              <a:gd name="connsiteY64" fmla="*/ 6750844 h 6858000"/>
              <a:gd name="connsiteX65" fmla="*/ 0 w 8999538"/>
              <a:gd name="connsiteY65" fmla="*/ 6705428 h 6858000"/>
              <a:gd name="connsiteX66" fmla="*/ 0 w 8999538"/>
              <a:gd name="connsiteY66" fmla="*/ 6648711 h 6858000"/>
              <a:gd name="connsiteX67" fmla="*/ 0 w 8999538"/>
              <a:gd name="connsiteY67" fmla="*/ 6579436 h 6858000"/>
              <a:gd name="connsiteX68" fmla="*/ 0 w 8999538"/>
              <a:gd name="connsiteY68" fmla="*/ 6496348 h 6858000"/>
              <a:gd name="connsiteX69" fmla="*/ 0 w 8999538"/>
              <a:gd name="connsiteY69" fmla="*/ 6398191 h 6858000"/>
              <a:gd name="connsiteX70" fmla="*/ 0 w 8999538"/>
              <a:gd name="connsiteY70" fmla="*/ 6283710 h 6858000"/>
              <a:gd name="connsiteX71" fmla="*/ 0 w 8999538"/>
              <a:gd name="connsiteY71" fmla="*/ 6151648 h 6858000"/>
              <a:gd name="connsiteX72" fmla="*/ 0 w 8999538"/>
              <a:gd name="connsiteY72" fmla="*/ 6000750 h 6858000"/>
              <a:gd name="connsiteX73" fmla="*/ 0 w 8999538"/>
              <a:gd name="connsiteY73" fmla="*/ 5829761 h 6858000"/>
              <a:gd name="connsiteX74" fmla="*/ 0 w 8999538"/>
              <a:gd name="connsiteY74" fmla="*/ 5637424 h 6858000"/>
              <a:gd name="connsiteX75" fmla="*/ 0 w 8999538"/>
              <a:gd name="connsiteY75" fmla="*/ 5422483 h 6858000"/>
              <a:gd name="connsiteX76" fmla="*/ 0 w 8999538"/>
              <a:gd name="connsiteY76" fmla="*/ 5183684 h 6858000"/>
              <a:gd name="connsiteX77" fmla="*/ 0 w 8999538"/>
              <a:gd name="connsiteY77" fmla="*/ 4919770 h 6858000"/>
              <a:gd name="connsiteX78" fmla="*/ 0 w 8999538"/>
              <a:gd name="connsiteY78" fmla="*/ 4629485 h 6858000"/>
              <a:gd name="connsiteX79" fmla="*/ 0 w 8999538"/>
              <a:gd name="connsiteY79" fmla="*/ 4311574 h 6858000"/>
              <a:gd name="connsiteX80" fmla="*/ 0 w 8999538"/>
              <a:gd name="connsiteY80" fmla="*/ 4141866 h 6858000"/>
              <a:gd name="connsiteX81" fmla="*/ 0 w 8999538"/>
              <a:gd name="connsiteY81" fmla="*/ 3964781 h 6858000"/>
              <a:gd name="connsiteX82" fmla="*/ 0 w 8999538"/>
              <a:gd name="connsiteY82" fmla="*/ 3780162 h 6858000"/>
              <a:gd name="connsiteX83" fmla="*/ 0 w 8999538"/>
              <a:gd name="connsiteY83" fmla="*/ 3587851 h 6858000"/>
              <a:gd name="connsiteX84" fmla="*/ 0 w 8999538"/>
              <a:gd name="connsiteY84" fmla="*/ 3387692 h 6858000"/>
              <a:gd name="connsiteX85" fmla="*/ 0 w 8999538"/>
              <a:gd name="connsiteY85" fmla="*/ 3179527 h 6858000"/>
              <a:gd name="connsiteX86" fmla="*/ 0 w 8999538"/>
              <a:gd name="connsiteY86" fmla="*/ 2963200 h 6858000"/>
              <a:gd name="connsiteX87" fmla="*/ 0 w 8999538"/>
              <a:gd name="connsiteY87" fmla="*/ 2738554 h 6858000"/>
              <a:gd name="connsiteX88" fmla="*/ 0 w 8999538"/>
              <a:gd name="connsiteY88" fmla="*/ 2505432 h 6858000"/>
              <a:gd name="connsiteX89" fmla="*/ 0 w 8999538"/>
              <a:gd name="connsiteY89" fmla="*/ 2263676 h 6858000"/>
              <a:gd name="connsiteX90" fmla="*/ 0 w 8999538"/>
              <a:gd name="connsiteY90" fmla="*/ 2013130 h 6858000"/>
              <a:gd name="connsiteX91" fmla="*/ 0 w 8999538"/>
              <a:gd name="connsiteY91" fmla="*/ 1753637 h 6858000"/>
              <a:gd name="connsiteX92" fmla="*/ 0 w 8999538"/>
              <a:gd name="connsiteY92" fmla="*/ 1485040 h 6858000"/>
              <a:gd name="connsiteX93" fmla="*/ 0 w 8999538"/>
              <a:gd name="connsiteY93" fmla="*/ 1207182 h 6858000"/>
              <a:gd name="connsiteX94" fmla="*/ 0 w 8999538"/>
              <a:gd name="connsiteY94" fmla="*/ 919906 h 6858000"/>
              <a:gd name="connsiteX95" fmla="*/ 0 w 8999538"/>
              <a:gd name="connsiteY95" fmla="*/ 623055 h 6858000"/>
              <a:gd name="connsiteX96" fmla="*/ 0 w 8999538"/>
              <a:gd name="connsiteY96" fmla="*/ 3164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8999538" h="6858000">
                <a:moveTo>
                  <a:pt x="0" y="0"/>
                </a:moveTo>
                <a:lnTo>
                  <a:pt x="1782" y="0"/>
                </a:lnTo>
                <a:lnTo>
                  <a:pt x="14251" y="0"/>
                </a:lnTo>
                <a:lnTo>
                  <a:pt x="48095" y="0"/>
                </a:lnTo>
                <a:lnTo>
                  <a:pt x="114003" y="0"/>
                </a:lnTo>
                <a:lnTo>
                  <a:pt x="162320" y="0"/>
                </a:lnTo>
                <a:lnTo>
                  <a:pt x="222661" y="0"/>
                </a:lnTo>
                <a:lnTo>
                  <a:pt x="296362" y="0"/>
                </a:lnTo>
                <a:lnTo>
                  <a:pt x="384758" y="0"/>
                </a:lnTo>
                <a:lnTo>
                  <a:pt x="489186" y="0"/>
                </a:lnTo>
                <a:lnTo>
                  <a:pt x="610982" y="0"/>
                </a:lnTo>
                <a:lnTo>
                  <a:pt x="751481" y="0"/>
                </a:lnTo>
                <a:lnTo>
                  <a:pt x="912020" y="0"/>
                </a:lnTo>
                <a:lnTo>
                  <a:pt x="1093934" y="0"/>
                </a:lnTo>
                <a:lnTo>
                  <a:pt x="1298559" y="0"/>
                </a:lnTo>
                <a:lnTo>
                  <a:pt x="1527232" y="0"/>
                </a:lnTo>
                <a:lnTo>
                  <a:pt x="1781288" y="0"/>
                </a:lnTo>
                <a:lnTo>
                  <a:pt x="2062064" y="0"/>
                </a:lnTo>
                <a:lnTo>
                  <a:pt x="2370894" y="0"/>
                </a:lnTo>
                <a:lnTo>
                  <a:pt x="2709117" y="0"/>
                </a:lnTo>
                <a:lnTo>
                  <a:pt x="3078066" y="0"/>
                </a:lnTo>
                <a:lnTo>
                  <a:pt x="3479078" y="0"/>
                </a:lnTo>
                <a:lnTo>
                  <a:pt x="3913490" y="0"/>
                </a:lnTo>
                <a:lnTo>
                  <a:pt x="4382637" y="0"/>
                </a:lnTo>
                <a:lnTo>
                  <a:pt x="4887855" y="0"/>
                </a:lnTo>
                <a:lnTo>
                  <a:pt x="5430479" y="0"/>
                </a:lnTo>
                <a:lnTo>
                  <a:pt x="6011847" y="0"/>
                </a:lnTo>
                <a:lnTo>
                  <a:pt x="6633294" y="0"/>
                </a:lnTo>
                <a:lnTo>
                  <a:pt x="7296156" y="0"/>
                </a:lnTo>
                <a:cubicBezTo>
                  <a:pt x="7296156" y="0"/>
                  <a:pt x="7296156" y="0"/>
                  <a:pt x="7296156" y="4806315"/>
                </a:cubicBezTo>
                <a:cubicBezTo>
                  <a:pt x="7296156" y="5783580"/>
                  <a:pt x="8028610" y="6669405"/>
                  <a:pt x="8999538" y="6858000"/>
                </a:cubicBezTo>
                <a:lnTo>
                  <a:pt x="8997341" y="6858000"/>
                </a:lnTo>
                <a:lnTo>
                  <a:pt x="8981961" y="6858000"/>
                </a:lnTo>
                <a:lnTo>
                  <a:pt x="8940215" y="6858000"/>
                </a:lnTo>
                <a:lnTo>
                  <a:pt x="8858920" y="6858000"/>
                </a:lnTo>
                <a:lnTo>
                  <a:pt x="8799322" y="6858000"/>
                </a:lnTo>
                <a:lnTo>
                  <a:pt x="8724894" y="6858000"/>
                </a:lnTo>
                <a:lnTo>
                  <a:pt x="8633987" y="6858000"/>
                </a:lnTo>
                <a:lnTo>
                  <a:pt x="8524953" y="6858000"/>
                </a:lnTo>
                <a:lnTo>
                  <a:pt x="8396145" y="6858000"/>
                </a:lnTo>
                <a:lnTo>
                  <a:pt x="8245915" y="6858000"/>
                </a:lnTo>
                <a:lnTo>
                  <a:pt x="8072615" y="6858000"/>
                </a:lnTo>
                <a:lnTo>
                  <a:pt x="7874596" y="6858000"/>
                </a:lnTo>
                <a:lnTo>
                  <a:pt x="7650212" y="6858000"/>
                </a:lnTo>
                <a:lnTo>
                  <a:pt x="7397814" y="6858000"/>
                </a:lnTo>
                <a:lnTo>
                  <a:pt x="7115755" y="6858000"/>
                </a:lnTo>
                <a:lnTo>
                  <a:pt x="6802386" y="6858000"/>
                </a:lnTo>
                <a:lnTo>
                  <a:pt x="6456059" y="6858000"/>
                </a:lnTo>
                <a:lnTo>
                  <a:pt x="6075128" y="6858000"/>
                </a:lnTo>
                <a:lnTo>
                  <a:pt x="5657944" y="6858000"/>
                </a:lnTo>
                <a:lnTo>
                  <a:pt x="5202858" y="6858000"/>
                </a:lnTo>
                <a:lnTo>
                  <a:pt x="4708224" y="6858000"/>
                </a:lnTo>
                <a:lnTo>
                  <a:pt x="4172394" y="6858000"/>
                </a:lnTo>
                <a:lnTo>
                  <a:pt x="3593718" y="6858000"/>
                </a:lnTo>
                <a:lnTo>
                  <a:pt x="2970551" y="6858000"/>
                </a:lnTo>
                <a:lnTo>
                  <a:pt x="2301243" y="6858000"/>
                </a:lnTo>
                <a:lnTo>
                  <a:pt x="1584147" y="6858000"/>
                </a:lnTo>
                <a:lnTo>
                  <a:pt x="817616" y="6858000"/>
                </a:lnTo>
                <a:lnTo>
                  <a:pt x="0" y="6858000"/>
                </a:lnTo>
                <a:lnTo>
                  <a:pt x="0" y="6856326"/>
                </a:lnTo>
                <a:lnTo>
                  <a:pt x="0" y="6844606"/>
                </a:lnTo>
                <a:lnTo>
                  <a:pt x="0" y="6831839"/>
                </a:lnTo>
                <a:lnTo>
                  <a:pt x="0" y="6812794"/>
                </a:lnTo>
                <a:lnTo>
                  <a:pt x="0" y="6786214"/>
                </a:lnTo>
                <a:lnTo>
                  <a:pt x="0" y="6750844"/>
                </a:lnTo>
                <a:lnTo>
                  <a:pt x="0" y="6705428"/>
                </a:lnTo>
                <a:lnTo>
                  <a:pt x="0" y="6648711"/>
                </a:lnTo>
                <a:lnTo>
                  <a:pt x="0" y="6579436"/>
                </a:lnTo>
                <a:lnTo>
                  <a:pt x="0" y="6496348"/>
                </a:lnTo>
                <a:lnTo>
                  <a:pt x="0" y="6398191"/>
                </a:lnTo>
                <a:lnTo>
                  <a:pt x="0" y="6283710"/>
                </a:lnTo>
                <a:lnTo>
                  <a:pt x="0" y="6151648"/>
                </a:lnTo>
                <a:lnTo>
                  <a:pt x="0" y="6000750"/>
                </a:lnTo>
                <a:lnTo>
                  <a:pt x="0" y="5829761"/>
                </a:lnTo>
                <a:lnTo>
                  <a:pt x="0" y="5637424"/>
                </a:lnTo>
                <a:lnTo>
                  <a:pt x="0" y="5422483"/>
                </a:lnTo>
                <a:lnTo>
                  <a:pt x="0" y="5183684"/>
                </a:lnTo>
                <a:lnTo>
                  <a:pt x="0" y="4919770"/>
                </a:lnTo>
                <a:lnTo>
                  <a:pt x="0" y="4629485"/>
                </a:lnTo>
                <a:lnTo>
                  <a:pt x="0" y="4311574"/>
                </a:lnTo>
                <a:lnTo>
                  <a:pt x="0" y="4141866"/>
                </a:lnTo>
                <a:lnTo>
                  <a:pt x="0" y="3964781"/>
                </a:lnTo>
                <a:lnTo>
                  <a:pt x="0" y="3780162"/>
                </a:lnTo>
                <a:lnTo>
                  <a:pt x="0" y="3587851"/>
                </a:lnTo>
                <a:lnTo>
                  <a:pt x="0" y="3387692"/>
                </a:lnTo>
                <a:lnTo>
                  <a:pt x="0" y="3179527"/>
                </a:lnTo>
                <a:lnTo>
                  <a:pt x="0" y="2963200"/>
                </a:lnTo>
                <a:lnTo>
                  <a:pt x="0" y="2738554"/>
                </a:lnTo>
                <a:lnTo>
                  <a:pt x="0" y="2505432"/>
                </a:lnTo>
                <a:lnTo>
                  <a:pt x="0" y="2263676"/>
                </a:lnTo>
                <a:lnTo>
                  <a:pt x="0" y="2013130"/>
                </a:lnTo>
                <a:lnTo>
                  <a:pt x="0" y="1753637"/>
                </a:lnTo>
                <a:lnTo>
                  <a:pt x="0" y="1485040"/>
                </a:lnTo>
                <a:lnTo>
                  <a:pt x="0" y="1207182"/>
                </a:lnTo>
                <a:lnTo>
                  <a:pt x="0" y="919906"/>
                </a:lnTo>
                <a:lnTo>
                  <a:pt x="0" y="623055"/>
                </a:lnTo>
                <a:lnTo>
                  <a:pt x="0" y="3164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6038D92-679F-714E-89F9-BCD08FE259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0595" y="609600"/>
            <a:ext cx="3998111" cy="45974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19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EGGPLANT (V2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99538" cy="6858000"/>
          </a:xfrm>
          <a:custGeom>
            <a:avLst/>
            <a:gdLst>
              <a:gd name="connsiteX0" fmla="*/ 0 w 8999538"/>
              <a:gd name="connsiteY0" fmla="*/ 0 h 6858000"/>
              <a:gd name="connsiteX1" fmla="*/ 1782 w 8999538"/>
              <a:gd name="connsiteY1" fmla="*/ 0 h 6858000"/>
              <a:gd name="connsiteX2" fmla="*/ 14251 w 8999538"/>
              <a:gd name="connsiteY2" fmla="*/ 0 h 6858000"/>
              <a:gd name="connsiteX3" fmla="*/ 48095 w 8999538"/>
              <a:gd name="connsiteY3" fmla="*/ 0 h 6858000"/>
              <a:gd name="connsiteX4" fmla="*/ 114003 w 8999538"/>
              <a:gd name="connsiteY4" fmla="*/ 0 h 6858000"/>
              <a:gd name="connsiteX5" fmla="*/ 162320 w 8999538"/>
              <a:gd name="connsiteY5" fmla="*/ 0 h 6858000"/>
              <a:gd name="connsiteX6" fmla="*/ 222661 w 8999538"/>
              <a:gd name="connsiteY6" fmla="*/ 0 h 6858000"/>
              <a:gd name="connsiteX7" fmla="*/ 296362 w 8999538"/>
              <a:gd name="connsiteY7" fmla="*/ 0 h 6858000"/>
              <a:gd name="connsiteX8" fmla="*/ 384758 w 8999538"/>
              <a:gd name="connsiteY8" fmla="*/ 0 h 6858000"/>
              <a:gd name="connsiteX9" fmla="*/ 489186 w 8999538"/>
              <a:gd name="connsiteY9" fmla="*/ 0 h 6858000"/>
              <a:gd name="connsiteX10" fmla="*/ 610982 w 8999538"/>
              <a:gd name="connsiteY10" fmla="*/ 0 h 6858000"/>
              <a:gd name="connsiteX11" fmla="*/ 751481 w 8999538"/>
              <a:gd name="connsiteY11" fmla="*/ 0 h 6858000"/>
              <a:gd name="connsiteX12" fmla="*/ 912020 w 8999538"/>
              <a:gd name="connsiteY12" fmla="*/ 0 h 6858000"/>
              <a:gd name="connsiteX13" fmla="*/ 1093934 w 8999538"/>
              <a:gd name="connsiteY13" fmla="*/ 0 h 6858000"/>
              <a:gd name="connsiteX14" fmla="*/ 1298559 w 8999538"/>
              <a:gd name="connsiteY14" fmla="*/ 0 h 6858000"/>
              <a:gd name="connsiteX15" fmla="*/ 1527232 w 8999538"/>
              <a:gd name="connsiteY15" fmla="*/ 0 h 6858000"/>
              <a:gd name="connsiteX16" fmla="*/ 1781288 w 8999538"/>
              <a:gd name="connsiteY16" fmla="*/ 0 h 6858000"/>
              <a:gd name="connsiteX17" fmla="*/ 2062064 w 8999538"/>
              <a:gd name="connsiteY17" fmla="*/ 0 h 6858000"/>
              <a:gd name="connsiteX18" fmla="*/ 2370894 w 8999538"/>
              <a:gd name="connsiteY18" fmla="*/ 0 h 6858000"/>
              <a:gd name="connsiteX19" fmla="*/ 2709117 w 8999538"/>
              <a:gd name="connsiteY19" fmla="*/ 0 h 6858000"/>
              <a:gd name="connsiteX20" fmla="*/ 3078066 w 8999538"/>
              <a:gd name="connsiteY20" fmla="*/ 0 h 6858000"/>
              <a:gd name="connsiteX21" fmla="*/ 3479078 w 8999538"/>
              <a:gd name="connsiteY21" fmla="*/ 0 h 6858000"/>
              <a:gd name="connsiteX22" fmla="*/ 3913490 w 8999538"/>
              <a:gd name="connsiteY22" fmla="*/ 0 h 6858000"/>
              <a:gd name="connsiteX23" fmla="*/ 4382637 w 8999538"/>
              <a:gd name="connsiteY23" fmla="*/ 0 h 6858000"/>
              <a:gd name="connsiteX24" fmla="*/ 4887855 w 8999538"/>
              <a:gd name="connsiteY24" fmla="*/ 0 h 6858000"/>
              <a:gd name="connsiteX25" fmla="*/ 5430479 w 8999538"/>
              <a:gd name="connsiteY25" fmla="*/ 0 h 6858000"/>
              <a:gd name="connsiteX26" fmla="*/ 6011847 w 8999538"/>
              <a:gd name="connsiteY26" fmla="*/ 0 h 6858000"/>
              <a:gd name="connsiteX27" fmla="*/ 6633294 w 8999538"/>
              <a:gd name="connsiteY27" fmla="*/ 0 h 6858000"/>
              <a:gd name="connsiteX28" fmla="*/ 7296156 w 8999538"/>
              <a:gd name="connsiteY28" fmla="*/ 0 h 6858000"/>
              <a:gd name="connsiteX29" fmla="*/ 7296156 w 8999538"/>
              <a:gd name="connsiteY29" fmla="*/ 4806315 h 6858000"/>
              <a:gd name="connsiteX30" fmla="*/ 8999538 w 8999538"/>
              <a:gd name="connsiteY30" fmla="*/ 6858000 h 6858000"/>
              <a:gd name="connsiteX31" fmla="*/ 8997341 w 8999538"/>
              <a:gd name="connsiteY31" fmla="*/ 6858000 h 6858000"/>
              <a:gd name="connsiteX32" fmla="*/ 8981961 w 8999538"/>
              <a:gd name="connsiteY32" fmla="*/ 6858000 h 6858000"/>
              <a:gd name="connsiteX33" fmla="*/ 8940215 w 8999538"/>
              <a:gd name="connsiteY33" fmla="*/ 6858000 h 6858000"/>
              <a:gd name="connsiteX34" fmla="*/ 8858920 w 8999538"/>
              <a:gd name="connsiteY34" fmla="*/ 6858000 h 6858000"/>
              <a:gd name="connsiteX35" fmla="*/ 8799322 w 8999538"/>
              <a:gd name="connsiteY35" fmla="*/ 6858000 h 6858000"/>
              <a:gd name="connsiteX36" fmla="*/ 8724894 w 8999538"/>
              <a:gd name="connsiteY36" fmla="*/ 6858000 h 6858000"/>
              <a:gd name="connsiteX37" fmla="*/ 8633987 w 8999538"/>
              <a:gd name="connsiteY37" fmla="*/ 6858000 h 6858000"/>
              <a:gd name="connsiteX38" fmla="*/ 8524953 w 8999538"/>
              <a:gd name="connsiteY38" fmla="*/ 6858000 h 6858000"/>
              <a:gd name="connsiteX39" fmla="*/ 8396145 w 8999538"/>
              <a:gd name="connsiteY39" fmla="*/ 6858000 h 6858000"/>
              <a:gd name="connsiteX40" fmla="*/ 8245915 w 8999538"/>
              <a:gd name="connsiteY40" fmla="*/ 6858000 h 6858000"/>
              <a:gd name="connsiteX41" fmla="*/ 8072615 w 8999538"/>
              <a:gd name="connsiteY41" fmla="*/ 6858000 h 6858000"/>
              <a:gd name="connsiteX42" fmla="*/ 7874596 w 8999538"/>
              <a:gd name="connsiteY42" fmla="*/ 6858000 h 6858000"/>
              <a:gd name="connsiteX43" fmla="*/ 7650212 w 8999538"/>
              <a:gd name="connsiteY43" fmla="*/ 6858000 h 6858000"/>
              <a:gd name="connsiteX44" fmla="*/ 7397814 w 8999538"/>
              <a:gd name="connsiteY44" fmla="*/ 6858000 h 6858000"/>
              <a:gd name="connsiteX45" fmla="*/ 7115755 w 8999538"/>
              <a:gd name="connsiteY45" fmla="*/ 6858000 h 6858000"/>
              <a:gd name="connsiteX46" fmla="*/ 6802386 w 8999538"/>
              <a:gd name="connsiteY46" fmla="*/ 6858000 h 6858000"/>
              <a:gd name="connsiteX47" fmla="*/ 6456059 w 8999538"/>
              <a:gd name="connsiteY47" fmla="*/ 6858000 h 6858000"/>
              <a:gd name="connsiteX48" fmla="*/ 6075128 w 8999538"/>
              <a:gd name="connsiteY48" fmla="*/ 6858000 h 6858000"/>
              <a:gd name="connsiteX49" fmla="*/ 5657944 w 8999538"/>
              <a:gd name="connsiteY49" fmla="*/ 6858000 h 6858000"/>
              <a:gd name="connsiteX50" fmla="*/ 5202858 w 8999538"/>
              <a:gd name="connsiteY50" fmla="*/ 6858000 h 6858000"/>
              <a:gd name="connsiteX51" fmla="*/ 4708224 w 8999538"/>
              <a:gd name="connsiteY51" fmla="*/ 6858000 h 6858000"/>
              <a:gd name="connsiteX52" fmla="*/ 4172394 w 8999538"/>
              <a:gd name="connsiteY52" fmla="*/ 6858000 h 6858000"/>
              <a:gd name="connsiteX53" fmla="*/ 3593718 w 8999538"/>
              <a:gd name="connsiteY53" fmla="*/ 6858000 h 6858000"/>
              <a:gd name="connsiteX54" fmla="*/ 2970551 w 8999538"/>
              <a:gd name="connsiteY54" fmla="*/ 6858000 h 6858000"/>
              <a:gd name="connsiteX55" fmla="*/ 2301243 w 8999538"/>
              <a:gd name="connsiteY55" fmla="*/ 6858000 h 6858000"/>
              <a:gd name="connsiteX56" fmla="*/ 1584147 w 8999538"/>
              <a:gd name="connsiteY56" fmla="*/ 6858000 h 6858000"/>
              <a:gd name="connsiteX57" fmla="*/ 817616 w 8999538"/>
              <a:gd name="connsiteY57" fmla="*/ 6858000 h 6858000"/>
              <a:gd name="connsiteX58" fmla="*/ 0 w 8999538"/>
              <a:gd name="connsiteY58" fmla="*/ 6858000 h 6858000"/>
              <a:gd name="connsiteX59" fmla="*/ 0 w 8999538"/>
              <a:gd name="connsiteY59" fmla="*/ 6856326 h 6858000"/>
              <a:gd name="connsiteX60" fmla="*/ 0 w 8999538"/>
              <a:gd name="connsiteY60" fmla="*/ 6844606 h 6858000"/>
              <a:gd name="connsiteX61" fmla="*/ 0 w 8999538"/>
              <a:gd name="connsiteY61" fmla="*/ 6831839 h 6858000"/>
              <a:gd name="connsiteX62" fmla="*/ 0 w 8999538"/>
              <a:gd name="connsiteY62" fmla="*/ 6812794 h 6858000"/>
              <a:gd name="connsiteX63" fmla="*/ 0 w 8999538"/>
              <a:gd name="connsiteY63" fmla="*/ 6786214 h 6858000"/>
              <a:gd name="connsiteX64" fmla="*/ 0 w 8999538"/>
              <a:gd name="connsiteY64" fmla="*/ 6750844 h 6858000"/>
              <a:gd name="connsiteX65" fmla="*/ 0 w 8999538"/>
              <a:gd name="connsiteY65" fmla="*/ 6705428 h 6858000"/>
              <a:gd name="connsiteX66" fmla="*/ 0 w 8999538"/>
              <a:gd name="connsiteY66" fmla="*/ 6648711 h 6858000"/>
              <a:gd name="connsiteX67" fmla="*/ 0 w 8999538"/>
              <a:gd name="connsiteY67" fmla="*/ 6579436 h 6858000"/>
              <a:gd name="connsiteX68" fmla="*/ 0 w 8999538"/>
              <a:gd name="connsiteY68" fmla="*/ 6496348 h 6858000"/>
              <a:gd name="connsiteX69" fmla="*/ 0 w 8999538"/>
              <a:gd name="connsiteY69" fmla="*/ 6398191 h 6858000"/>
              <a:gd name="connsiteX70" fmla="*/ 0 w 8999538"/>
              <a:gd name="connsiteY70" fmla="*/ 6283710 h 6858000"/>
              <a:gd name="connsiteX71" fmla="*/ 0 w 8999538"/>
              <a:gd name="connsiteY71" fmla="*/ 6151648 h 6858000"/>
              <a:gd name="connsiteX72" fmla="*/ 0 w 8999538"/>
              <a:gd name="connsiteY72" fmla="*/ 6000750 h 6858000"/>
              <a:gd name="connsiteX73" fmla="*/ 0 w 8999538"/>
              <a:gd name="connsiteY73" fmla="*/ 5829761 h 6858000"/>
              <a:gd name="connsiteX74" fmla="*/ 0 w 8999538"/>
              <a:gd name="connsiteY74" fmla="*/ 5637424 h 6858000"/>
              <a:gd name="connsiteX75" fmla="*/ 0 w 8999538"/>
              <a:gd name="connsiteY75" fmla="*/ 5422483 h 6858000"/>
              <a:gd name="connsiteX76" fmla="*/ 0 w 8999538"/>
              <a:gd name="connsiteY76" fmla="*/ 5183684 h 6858000"/>
              <a:gd name="connsiteX77" fmla="*/ 0 w 8999538"/>
              <a:gd name="connsiteY77" fmla="*/ 4919770 h 6858000"/>
              <a:gd name="connsiteX78" fmla="*/ 0 w 8999538"/>
              <a:gd name="connsiteY78" fmla="*/ 4629485 h 6858000"/>
              <a:gd name="connsiteX79" fmla="*/ 0 w 8999538"/>
              <a:gd name="connsiteY79" fmla="*/ 4311574 h 6858000"/>
              <a:gd name="connsiteX80" fmla="*/ 0 w 8999538"/>
              <a:gd name="connsiteY80" fmla="*/ 4141866 h 6858000"/>
              <a:gd name="connsiteX81" fmla="*/ 0 w 8999538"/>
              <a:gd name="connsiteY81" fmla="*/ 3964781 h 6858000"/>
              <a:gd name="connsiteX82" fmla="*/ 0 w 8999538"/>
              <a:gd name="connsiteY82" fmla="*/ 3780162 h 6858000"/>
              <a:gd name="connsiteX83" fmla="*/ 0 w 8999538"/>
              <a:gd name="connsiteY83" fmla="*/ 3587851 h 6858000"/>
              <a:gd name="connsiteX84" fmla="*/ 0 w 8999538"/>
              <a:gd name="connsiteY84" fmla="*/ 3387692 h 6858000"/>
              <a:gd name="connsiteX85" fmla="*/ 0 w 8999538"/>
              <a:gd name="connsiteY85" fmla="*/ 3179527 h 6858000"/>
              <a:gd name="connsiteX86" fmla="*/ 0 w 8999538"/>
              <a:gd name="connsiteY86" fmla="*/ 2963200 h 6858000"/>
              <a:gd name="connsiteX87" fmla="*/ 0 w 8999538"/>
              <a:gd name="connsiteY87" fmla="*/ 2738554 h 6858000"/>
              <a:gd name="connsiteX88" fmla="*/ 0 w 8999538"/>
              <a:gd name="connsiteY88" fmla="*/ 2505432 h 6858000"/>
              <a:gd name="connsiteX89" fmla="*/ 0 w 8999538"/>
              <a:gd name="connsiteY89" fmla="*/ 2263676 h 6858000"/>
              <a:gd name="connsiteX90" fmla="*/ 0 w 8999538"/>
              <a:gd name="connsiteY90" fmla="*/ 2013130 h 6858000"/>
              <a:gd name="connsiteX91" fmla="*/ 0 w 8999538"/>
              <a:gd name="connsiteY91" fmla="*/ 1753637 h 6858000"/>
              <a:gd name="connsiteX92" fmla="*/ 0 w 8999538"/>
              <a:gd name="connsiteY92" fmla="*/ 1485040 h 6858000"/>
              <a:gd name="connsiteX93" fmla="*/ 0 w 8999538"/>
              <a:gd name="connsiteY93" fmla="*/ 1207182 h 6858000"/>
              <a:gd name="connsiteX94" fmla="*/ 0 w 8999538"/>
              <a:gd name="connsiteY94" fmla="*/ 919906 h 6858000"/>
              <a:gd name="connsiteX95" fmla="*/ 0 w 8999538"/>
              <a:gd name="connsiteY95" fmla="*/ 623055 h 6858000"/>
              <a:gd name="connsiteX96" fmla="*/ 0 w 8999538"/>
              <a:gd name="connsiteY96" fmla="*/ 3164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8999538" h="6858000">
                <a:moveTo>
                  <a:pt x="0" y="0"/>
                </a:moveTo>
                <a:lnTo>
                  <a:pt x="1782" y="0"/>
                </a:lnTo>
                <a:lnTo>
                  <a:pt x="14251" y="0"/>
                </a:lnTo>
                <a:lnTo>
                  <a:pt x="48095" y="0"/>
                </a:lnTo>
                <a:lnTo>
                  <a:pt x="114003" y="0"/>
                </a:lnTo>
                <a:lnTo>
                  <a:pt x="162320" y="0"/>
                </a:lnTo>
                <a:lnTo>
                  <a:pt x="222661" y="0"/>
                </a:lnTo>
                <a:lnTo>
                  <a:pt x="296362" y="0"/>
                </a:lnTo>
                <a:lnTo>
                  <a:pt x="384758" y="0"/>
                </a:lnTo>
                <a:lnTo>
                  <a:pt x="489186" y="0"/>
                </a:lnTo>
                <a:lnTo>
                  <a:pt x="610982" y="0"/>
                </a:lnTo>
                <a:lnTo>
                  <a:pt x="751481" y="0"/>
                </a:lnTo>
                <a:lnTo>
                  <a:pt x="912020" y="0"/>
                </a:lnTo>
                <a:lnTo>
                  <a:pt x="1093934" y="0"/>
                </a:lnTo>
                <a:lnTo>
                  <a:pt x="1298559" y="0"/>
                </a:lnTo>
                <a:lnTo>
                  <a:pt x="1527232" y="0"/>
                </a:lnTo>
                <a:lnTo>
                  <a:pt x="1781288" y="0"/>
                </a:lnTo>
                <a:lnTo>
                  <a:pt x="2062064" y="0"/>
                </a:lnTo>
                <a:lnTo>
                  <a:pt x="2370894" y="0"/>
                </a:lnTo>
                <a:lnTo>
                  <a:pt x="2709117" y="0"/>
                </a:lnTo>
                <a:lnTo>
                  <a:pt x="3078066" y="0"/>
                </a:lnTo>
                <a:lnTo>
                  <a:pt x="3479078" y="0"/>
                </a:lnTo>
                <a:lnTo>
                  <a:pt x="3913490" y="0"/>
                </a:lnTo>
                <a:lnTo>
                  <a:pt x="4382637" y="0"/>
                </a:lnTo>
                <a:lnTo>
                  <a:pt x="4887855" y="0"/>
                </a:lnTo>
                <a:lnTo>
                  <a:pt x="5430479" y="0"/>
                </a:lnTo>
                <a:lnTo>
                  <a:pt x="6011847" y="0"/>
                </a:lnTo>
                <a:lnTo>
                  <a:pt x="6633294" y="0"/>
                </a:lnTo>
                <a:lnTo>
                  <a:pt x="7296156" y="0"/>
                </a:lnTo>
                <a:cubicBezTo>
                  <a:pt x="7296156" y="0"/>
                  <a:pt x="7296156" y="0"/>
                  <a:pt x="7296156" y="4806315"/>
                </a:cubicBezTo>
                <a:cubicBezTo>
                  <a:pt x="7296156" y="5783580"/>
                  <a:pt x="8028610" y="6669405"/>
                  <a:pt x="8999538" y="6858000"/>
                </a:cubicBezTo>
                <a:lnTo>
                  <a:pt x="8997341" y="6858000"/>
                </a:lnTo>
                <a:lnTo>
                  <a:pt x="8981961" y="6858000"/>
                </a:lnTo>
                <a:lnTo>
                  <a:pt x="8940215" y="6858000"/>
                </a:lnTo>
                <a:lnTo>
                  <a:pt x="8858920" y="6858000"/>
                </a:lnTo>
                <a:lnTo>
                  <a:pt x="8799322" y="6858000"/>
                </a:lnTo>
                <a:lnTo>
                  <a:pt x="8724894" y="6858000"/>
                </a:lnTo>
                <a:lnTo>
                  <a:pt x="8633987" y="6858000"/>
                </a:lnTo>
                <a:lnTo>
                  <a:pt x="8524953" y="6858000"/>
                </a:lnTo>
                <a:lnTo>
                  <a:pt x="8396145" y="6858000"/>
                </a:lnTo>
                <a:lnTo>
                  <a:pt x="8245915" y="6858000"/>
                </a:lnTo>
                <a:lnTo>
                  <a:pt x="8072615" y="6858000"/>
                </a:lnTo>
                <a:lnTo>
                  <a:pt x="7874596" y="6858000"/>
                </a:lnTo>
                <a:lnTo>
                  <a:pt x="7650212" y="6858000"/>
                </a:lnTo>
                <a:lnTo>
                  <a:pt x="7397814" y="6858000"/>
                </a:lnTo>
                <a:lnTo>
                  <a:pt x="7115755" y="6858000"/>
                </a:lnTo>
                <a:lnTo>
                  <a:pt x="6802386" y="6858000"/>
                </a:lnTo>
                <a:lnTo>
                  <a:pt x="6456059" y="6858000"/>
                </a:lnTo>
                <a:lnTo>
                  <a:pt x="6075128" y="6858000"/>
                </a:lnTo>
                <a:lnTo>
                  <a:pt x="5657944" y="6858000"/>
                </a:lnTo>
                <a:lnTo>
                  <a:pt x="5202858" y="6858000"/>
                </a:lnTo>
                <a:lnTo>
                  <a:pt x="4708224" y="6858000"/>
                </a:lnTo>
                <a:lnTo>
                  <a:pt x="4172394" y="6858000"/>
                </a:lnTo>
                <a:lnTo>
                  <a:pt x="3593718" y="6858000"/>
                </a:lnTo>
                <a:lnTo>
                  <a:pt x="2970551" y="6858000"/>
                </a:lnTo>
                <a:lnTo>
                  <a:pt x="2301243" y="6858000"/>
                </a:lnTo>
                <a:lnTo>
                  <a:pt x="1584147" y="6858000"/>
                </a:lnTo>
                <a:lnTo>
                  <a:pt x="817616" y="6858000"/>
                </a:lnTo>
                <a:lnTo>
                  <a:pt x="0" y="6858000"/>
                </a:lnTo>
                <a:lnTo>
                  <a:pt x="0" y="6856326"/>
                </a:lnTo>
                <a:lnTo>
                  <a:pt x="0" y="6844606"/>
                </a:lnTo>
                <a:lnTo>
                  <a:pt x="0" y="6831839"/>
                </a:lnTo>
                <a:lnTo>
                  <a:pt x="0" y="6812794"/>
                </a:lnTo>
                <a:lnTo>
                  <a:pt x="0" y="6786214"/>
                </a:lnTo>
                <a:lnTo>
                  <a:pt x="0" y="6750844"/>
                </a:lnTo>
                <a:lnTo>
                  <a:pt x="0" y="6705428"/>
                </a:lnTo>
                <a:lnTo>
                  <a:pt x="0" y="6648711"/>
                </a:lnTo>
                <a:lnTo>
                  <a:pt x="0" y="6579436"/>
                </a:lnTo>
                <a:lnTo>
                  <a:pt x="0" y="6496348"/>
                </a:lnTo>
                <a:lnTo>
                  <a:pt x="0" y="6398191"/>
                </a:lnTo>
                <a:lnTo>
                  <a:pt x="0" y="6283710"/>
                </a:lnTo>
                <a:lnTo>
                  <a:pt x="0" y="6151648"/>
                </a:lnTo>
                <a:lnTo>
                  <a:pt x="0" y="6000750"/>
                </a:lnTo>
                <a:lnTo>
                  <a:pt x="0" y="5829761"/>
                </a:lnTo>
                <a:lnTo>
                  <a:pt x="0" y="5637424"/>
                </a:lnTo>
                <a:lnTo>
                  <a:pt x="0" y="5422483"/>
                </a:lnTo>
                <a:lnTo>
                  <a:pt x="0" y="5183684"/>
                </a:lnTo>
                <a:lnTo>
                  <a:pt x="0" y="4919770"/>
                </a:lnTo>
                <a:lnTo>
                  <a:pt x="0" y="4629485"/>
                </a:lnTo>
                <a:lnTo>
                  <a:pt x="0" y="4311574"/>
                </a:lnTo>
                <a:lnTo>
                  <a:pt x="0" y="4141866"/>
                </a:lnTo>
                <a:lnTo>
                  <a:pt x="0" y="3964781"/>
                </a:lnTo>
                <a:lnTo>
                  <a:pt x="0" y="3780162"/>
                </a:lnTo>
                <a:lnTo>
                  <a:pt x="0" y="3587851"/>
                </a:lnTo>
                <a:lnTo>
                  <a:pt x="0" y="3387692"/>
                </a:lnTo>
                <a:lnTo>
                  <a:pt x="0" y="3179527"/>
                </a:lnTo>
                <a:lnTo>
                  <a:pt x="0" y="2963200"/>
                </a:lnTo>
                <a:lnTo>
                  <a:pt x="0" y="2738554"/>
                </a:lnTo>
                <a:lnTo>
                  <a:pt x="0" y="2505432"/>
                </a:lnTo>
                <a:lnTo>
                  <a:pt x="0" y="2263676"/>
                </a:lnTo>
                <a:lnTo>
                  <a:pt x="0" y="2013130"/>
                </a:lnTo>
                <a:lnTo>
                  <a:pt x="0" y="1753637"/>
                </a:lnTo>
                <a:lnTo>
                  <a:pt x="0" y="1485040"/>
                </a:lnTo>
                <a:lnTo>
                  <a:pt x="0" y="1207182"/>
                </a:lnTo>
                <a:lnTo>
                  <a:pt x="0" y="919906"/>
                </a:lnTo>
                <a:lnTo>
                  <a:pt x="0" y="623055"/>
                </a:lnTo>
                <a:lnTo>
                  <a:pt x="0" y="3164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6038D92-679F-714E-89F9-BCD08FE259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0595" y="609600"/>
            <a:ext cx="3998111" cy="459740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8878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736CC-7768-CD43-A94C-626FED5A8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1600" y="1143000"/>
            <a:ext cx="6400800" cy="4318000"/>
          </a:xfrm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  <a:p>
            <a:pPr lvl="0"/>
            <a:r>
              <a:rPr lang="en-US" dirty="0"/>
              <a:t>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7F2DF-50BB-3D42-9D90-F311DC6C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1320800"/>
            <a:ext cx="2740659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0758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736CC-7768-CD43-A94C-626FED5A8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1600" y="1143000"/>
            <a:ext cx="6400800" cy="4318000"/>
          </a:xfrm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  <a:p>
            <a:pPr lvl="0"/>
            <a:r>
              <a:rPr lang="en-US" dirty="0"/>
              <a:t>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7F2DF-50BB-3D42-9D90-F311DC6C90F2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1316736"/>
            <a:ext cx="2743200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688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736CC-7768-CD43-A94C-626FED5A8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1600" y="1143000"/>
            <a:ext cx="6400800" cy="4318000"/>
          </a:xfrm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  <a:p>
            <a:pPr lvl="0"/>
            <a:r>
              <a:rPr lang="en-US" dirty="0"/>
              <a:t>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A49C7-D69B-AE4C-BB38-CAFFA3CEDB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79" y="1322324"/>
            <a:ext cx="2746180" cy="395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319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736CC-7768-CD43-A94C-626FED5A8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4200" y="1143000"/>
            <a:ext cx="8458200" cy="4318000"/>
          </a:xfrm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  <a:p>
            <a:pPr lvl="0"/>
            <a:r>
              <a:rPr lang="en-US" dirty="0"/>
              <a:t>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11D2DD-04A1-9E46-B431-7F38BE5A7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01" b="11111"/>
          <a:stretch/>
        </p:blipFill>
        <p:spPr>
          <a:xfrm>
            <a:off x="0" y="762000"/>
            <a:ext cx="5540799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986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736CC-7768-CD43-A94C-626FED5A8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743201"/>
            <a:ext cx="11137392" cy="1326091"/>
          </a:xfrm>
          <a:ln>
            <a:noFill/>
          </a:ln>
        </p:spPr>
        <p:txBody>
          <a:bodyPr anchor="ctr"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  <a:p>
            <a:pPr lvl="0"/>
            <a:r>
              <a:rPr lang="en-US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6103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MANA DARK GREEN - PAGE NUMB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50B7E-20F8-DC41-8521-6F4704085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1E585-5E2E-F94D-BAE9-9EC473DDD9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54967602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MANA TEAL - PAGE 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94E12-1552-3D47-AEB6-0F28A06ABF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FA34D-195A-2841-81DD-B440505B2B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50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MANA NAVY - PAGE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C2ACF-E6BD-834E-87F3-D84E35AE8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F726D-78C6-C643-BF92-EE55C0D91A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3559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MANA PLUM - PAGE NUMB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50B7E-20F8-DC41-8521-6F4704085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9617D-D3CA-7947-9085-19CDF7B613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8340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MANA EGGPLANT - PAGE NUMB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50B7E-20F8-DC41-8521-6F4704085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5D701-B8D6-BC44-B30A-E1722B2E6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449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MANA GRAY - PAGE NUMB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797AB-D4AA-294A-980D-2658EAC6C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E12F-9BDC-9144-B23D-9570F7B530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07568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 TITLE - SECOND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EFB090-6870-4E4D-BAC7-BD8EF068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C2A2-BA69-0241-B25B-B6DE8AEE83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D87338-4DE3-7343-AB45-DF540E72F0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48400"/>
            <a:ext cx="9918192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377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PAGE NUMBER - SECOND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9E3A1-2D28-9748-92C4-17D635B281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FB0624-6260-1B45-97F9-50E1525A19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48400"/>
            <a:ext cx="9918192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3810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 TITLE - TERTI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46477-1103-024D-9B8C-D172E6321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22435D-A6D2-D34C-AB5E-7E116224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21C790-CCB7-DF4D-AA92-7BB8D1F421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019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PAGE NUMBER - TERTI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5B4B3-FE13-064A-BCA3-A27A854856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|</a:t>
            </a:r>
            <a:r>
              <a:rPr lang="en-US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1B7307-8104-5A4B-B314-98CE52C6CF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935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11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4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A1E3ACF-AF90-744C-BEEA-09C9624DA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808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250" r:id="rId2"/>
    <p:sldLayoutId id="2147484534" r:id="rId3"/>
    <p:sldLayoutId id="2147484536" r:id="rId4"/>
  </p:sldLayoutIdLst>
  <p:hf hdr="0" ftr="0" dt="0"/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None/>
        <a:defRPr sz="6000" kern="1200">
          <a:solidFill>
            <a:schemeClr val="tx1"/>
          </a:solidFill>
          <a:latin typeface="+mj-lt"/>
          <a:ea typeface="+mn-ea"/>
          <a:cs typeface="+mn-cs"/>
        </a:defRPr>
      </a:lvl1pPr>
      <a:lvl2pPr marL="60963" indent="0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None/>
        <a:defRPr sz="24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60963" indent="0" algn="l" defTabSz="6096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7131FB-9475-2744-911B-EFA0B5F4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11137392" cy="6035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368A02-6632-6E48-92F5-528ACA438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63040"/>
            <a:ext cx="11137392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  <a:p>
            <a:pPr lvl="5"/>
            <a:r>
              <a:rPr lang="en-US" dirty="0"/>
              <a:t>Sixth level </a:t>
            </a:r>
          </a:p>
          <a:p>
            <a:pPr lvl="6"/>
            <a:r>
              <a:rPr lang="en-US" dirty="0"/>
              <a:t>Seventh level </a:t>
            </a:r>
          </a:p>
          <a:p>
            <a:pPr lvl="7"/>
            <a:r>
              <a:rPr lang="en-US" dirty="0"/>
              <a:t>Eighth level 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2CCD5-3444-0B41-815D-A4A6F4BA6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48400"/>
            <a:ext cx="9918192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0603992" y="6248400"/>
            <a:ext cx="12192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uk-UA" sz="1200" b="0" i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20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5" r:id="rId1"/>
    <p:sldLayoutId id="2147484537" r:id="rId2"/>
    <p:sldLayoutId id="2147484507" r:id="rId3"/>
    <p:sldLayoutId id="2147484523" r:id="rId4"/>
    <p:sldLayoutId id="2147484522" r:id="rId5"/>
    <p:sldLayoutId id="2147484388" r:id="rId6"/>
    <p:sldLayoutId id="2147484506" r:id="rId7"/>
    <p:sldLayoutId id="2147484511" r:id="rId8"/>
    <p:sldLayoutId id="2147484510" r:id="rId9"/>
    <p:sldLayoutId id="2147484390" r:id="rId10"/>
    <p:sldLayoutId id="2147484391" r:id="rId11"/>
    <p:sldLayoutId id="2147484509" r:id="rId12"/>
    <p:sldLayoutId id="2147484515" r:id="rId13"/>
    <p:sldLayoutId id="2147484513" r:id="rId14"/>
    <p:sldLayoutId id="2147484514" r:id="rId15"/>
    <p:sldLayoutId id="2147484512" r:id="rId16"/>
    <p:sldLayoutId id="2147484521" r:id="rId17"/>
    <p:sldLayoutId id="2147484516" r:id="rId18"/>
    <p:sldLayoutId id="2147484517" r:id="rId19"/>
    <p:sldLayoutId id="2147484524" r:id="rId20"/>
    <p:sldLayoutId id="2147484518" r:id="rId21"/>
    <p:sldLayoutId id="2147484519" r:id="rId22"/>
    <p:sldLayoutId id="2147484520" r:id="rId23"/>
    <p:sldLayoutId id="2147484525" r:id="rId24"/>
    <p:sldLayoutId id="2147484533" r:id="rId25"/>
    <p:sldLayoutId id="2147484469" r:id="rId26"/>
    <p:sldLayoutId id="2147484462" r:id="rId27"/>
    <p:sldLayoutId id="2147484463" r:id="rId28"/>
    <p:sldLayoutId id="2147484504" r:id="rId29"/>
    <p:sldLayoutId id="2147484505" r:id="rId30"/>
    <p:sldLayoutId id="2147484495" r:id="rId31"/>
    <p:sldLayoutId id="2147484496" r:id="rId32"/>
    <p:sldLayoutId id="2147484497" r:id="rId33"/>
    <p:sldLayoutId id="2147484500" r:id="rId34"/>
    <p:sldLayoutId id="2147484501" r:id="rId35"/>
    <p:sldLayoutId id="2147484487" r:id="rId36"/>
    <p:sldLayoutId id="2147484498" r:id="rId37"/>
    <p:sldLayoutId id="2147484499" r:id="rId38"/>
    <p:sldLayoutId id="2147484482" r:id="rId39"/>
    <p:sldLayoutId id="2147484483" r:id="rId40"/>
    <p:sldLayoutId id="2147484484" r:id="rId41"/>
    <p:sldLayoutId id="2147484488" r:id="rId42"/>
    <p:sldLayoutId id="2147484489" r:id="rId43"/>
    <p:sldLayoutId id="2147484490" r:id="rId44"/>
    <p:sldLayoutId id="2147484491" r:id="rId45"/>
    <p:sldLayoutId id="2147484492" r:id="rId46"/>
    <p:sldLayoutId id="2147484540" r:id="rId47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Tx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182889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78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67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57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14446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335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224" indent="-182889" algn="l" defTabSz="914446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224" indent="0" algn="l" defTabSz="914446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51F437-6E5E-2D49-820D-7C5A66221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63040"/>
            <a:ext cx="11137392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600" dirty="0"/>
              <a:t>Fourth level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528" r:id="rId2"/>
    <p:sldLayoutId id="2147484346" r:id="rId3"/>
    <p:sldLayoutId id="2147484348" r:id="rId4"/>
    <p:sldLayoutId id="2147484347" r:id="rId5"/>
    <p:sldLayoutId id="2147484530" r:id="rId6"/>
    <p:sldLayoutId id="2147484350" r:id="rId7"/>
    <p:sldLayoutId id="2147484529" r:id="rId8"/>
    <p:sldLayoutId id="2147484351" r:id="rId9"/>
    <p:sldLayoutId id="2147484353" r:id="rId10"/>
    <p:sldLayoutId id="2147484352" r:id="rId11"/>
    <p:sldLayoutId id="2147484531" r:id="rId12"/>
    <p:sldLayoutId id="2147484369" r:id="rId13"/>
    <p:sldLayoutId id="2147484539" r:id="rId14"/>
    <p:sldLayoutId id="2147484535" r:id="rId15"/>
    <p:sldLayoutId id="2147484538" r:id="rId16"/>
    <p:sldLayoutId id="2147484541" r:id="rId17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5400" kern="1200">
          <a:solidFill>
            <a:schemeClr val="bg2"/>
          </a:solidFill>
          <a:latin typeface="+mj-lt"/>
          <a:ea typeface="+mn-ea"/>
          <a:cs typeface="+mn-cs"/>
        </a:defRPr>
      </a:lvl1pPr>
      <a:lvl2pPr marL="0" indent="0" algn="l" defTabSz="914446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None/>
        <a:defRPr sz="2400" b="0" kern="1200">
          <a:solidFill>
            <a:schemeClr val="bg2"/>
          </a:solidFill>
          <a:latin typeface="+mj-lt"/>
          <a:ea typeface="+mn-ea"/>
          <a:cs typeface="+mn-cs"/>
        </a:defRPr>
      </a:lvl2pPr>
      <a:lvl3pPr marL="182889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900" kern="1200">
          <a:solidFill>
            <a:schemeClr val="bg2"/>
          </a:solidFill>
          <a:latin typeface="+mn-lt"/>
          <a:ea typeface="+mn-ea"/>
          <a:cs typeface="+mn-cs"/>
        </a:defRPr>
      </a:lvl3pPr>
      <a:lvl4pPr marL="365778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49AB76D9-6D63-2248-BD7B-1FE3776C4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3992" y="6248400"/>
            <a:ext cx="1216152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uk-UA" sz="1200" b="0" i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1D1C3-2EAF-9048-85DC-2FC981895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48400"/>
            <a:ext cx="9918192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06755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7" r:id="rId1"/>
    <p:sldLayoutId id="2147484476" r:id="rId2"/>
    <p:sldLayoutId id="2147484474" r:id="rId3"/>
    <p:sldLayoutId id="2147484477" r:id="rId4"/>
    <p:sldLayoutId id="2147484526" r:id="rId5"/>
    <p:sldLayoutId id="2147484473" r:id="rId6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9D819-0036-9348-AFA1-28AB0AC7F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7040" y="6245352"/>
            <a:ext cx="1216152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uk-UA" sz="1200" b="0" i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61F2756-350F-3541-920C-DC22075EE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63040"/>
            <a:ext cx="11137392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  <a:p>
            <a:pPr lvl="5"/>
            <a:r>
              <a:rPr lang="en-US" dirty="0"/>
              <a:t>Sixth level </a:t>
            </a:r>
          </a:p>
          <a:p>
            <a:pPr lvl="6"/>
            <a:r>
              <a:rPr lang="en-US" dirty="0"/>
              <a:t>Seventh level </a:t>
            </a:r>
          </a:p>
          <a:p>
            <a:pPr lvl="7"/>
            <a:r>
              <a:rPr lang="en-US" dirty="0"/>
              <a:t>Eighth level 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Title Placeholder 2">
            <a:extLst>
              <a:ext uri="{FF2B5EF4-FFF2-40B4-BE49-F238E27FC236}">
                <a16:creationId xmlns:a16="http://schemas.microsoft.com/office/drawing/2014/main" id="{F053390A-C5F8-0B44-9BBF-3C865C2C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11137392" cy="6035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EF2240C-C349-C74E-A42B-F47ADF301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48400"/>
            <a:ext cx="9918192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5125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4" r:id="rId1"/>
    <p:sldLayoutId id="2147484406" r:id="rId2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0584" indent="0" algn="l" defTabSz="914446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None/>
        <a:tabLst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182889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78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67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57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46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335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224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224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33E3E-8D56-F848-BDD8-8535A6531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3992" y="6248400"/>
            <a:ext cx="1216152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uk-UA" sz="1200" b="0" i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|</a:t>
            </a:r>
            <a:r>
              <a:rPr lang="en-US" dirty="0"/>
              <a:t> </a:t>
            </a:r>
            <a:fld id="{37D409AB-2201-4E18-8A34-C31753AD9B0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2E40456-9EA0-A847-B1E7-A532516D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63040"/>
            <a:ext cx="11137392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  <a:p>
            <a:pPr lvl="5"/>
            <a:r>
              <a:rPr lang="en-US" dirty="0"/>
              <a:t>Sixth level </a:t>
            </a:r>
          </a:p>
          <a:p>
            <a:pPr lvl="6"/>
            <a:r>
              <a:rPr lang="en-US" dirty="0"/>
              <a:t>Seventh level </a:t>
            </a:r>
          </a:p>
          <a:p>
            <a:pPr lvl="7"/>
            <a:r>
              <a:rPr lang="en-US" dirty="0"/>
              <a:t>Eighth level 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Title Placeholder 2">
            <a:extLst>
              <a:ext uri="{FF2B5EF4-FFF2-40B4-BE49-F238E27FC236}">
                <a16:creationId xmlns:a16="http://schemas.microsoft.com/office/drawing/2014/main" id="{84488C0C-C088-6544-B9CC-6FCF7D5E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760"/>
            <a:ext cx="11137392" cy="6035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FF966A0-C37B-954A-A56F-480BB2BAF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48400"/>
            <a:ext cx="9918192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343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8" r:id="rId1"/>
    <p:sldLayoutId id="2147484410" r:id="rId2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182889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78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67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57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46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335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224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224" indent="-182889" algn="l" defTabSz="914446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93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4904" y="365760"/>
            <a:ext cx="11448288" cy="603504"/>
          </a:xfrm>
        </p:spPr>
        <p:txBody>
          <a:bodyPr/>
          <a:lstStyle/>
          <a:p>
            <a:r>
              <a:rPr lang="en-US" dirty="0"/>
              <a:t>Update on </a:t>
            </a:r>
            <a:r>
              <a:rPr lang="en-US" dirty="0" err="1" smtClean="0"/>
              <a:t>SalesForce</a:t>
            </a:r>
            <a:r>
              <a:rPr lang="en-US" dirty="0" smtClean="0"/>
              <a:t> DevOps</a:t>
            </a:r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smtClean="0"/>
              <a:t>March 26</a:t>
            </a:r>
            <a:r>
              <a:rPr lang="en-US" baseline="30000" dirty="0" smtClean="0"/>
              <a:t>th</a:t>
            </a:r>
            <a:r>
              <a:rPr lang="en-US" dirty="0" smtClean="0"/>
              <a:t>, 2021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381000" y="1039044"/>
            <a:ext cx="5334000" cy="354216"/>
          </a:xfrm>
        </p:spPr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11" name="Text Placeholder 10"/>
          <p:cNvSpPr txBox="1">
            <a:spLocks noGrp="1"/>
          </p:cNvSpPr>
          <p:nvPr>
            <p:ph type="body" sz="quarter" idx="20"/>
          </p:nvPr>
        </p:nvSpPr>
        <p:spPr>
          <a:xfrm>
            <a:off x="400304" y="3813741"/>
            <a:ext cx="502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Risks, Issues and Barriers</a:t>
            </a:r>
          </a:p>
        </p:txBody>
      </p:sp>
      <p:sp>
        <p:nvSpPr>
          <p:cNvPr id="12" name="Text Placeholder 11"/>
          <p:cNvSpPr txBox="1">
            <a:spLocks noGrp="1"/>
          </p:cNvSpPr>
          <p:nvPr>
            <p:ph type="body" sz="quarter" idx="19"/>
          </p:nvPr>
        </p:nvSpPr>
        <p:spPr>
          <a:xfrm>
            <a:off x="6156775" y="3760709"/>
            <a:ext cx="557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Accomplishments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6096000" y="1143000"/>
            <a:ext cx="6096" cy="54864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81000" y="3733800"/>
            <a:ext cx="11442192" cy="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198535" y="1143000"/>
            <a:ext cx="5029200" cy="2194560"/>
          </a:xfrm>
        </p:spPr>
        <p:txBody>
          <a:bodyPr/>
          <a:lstStyle/>
          <a:p>
            <a:r>
              <a:rPr lang="en-US" dirty="0"/>
              <a:t>Roadmap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36979"/>
              </p:ext>
            </p:extLst>
          </p:nvPr>
        </p:nvGraphicFramePr>
        <p:xfrm>
          <a:off x="400304" y="4258037"/>
          <a:ext cx="5522121" cy="11850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42696">
                  <a:extLst>
                    <a:ext uri="{9D8B030D-6E8A-4147-A177-3AD203B41FA5}">
                      <a16:colId xmlns:a16="http://schemas.microsoft.com/office/drawing/2014/main" val="121371606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917435687"/>
                    </a:ext>
                  </a:extLst>
                </a:gridCol>
                <a:gridCol w="2188625">
                  <a:extLst>
                    <a:ext uri="{9D8B030D-6E8A-4147-A177-3AD203B41FA5}">
                      <a16:colId xmlns:a16="http://schemas.microsoft.com/office/drawing/2014/main" val="1956833336"/>
                    </a:ext>
                  </a:extLst>
                </a:gridCol>
              </a:tblGrid>
              <a:tr h="25304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Date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Issue, Risk or Barrier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Mitigation plan</a:t>
                      </a:r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437707236"/>
                  </a:ext>
                </a:extLst>
              </a:tr>
              <a:tr h="25304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Q1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Lack of </a:t>
                      </a:r>
                      <a:r>
                        <a:rPr lang="en-US" sz="1000" dirty="0" err="1" smtClean="0"/>
                        <a:t>SalesForce</a:t>
                      </a:r>
                      <a:r>
                        <a:rPr lang="en-US" sz="1000" dirty="0" smtClean="0"/>
                        <a:t> expertise within Platform</a:t>
                      </a:r>
                      <a:r>
                        <a:rPr lang="en-US" sz="1000" baseline="0" dirty="0" smtClean="0"/>
                        <a:t> Team.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b="0" baseline="0" dirty="0" smtClean="0"/>
                        <a:t>Partnering with HSC and B2B segments to leverage Salesforce expertise on customizations required for integrating </a:t>
                      </a:r>
                      <a:r>
                        <a:rPr lang="en-US" sz="1000" b="0" baseline="0" dirty="0" err="1" smtClean="0"/>
                        <a:t>SecAPI</a:t>
                      </a:r>
                      <a:r>
                        <a:rPr lang="en-US" sz="1000" b="0" baseline="0" dirty="0" smtClean="0"/>
                        <a:t>, </a:t>
                      </a:r>
                      <a:r>
                        <a:rPr lang="en-US" sz="1000" b="0" baseline="0" dirty="0" err="1" smtClean="0"/>
                        <a:t>Grafeas</a:t>
                      </a:r>
                      <a:r>
                        <a:rPr lang="en-US" sz="1000" b="0" baseline="0" dirty="0" smtClean="0"/>
                        <a:t> &amp; </a:t>
                      </a:r>
                      <a:r>
                        <a:rPr lang="en-US" sz="1000" b="0" baseline="0" dirty="0" err="1" smtClean="0"/>
                        <a:t>ServiceNow</a:t>
                      </a:r>
                      <a:endParaRPr lang="en-US" sz="1000" b="0" baseline="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3634811947"/>
                  </a:ext>
                </a:extLst>
              </a:tr>
              <a:tr h="25304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1497738161"/>
                  </a:ext>
                </a:extLst>
              </a:tr>
            </a:tbl>
          </a:graphicData>
        </a:graphic>
      </p:graphicFrame>
      <p:sp>
        <p:nvSpPr>
          <p:cNvPr id="2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374904" y="1493057"/>
            <a:ext cx="5334000" cy="1909203"/>
          </a:xfrm>
        </p:spPr>
        <p:txBody>
          <a:bodyPr/>
          <a:lstStyle/>
          <a:p>
            <a:r>
              <a:rPr lang="en-US" sz="1200" dirty="0" err="1"/>
              <a:t>Copado</a:t>
            </a:r>
            <a:r>
              <a:rPr lang="en-US" sz="1200" dirty="0"/>
              <a:t> is the 100% Native DevOps Solution for Salesforce Customers running as a managed package on Salesforce, enabling customers to manage their end-to-end release management processes as well as compliance and testing automation requirements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r>
              <a:rPr lang="en-US" sz="1200" dirty="0" smtClean="0"/>
              <a:t>Few major initiatives in progress are:</a:t>
            </a:r>
          </a:p>
          <a:p>
            <a:pPr marL="228600" indent="-228600">
              <a:buAutoNum type="arabicPeriod"/>
            </a:pPr>
            <a:r>
              <a:rPr lang="en-US" sz="1200" dirty="0" smtClean="0"/>
              <a:t>Onboarding of </a:t>
            </a:r>
            <a:r>
              <a:rPr lang="en-US" sz="1200" dirty="0" err="1" smtClean="0"/>
              <a:t>CarePlus</a:t>
            </a:r>
            <a:r>
              <a:rPr lang="en-US" sz="1200" dirty="0" smtClean="0"/>
              <a:t> and CDO as new Orgs, within Humana governance Org</a:t>
            </a:r>
          </a:p>
          <a:p>
            <a:pPr marL="228600" indent="-228600">
              <a:buAutoNum type="arabicPeriod"/>
            </a:pPr>
            <a:r>
              <a:rPr lang="en-US" sz="1200" dirty="0" smtClean="0"/>
              <a:t>CRM Services adopting platform – Attempt #2</a:t>
            </a:r>
          </a:p>
          <a:p>
            <a:pPr marL="228600" indent="-228600">
              <a:buAutoNum type="arabicPeriod"/>
            </a:pPr>
            <a:r>
              <a:rPr lang="en-US" sz="1200" dirty="0" smtClean="0"/>
              <a:t>Certified </a:t>
            </a:r>
            <a:r>
              <a:rPr lang="en-US" sz="1200" dirty="0" err="1" smtClean="0"/>
              <a:t>Copado</a:t>
            </a:r>
            <a:r>
              <a:rPr lang="en-US" sz="1200" dirty="0" smtClean="0"/>
              <a:t> Pipelines for Release Management using GLAPI and </a:t>
            </a:r>
            <a:r>
              <a:rPr lang="en-US" sz="1200" dirty="0" err="1" smtClean="0"/>
              <a:t>ServiceNow</a:t>
            </a:r>
            <a:endParaRPr lang="en-US" sz="1200" dirty="0" smtClean="0"/>
          </a:p>
          <a:p>
            <a:pPr marL="228600" indent="-228600">
              <a:buAutoNum type="arabicPeriod"/>
            </a:pPr>
            <a:r>
              <a:rPr lang="en-US" sz="1200" dirty="0" smtClean="0"/>
              <a:t>Standardization on key components across various Orgs</a:t>
            </a:r>
            <a:endParaRPr lang="en-US" sz="1200" dirty="0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156775" y="4194741"/>
            <a:ext cx="5334000" cy="212986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New Environment: </a:t>
            </a:r>
            <a:r>
              <a:rPr lang="en-US" sz="1200" dirty="0" err="1" smtClean="0"/>
              <a:t>CopadoTrn</a:t>
            </a:r>
            <a:r>
              <a:rPr lang="en-US" sz="1200" dirty="0" smtClean="0"/>
              <a:t> | </a:t>
            </a:r>
            <a:r>
              <a:rPr lang="en-US" sz="1200" dirty="0" err="1" smtClean="0"/>
              <a:t>CopadoDev</a:t>
            </a:r>
            <a:r>
              <a:rPr lang="en-US" sz="1200" dirty="0" smtClean="0"/>
              <a:t> rolled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More than 95% of </a:t>
            </a:r>
            <a:r>
              <a:rPr lang="en-US" sz="1200" dirty="0" err="1" smtClean="0"/>
              <a:t>Copado</a:t>
            </a:r>
            <a:r>
              <a:rPr lang="en-US" sz="1200" dirty="0" smtClean="0"/>
              <a:t> Users are fully trained on platform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Platform upgraded to latest release Winter ’21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Health Checks in progress with various Salesforce Orgs using </a:t>
            </a:r>
            <a:r>
              <a:rPr lang="en-US" sz="1200" dirty="0" err="1" smtClean="0"/>
              <a:t>Copado</a:t>
            </a:r>
            <a:r>
              <a:rPr lang="en-US" sz="1200" dirty="0" smtClean="0"/>
              <a:t>, in partnership with </a:t>
            </a:r>
            <a:r>
              <a:rPr lang="en-US" sz="1200" dirty="0" err="1" smtClean="0"/>
              <a:t>Copado</a:t>
            </a:r>
            <a:r>
              <a:rPr lang="en-US" sz="1200" dirty="0" smtClean="0"/>
              <a:t> Program Architect</a:t>
            </a:r>
          </a:p>
          <a:p>
            <a:endParaRPr lang="en-US" sz="1200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472384"/>
              </p:ext>
            </p:extLst>
          </p:nvPr>
        </p:nvGraphicFramePr>
        <p:xfrm>
          <a:off x="6209446" y="1457916"/>
          <a:ext cx="5522121" cy="2256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754">
                  <a:extLst>
                    <a:ext uri="{9D8B030D-6E8A-4147-A177-3AD203B41FA5}">
                      <a16:colId xmlns:a16="http://schemas.microsoft.com/office/drawing/2014/main" val="121371606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17435687"/>
                    </a:ext>
                  </a:extLst>
                </a:gridCol>
                <a:gridCol w="1063567">
                  <a:extLst>
                    <a:ext uri="{9D8B030D-6E8A-4147-A177-3AD203B41FA5}">
                      <a16:colId xmlns:a16="http://schemas.microsoft.com/office/drawing/2014/main" val="1956833336"/>
                    </a:ext>
                  </a:extLst>
                </a:gridCol>
              </a:tblGrid>
              <a:tr h="242968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Milestone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Date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Status</a:t>
                      </a:r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437707236"/>
                  </a:ext>
                </a:extLst>
              </a:tr>
              <a:tr h="20028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New Dev &amp; Training Environments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Q1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Complete</a:t>
                      </a:r>
                      <a:endParaRPr lang="en-US" sz="1000" b="1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3634811947"/>
                  </a:ext>
                </a:extLst>
              </a:tr>
              <a:tr h="20028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Platform Upgrade Winter '21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Q1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Complete</a:t>
                      </a:r>
                      <a:endParaRPr lang="en-US" sz="1000" b="1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1497738161"/>
                  </a:ext>
                </a:extLst>
              </a:tr>
              <a:tr h="20028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Redefining access within Azure ADs for </a:t>
                      </a:r>
                      <a:r>
                        <a:rPr lang="en-US" sz="1000" dirty="0" err="1" smtClean="0"/>
                        <a:t>Copado</a:t>
                      </a:r>
                      <a:r>
                        <a:rPr lang="en-US" sz="1000" dirty="0" smtClean="0"/>
                        <a:t> users 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Q1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In Progress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3607045112"/>
                  </a:ext>
                </a:extLst>
              </a:tr>
              <a:tr h="200283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Grafeas</a:t>
                      </a:r>
                      <a:r>
                        <a:rPr lang="en-US" sz="1000" dirty="0" smtClean="0"/>
                        <a:t> </a:t>
                      </a:r>
                      <a:r>
                        <a:rPr lang="en-US" sz="1000" dirty="0" smtClean="0"/>
                        <a:t>for </a:t>
                      </a:r>
                      <a:r>
                        <a:rPr lang="en-US" sz="1000" dirty="0" smtClean="0"/>
                        <a:t>Code </a:t>
                      </a:r>
                      <a:r>
                        <a:rPr lang="en-US" sz="1000" dirty="0" smtClean="0"/>
                        <a:t>Coverage | </a:t>
                      </a:r>
                      <a:r>
                        <a:rPr lang="en-US" sz="1000" dirty="0" err="1" smtClean="0"/>
                        <a:t>SecAPI</a:t>
                      </a:r>
                      <a:r>
                        <a:rPr lang="en-US" sz="1000" baseline="0" dirty="0" smtClean="0"/>
                        <a:t> for Security scanning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Q2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In Progress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3298493785"/>
                  </a:ext>
                </a:extLst>
              </a:tr>
              <a:tr h="200283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GLAPI Integration - Certified Pipeline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Q2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In Progress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2664209878"/>
                  </a:ext>
                </a:extLst>
              </a:tr>
              <a:tr h="200283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Standardizations - Back Promotions, Code Coverage, </a:t>
                      </a:r>
                      <a:r>
                        <a:rPr lang="en-US" sz="1000" dirty="0" err="1" smtClean="0"/>
                        <a:t>CheckMarx</a:t>
                      </a:r>
                      <a:r>
                        <a:rPr lang="en-US" sz="1000" dirty="0" smtClean="0"/>
                        <a:t> Usage, Org Sync, Connection Behaviors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Q2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To Start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1126478207"/>
                  </a:ext>
                </a:extLst>
              </a:tr>
              <a:tr h="342566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SNOW Integration - Automated Change creation for Release</a:t>
                      </a:r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Q2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To</a:t>
                      </a:r>
                      <a:r>
                        <a:rPr lang="en-US" sz="1000" baseline="0" dirty="0" smtClean="0"/>
                        <a:t> Start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2901207134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TOSCA Integration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Q3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To Start</a:t>
                      </a:r>
                      <a:endParaRPr lang="en-US" sz="1000" dirty="0"/>
                    </a:p>
                  </a:txBody>
                  <a:tcPr marL="62124" marR="62124" marT="31062" marB="31062"/>
                </a:tc>
                <a:extLst>
                  <a:ext uri="{0D108BD9-81ED-4DB2-BD59-A6C34878D82A}">
                    <a16:rowId xmlns:a16="http://schemas.microsoft.com/office/drawing/2014/main" val="2375513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871372"/>
      </p:ext>
    </p:extLst>
  </p:cSld>
  <p:clrMapOvr>
    <a:masterClrMapping/>
  </p:clrMapOvr>
</p:sld>
</file>

<file path=ppt/theme/theme1.xml><?xml version="1.0" encoding="utf-8"?>
<a:theme xmlns:a="http://schemas.openxmlformats.org/drawingml/2006/main" name="HUMANA - TITLE SLIDES - WHITE">
  <a:themeElements>
    <a:clrScheme name="HUMANA PRIM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E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612066"/>
      </a:accent5>
      <a:accent6>
        <a:srgbClr val="AE0061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5D2F8A4D-CF3A-5E46-B095-5BF9E5515978}"/>
    </a:ext>
  </a:extLst>
</a:theme>
</file>

<file path=ppt/theme/theme2.xml><?xml version="1.0" encoding="utf-8"?>
<a:theme xmlns:a="http://schemas.openxmlformats.org/drawingml/2006/main" name="HUMANA MASTER SLIDES">
  <a:themeElements>
    <a:clrScheme name="HUMANA PRIM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E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612066"/>
      </a:accent5>
      <a:accent6>
        <a:srgbClr val="AE0061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063794B6-B4DB-D143-842C-8CAEEBE3F6EC}"/>
    </a:ext>
  </a:extLst>
</a:theme>
</file>

<file path=ppt/theme/theme3.xml><?xml version="1.0" encoding="utf-8"?>
<a:theme xmlns:a="http://schemas.openxmlformats.org/drawingml/2006/main" name="HUMANA - SECTION SLIDES">
  <a:themeElements>
    <a:clrScheme name="HUMANA PRIM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E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612066"/>
      </a:accent5>
      <a:accent6>
        <a:srgbClr val="AE0061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289C26DA-1EC5-8B47-8DB0-5CD564154DE6}"/>
    </a:ext>
  </a:extLst>
</a:theme>
</file>

<file path=ppt/theme/theme4.xml><?xml version="1.0" encoding="utf-8"?>
<a:theme xmlns:a="http://schemas.openxmlformats.org/drawingml/2006/main" name="HUMANA - SOLID BACKGROUNDS">
  <a:themeElements>
    <a:clrScheme name="HUMANA PRIM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E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612066"/>
      </a:accent5>
      <a:accent6>
        <a:srgbClr val="AE0061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21B99C08-F5A0-1F46-BC72-30196CD20D79}"/>
    </a:ext>
  </a:extLst>
</a:theme>
</file>

<file path=ppt/theme/theme5.xml><?xml version="1.0" encoding="utf-8"?>
<a:theme xmlns:a="http://schemas.openxmlformats.org/drawingml/2006/main" name="HUMANA MASTER SLIDES - SECONDARY COLORS">
  <a:themeElements>
    <a:clrScheme name="HUMANA SECOND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D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FB5373"/>
      </a:accent5>
      <a:accent6>
        <a:srgbClr val="FFC500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EC49759A-896A-6041-A2C2-AB31354F7DB8}"/>
    </a:ext>
  </a:extLst>
</a:theme>
</file>

<file path=ppt/theme/theme6.xml><?xml version="1.0" encoding="utf-8"?>
<a:theme xmlns:a="http://schemas.openxmlformats.org/drawingml/2006/main" name="HUMANA MASTER SLIDES - TERTIARY COLORS">
  <a:themeElements>
    <a:clrScheme name="HUMANA SECOND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D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FB5373"/>
      </a:accent5>
      <a:accent6>
        <a:srgbClr val="FFC500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D0CB8DC3-8675-BD48-B215-E44C369F5358}"/>
    </a:ext>
  </a:extLst>
</a:theme>
</file>

<file path=ppt/theme/theme7.xml><?xml version="1.0" encoding="utf-8"?>
<a:theme xmlns:a="http://schemas.openxmlformats.org/drawingml/2006/main" name="BLANK">
  <a:themeElements>
    <a:clrScheme name="HUMANA PRIMARY">
      <a:dk1>
        <a:srgbClr val="53575A"/>
      </a:dk1>
      <a:lt1>
        <a:srgbClr val="C8C8C8"/>
      </a:lt1>
      <a:dk2>
        <a:srgbClr val="002F57"/>
      </a:dk2>
      <a:lt2>
        <a:srgbClr val="FFFFFF"/>
      </a:lt2>
      <a:accent1>
        <a:srgbClr val="78BE20"/>
      </a:accent1>
      <a:accent2>
        <a:srgbClr val="497728"/>
      </a:accent2>
      <a:accent3>
        <a:srgbClr val="66BAC4"/>
      </a:accent3>
      <a:accent4>
        <a:srgbClr val="007480"/>
      </a:accent4>
      <a:accent5>
        <a:srgbClr val="612066"/>
      </a:accent5>
      <a:accent6>
        <a:srgbClr val="AE0061"/>
      </a:accent6>
      <a:hlink>
        <a:srgbClr val="007480"/>
      </a:hlink>
      <a:folHlink>
        <a:srgbClr val="0074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8286_Enterprise PowerPoint Template Update_Light_49" id="{29CFA6CF-C85A-FD4E-8AF0-04EBF1FC6D1A}" vid="{E70A4294-162E-E246-9373-C58DB7E3345F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04D5648BFB784E81ED1C21915F6D2B" ma:contentTypeVersion="16" ma:contentTypeDescription="Create a new document." ma:contentTypeScope="" ma:versionID="edf71a981cbba7a678b3a11eed09442c">
  <xsd:schema xmlns:xsd="http://www.w3.org/2001/XMLSchema" xmlns:xs="http://www.w3.org/2001/XMLSchema" xmlns:p="http://schemas.microsoft.com/office/2006/metadata/properties" xmlns:ns2="b3440a03-e197-4d93-8960-2b4cb6b3a391" xmlns:ns3="0525d0d8-811f-43c0-80e5-70547b61a235" targetNamespace="http://schemas.microsoft.com/office/2006/metadata/properties" ma:root="true" ma:fieldsID="96e8bbd8beffccfa3cd0d48b46f02879" ns2:_="" ns3:_="">
    <xsd:import namespace="b3440a03-e197-4d93-8960-2b4cb6b3a391"/>
    <xsd:import namespace="0525d0d8-811f-43c0-80e5-70547b61a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40a03-e197-4d93-8960-2b4cb6b3a3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c8387f8-82b2-4441-b1a6-93bd58f47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5d0d8-811f-43c0-80e5-70547b61a23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bbe1eae-2d22-4b5c-9d60-481c5ca461b8}" ma:internalName="TaxCatchAll" ma:showField="CatchAllData" ma:web="0525d0d8-811f-43c0-80e5-70547b61a2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25d0d8-811f-43c0-80e5-70547b61a235" xsi:nil="true"/>
    <lcf76f155ced4ddcb4097134ff3c332f xmlns="b3440a03-e197-4d93-8960-2b4cb6b3a39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3F29D3-19B7-4CDF-814A-B6DA6AAF5C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778EED-57AF-47FB-8969-C5BCFBB13B2E}"/>
</file>

<file path=customXml/itemProps3.xml><?xml version="1.0" encoding="utf-8"?>
<ds:datastoreItem xmlns:ds="http://schemas.openxmlformats.org/officeDocument/2006/customXml" ds:itemID="{CFD38D66-407A-4708-B471-4EE3C8E0866F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73e865bd-da8a-4b41-abf6-a9aecfb762ad"/>
    <ds:schemaRef ds:uri="9309e07c-c544-483a-8af1-0cb152d301e1"/>
    <ds:schemaRef ds:uri="http://schemas.microsoft.com/office/2006/metadata/properties"/>
    <ds:schemaRef ds:uri="http://www.w3.org/XML/1998/namespace"/>
    <ds:schemaRef ds:uri="http://purl.org/dc/dcmitype/"/>
    <ds:schemaRef ds:uri="aa1960e1-d2b7-4556-9158-ff2d86a9ca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Humana_Enterprise_Template_3.1 (3)</Template>
  <TotalTime>1135</TotalTime>
  <Words>264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Calibri Light</vt:lpstr>
      <vt:lpstr>Roboto Condensed</vt:lpstr>
      <vt:lpstr>HUMANA - TITLE SLIDES - WHITE</vt:lpstr>
      <vt:lpstr>HUMANA MASTER SLIDES</vt:lpstr>
      <vt:lpstr>HUMANA - SECTION SLIDES</vt:lpstr>
      <vt:lpstr>HUMANA - SOLID BACKGROUNDS</vt:lpstr>
      <vt:lpstr>HUMANA MASTER SLIDES - SECONDARY COLORS</vt:lpstr>
      <vt:lpstr>HUMANA MASTER SLIDES - TERTIARY COLORS</vt:lpstr>
      <vt:lpstr>BLANK</vt:lpstr>
      <vt:lpstr>Update on SalesForce DevOps for March 26th, 2021</vt:lpstr>
    </vt:vector>
  </TitlesOfParts>
  <Company>Humana,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Kara Blake</dc:creator>
  <cp:lastModifiedBy>Gaurav Jaju</cp:lastModifiedBy>
  <cp:revision>37</cp:revision>
  <cp:lastPrinted>2019-10-21T19:04:23Z</cp:lastPrinted>
  <dcterms:created xsi:type="dcterms:W3CDTF">2020-12-07T19:33:57Z</dcterms:created>
  <dcterms:modified xsi:type="dcterms:W3CDTF">2021-03-26T21:51:53Z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4e2efa30-1efb-4768-b1b3-e1cc584a7c66</vt:lpwstr>
  </property>
  <property fmtid="{D5CDD505-2E9C-101B-9397-08002B2CF9AE}" pid="3" name="HumanaClassification">
    <vt:lpwstr>I</vt:lpwstr>
  </property>
  <property fmtid="{D5CDD505-2E9C-101B-9397-08002B2CF9AE}" pid="4" name="ContentTypeId">
    <vt:lpwstr>0x0101000D04D5648BFB784E81ED1C21915F6D2B</vt:lpwstr>
  </property>
  <property fmtid="{D5CDD505-2E9C-101B-9397-08002B2CF9AE}" pid="5" name="ScannedBy">
    <vt:lpwstr>TCS-ContentScanned</vt:lpwstr>
  </property>
</Properties>
</file>