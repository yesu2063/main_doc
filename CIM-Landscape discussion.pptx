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ags/tag2.xml" ContentType="application/vnd.openxmlformats-officedocument.presentationml.tags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  <p:sldMasterId id="2147483763" r:id="rId5"/>
  </p:sldMasterIdLst>
  <p:notesMasterIdLst>
    <p:notesMasterId r:id="rId11"/>
  </p:notesMasterIdLst>
  <p:sldIdLst>
    <p:sldId id="2147483630" r:id="rId6"/>
    <p:sldId id="2147480514" r:id="rId7"/>
    <p:sldId id="2147483646" r:id="rId8"/>
    <p:sldId id="2147483645" r:id="rId9"/>
    <p:sldId id="2147483647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4034C2-C64B-4009-87A4-DF756A6A1643}">
          <p14:sldIdLst>
            <p14:sldId id="2147483630"/>
            <p14:sldId id="2147480514"/>
            <p14:sldId id="2147483646"/>
            <p14:sldId id="2147483645"/>
            <p14:sldId id="21474836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4D2032-040C-6A83-9D28-507B2BECA3BF}" name="Hayley Wood" initials="HW" userId="S::hwood.ext@ccep.com::547eedbb-ccc4-411f-b5e5-5de6be268dcf" providerId="AD"/>
  <p188:author id="{1E0BFD66-1B00-377C-0FBC-F127C51D43A1}" name="Kashinath, Rajesh" initials="KR" userId="S::rajesh.kashinath@accenture.com::4807584c-eb2b-4f22-a54b-f24ebea9c2b0" providerId="AD"/>
  <p188:author id="{775DE796-313E-1432-6471-488AE254A297}" name="Howlett, Paul S." initials="" userId="S::paul.s.howlett@accenture.com::a7f11cd2-c5ff-46e2-97a4-564b58bd7426" providerId="AD"/>
  <p188:author id="{90F374F6-9FCD-B86C-3FCF-69FCEA59153F}" name="Fiona Mackie" initials="FM" userId="S::fiona.mackie@accenture.com::c9a692dc-5765-4ad9-9d7f-a73997b1d49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1E"/>
    <a:srgbClr val="E30513"/>
    <a:srgbClr val="FF8080"/>
    <a:srgbClr val="FF9BFA"/>
    <a:srgbClr val="FFD700"/>
    <a:srgbClr val="00E6A0"/>
    <a:srgbClr val="463CC8"/>
    <a:srgbClr val="C3FFFF"/>
    <a:srgbClr val="F8AF0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F27E9-5A3B-4193-B4D8-06DC0014C0AC}" v="141" dt="2024-09-05T08:57:41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A8F8D-BEEC-4690-9478-2B16FBC4CC45}" type="datetimeFigureOut">
              <a:rPr lang="es-ES" smtClean="0"/>
              <a:t>05/09/2024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6B725-0CF6-4087-B13D-4684353582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23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BF35EF-0632-464D-BBBE-5D7EECC0E1A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33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BF35EF-0632-464D-BBBE-5D7EECC0E1A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00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0.emf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microsoft.com/office/2007/relationships/hdphoto" Target="../media/hdphoto1.wdp"/><Relationship Id="rId11" Type="http://schemas.openxmlformats.org/officeDocument/2006/relationships/image" Target="../media/image19.sv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0.emf"/><Relationship Id="rId9" Type="http://schemas.openxmlformats.org/officeDocument/2006/relationships/image" Target="../media/image17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36.emf"/><Relationship Id="rId4" Type="http://schemas.openxmlformats.org/officeDocument/2006/relationships/image" Target="../media/image10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0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10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0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10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37.jpeg"/><Relationship Id="rId4" Type="http://schemas.openxmlformats.org/officeDocument/2006/relationships/image" Target="../media/image10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3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2.emf"/><Relationship Id="rId5" Type="http://schemas.openxmlformats.org/officeDocument/2006/relationships/image" Target="../media/image38.jpeg"/><Relationship Id="rId4" Type="http://schemas.openxmlformats.org/officeDocument/2006/relationships/image" Target="../media/image10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39.jpeg"/><Relationship Id="rId4" Type="http://schemas.openxmlformats.org/officeDocument/2006/relationships/image" Target="../media/image10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13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6" Type="http://schemas.openxmlformats.org/officeDocument/2006/relationships/image" Target="../media/image12.emf"/><Relationship Id="rId5" Type="http://schemas.openxmlformats.org/officeDocument/2006/relationships/image" Target="../media/image40.jpeg"/><Relationship Id="rId4" Type="http://schemas.openxmlformats.org/officeDocument/2006/relationships/image" Target="../media/image10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3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6" Type="http://schemas.openxmlformats.org/officeDocument/2006/relationships/image" Target="../media/image12.emf"/><Relationship Id="rId5" Type="http://schemas.openxmlformats.org/officeDocument/2006/relationships/image" Target="../media/image41.jpeg"/><Relationship Id="rId4" Type="http://schemas.openxmlformats.org/officeDocument/2006/relationships/image" Target="../media/image1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[1]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588275-7B24-61FE-F657-721411F8F8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8048" y="0"/>
            <a:ext cx="719590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1F6D59-E64E-1CA3-295A-CFCF36C965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72400" y="385200"/>
            <a:ext cx="2034000" cy="376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1960775"/>
            <a:ext cx="5690272" cy="2858876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74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C6D5-E846-BEC9-2BC8-8AC5D022C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6913" y="5447209"/>
            <a:ext cx="5724526" cy="930024"/>
          </a:xfrm>
        </p:spPr>
        <p:txBody>
          <a:bodyPr anchor="t" anchorCtr="0"/>
          <a:lstStyle>
            <a:lvl1pPr marL="0" indent="0" algn="ctr">
              <a:lnSpc>
                <a:spcPct val="90000"/>
              </a:lnSpc>
              <a:buNone/>
              <a:defRPr sz="2100" b="0" kern="200" spc="-2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C0AC87F-F823-4BA2-8478-6108168ED7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944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[2]">
    <p:bg>
      <p:bgPr>
        <a:solidFill>
          <a:srgbClr val="2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588275-7B24-61FE-F657-721411F8F8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8048" y="0"/>
            <a:ext cx="719590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1F6D59-E64E-1CA3-295A-CFCF36C965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72400" y="385200"/>
            <a:ext cx="2034000" cy="376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1960775"/>
            <a:ext cx="5690272" cy="2858876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74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C6D5-E846-BEC9-2BC8-8AC5D022C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6913" y="5447209"/>
            <a:ext cx="5724526" cy="930024"/>
          </a:xfrm>
        </p:spPr>
        <p:txBody>
          <a:bodyPr anchor="t" anchorCtr="0"/>
          <a:lstStyle>
            <a:lvl1pPr marL="0" indent="0" algn="ctr">
              <a:lnSpc>
                <a:spcPct val="90000"/>
              </a:lnSpc>
              <a:buNone/>
              <a:defRPr sz="2100" b="0" kern="200" spc="-2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7FF1F08-507F-4193-D8CB-24FDA68861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684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[3]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9">
            <a:extLst>
              <a:ext uri="{FF2B5EF4-FFF2-40B4-BE49-F238E27FC236}">
                <a16:creationId xmlns:a16="http://schemas.microsoft.com/office/drawing/2014/main" id="{95402E9B-A3A7-EA06-9364-403A9D3F9889}"/>
              </a:ext>
            </a:extLst>
          </p:cNvPr>
          <p:cNvSpPr>
            <a:spLocks/>
          </p:cNvSpPr>
          <p:nvPr userDrawn="1"/>
        </p:nvSpPr>
        <p:spPr bwMode="auto">
          <a:xfrm>
            <a:off x="9620250" y="0"/>
            <a:ext cx="2571750" cy="6859588"/>
          </a:xfrm>
          <a:custGeom>
            <a:avLst/>
            <a:gdLst>
              <a:gd name="T0" fmla="*/ 575 w 1616"/>
              <a:gd name="T1" fmla="*/ 0 h 4315"/>
              <a:gd name="T2" fmla="*/ 573 w 1616"/>
              <a:gd name="T3" fmla="*/ 7 h 4315"/>
              <a:gd name="T4" fmla="*/ 570 w 1616"/>
              <a:gd name="T5" fmla="*/ 21 h 4315"/>
              <a:gd name="T6" fmla="*/ 533 w 1616"/>
              <a:gd name="T7" fmla="*/ 118 h 4315"/>
              <a:gd name="T8" fmla="*/ 340 w 1616"/>
              <a:gd name="T9" fmla="*/ 621 h 4315"/>
              <a:gd name="T10" fmla="*/ 184 w 1616"/>
              <a:gd name="T11" fmla="*/ 1104 h 4315"/>
              <a:gd name="T12" fmla="*/ 187 w 1616"/>
              <a:gd name="T13" fmla="*/ 1232 h 4315"/>
              <a:gd name="T14" fmla="*/ 195 w 1616"/>
              <a:gd name="T15" fmla="*/ 1307 h 4315"/>
              <a:gd name="T16" fmla="*/ 178 w 1616"/>
              <a:gd name="T17" fmla="*/ 1393 h 4315"/>
              <a:gd name="T18" fmla="*/ 82 w 1616"/>
              <a:gd name="T19" fmla="*/ 1844 h 4315"/>
              <a:gd name="T20" fmla="*/ 26 w 1616"/>
              <a:gd name="T21" fmla="*/ 2255 h 4315"/>
              <a:gd name="T22" fmla="*/ 6 w 1616"/>
              <a:gd name="T23" fmla="*/ 2565 h 4315"/>
              <a:gd name="T24" fmla="*/ 13 w 1616"/>
              <a:gd name="T25" fmla="*/ 3005 h 4315"/>
              <a:gd name="T26" fmla="*/ 40 w 1616"/>
              <a:gd name="T27" fmla="*/ 3276 h 4315"/>
              <a:gd name="T28" fmla="*/ 28 w 1616"/>
              <a:gd name="T29" fmla="*/ 3438 h 4315"/>
              <a:gd name="T30" fmla="*/ 10 w 1616"/>
              <a:gd name="T31" fmla="*/ 3570 h 4315"/>
              <a:gd name="T32" fmla="*/ 40 w 1616"/>
              <a:gd name="T33" fmla="*/ 3877 h 4315"/>
              <a:gd name="T34" fmla="*/ 87 w 1616"/>
              <a:gd name="T35" fmla="*/ 4251 h 4315"/>
              <a:gd name="T36" fmla="*/ 97 w 1616"/>
              <a:gd name="T37" fmla="*/ 4314 h 4315"/>
              <a:gd name="T38" fmla="*/ 130 w 1616"/>
              <a:gd name="T39" fmla="*/ 4314 h 4315"/>
              <a:gd name="T40" fmla="*/ 1585 w 1616"/>
              <a:gd name="T41" fmla="*/ 4314 h 4315"/>
              <a:gd name="T42" fmla="*/ 1616 w 1616"/>
              <a:gd name="T43" fmla="*/ 4315 h 4315"/>
              <a:gd name="T44" fmla="*/ 1616 w 1616"/>
              <a:gd name="T45" fmla="*/ 0 h 4315"/>
              <a:gd name="T46" fmla="*/ 575 w 1616"/>
              <a:gd name="T47" fmla="*/ 0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616" h="4315">
                <a:moveTo>
                  <a:pt x="575" y="0"/>
                </a:moveTo>
                <a:cubicBezTo>
                  <a:pt x="575" y="3"/>
                  <a:pt x="574" y="5"/>
                  <a:pt x="573" y="7"/>
                </a:cubicBezTo>
                <a:cubicBezTo>
                  <a:pt x="572" y="12"/>
                  <a:pt x="571" y="17"/>
                  <a:pt x="570" y="21"/>
                </a:cubicBezTo>
                <a:cubicBezTo>
                  <a:pt x="558" y="53"/>
                  <a:pt x="546" y="86"/>
                  <a:pt x="533" y="118"/>
                </a:cubicBezTo>
                <a:cubicBezTo>
                  <a:pt x="469" y="286"/>
                  <a:pt x="405" y="454"/>
                  <a:pt x="340" y="621"/>
                </a:cubicBezTo>
                <a:cubicBezTo>
                  <a:pt x="279" y="779"/>
                  <a:pt x="229" y="941"/>
                  <a:pt x="184" y="1104"/>
                </a:cubicBezTo>
                <a:cubicBezTo>
                  <a:pt x="172" y="1147"/>
                  <a:pt x="170" y="1189"/>
                  <a:pt x="187" y="1232"/>
                </a:cubicBezTo>
                <a:cubicBezTo>
                  <a:pt x="196" y="1256"/>
                  <a:pt x="200" y="1282"/>
                  <a:pt x="195" y="1307"/>
                </a:cubicBezTo>
                <a:cubicBezTo>
                  <a:pt x="190" y="1336"/>
                  <a:pt x="185" y="1365"/>
                  <a:pt x="178" y="1393"/>
                </a:cubicBezTo>
                <a:cubicBezTo>
                  <a:pt x="141" y="1542"/>
                  <a:pt x="108" y="1692"/>
                  <a:pt x="82" y="1844"/>
                </a:cubicBezTo>
                <a:cubicBezTo>
                  <a:pt x="58" y="1980"/>
                  <a:pt x="38" y="2117"/>
                  <a:pt x="26" y="2255"/>
                </a:cubicBezTo>
                <a:cubicBezTo>
                  <a:pt x="18" y="2358"/>
                  <a:pt x="9" y="2462"/>
                  <a:pt x="6" y="2565"/>
                </a:cubicBezTo>
                <a:cubicBezTo>
                  <a:pt x="0" y="2712"/>
                  <a:pt x="1" y="2859"/>
                  <a:pt x="13" y="3005"/>
                </a:cubicBezTo>
                <a:cubicBezTo>
                  <a:pt x="20" y="3096"/>
                  <a:pt x="29" y="3186"/>
                  <a:pt x="40" y="3276"/>
                </a:cubicBezTo>
                <a:cubicBezTo>
                  <a:pt x="47" y="3331"/>
                  <a:pt x="47" y="3384"/>
                  <a:pt x="28" y="3438"/>
                </a:cubicBezTo>
                <a:cubicBezTo>
                  <a:pt x="12" y="3480"/>
                  <a:pt x="6" y="3525"/>
                  <a:pt x="10" y="3570"/>
                </a:cubicBezTo>
                <a:cubicBezTo>
                  <a:pt x="20" y="3673"/>
                  <a:pt x="28" y="3775"/>
                  <a:pt x="40" y="3877"/>
                </a:cubicBezTo>
                <a:cubicBezTo>
                  <a:pt x="54" y="4002"/>
                  <a:pt x="71" y="4127"/>
                  <a:pt x="87" y="4251"/>
                </a:cubicBezTo>
                <a:cubicBezTo>
                  <a:pt x="89" y="4272"/>
                  <a:pt x="93" y="4292"/>
                  <a:pt x="97" y="4314"/>
                </a:cubicBezTo>
                <a:cubicBezTo>
                  <a:pt x="109" y="4314"/>
                  <a:pt x="119" y="4314"/>
                  <a:pt x="130" y="4314"/>
                </a:cubicBezTo>
                <a:cubicBezTo>
                  <a:pt x="615" y="4314"/>
                  <a:pt x="1100" y="4314"/>
                  <a:pt x="1585" y="4314"/>
                </a:cubicBezTo>
                <a:cubicBezTo>
                  <a:pt x="1595" y="4314"/>
                  <a:pt x="1606" y="4315"/>
                  <a:pt x="1616" y="4315"/>
                </a:cubicBezTo>
                <a:cubicBezTo>
                  <a:pt x="1616" y="0"/>
                  <a:pt x="1616" y="0"/>
                  <a:pt x="1616" y="0"/>
                </a:cubicBezTo>
                <a:lnTo>
                  <a:pt x="57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52F0FC94-A82B-653E-626E-B0C961B84A1E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2584451" cy="6859588"/>
          </a:xfrm>
          <a:custGeom>
            <a:avLst/>
            <a:gdLst>
              <a:gd name="T0" fmla="*/ 1557 w 1624"/>
              <a:gd name="T1" fmla="*/ 1938 h 4315"/>
              <a:gd name="T2" fmla="*/ 1437 w 1624"/>
              <a:gd name="T3" fmla="*/ 1362 h 4315"/>
              <a:gd name="T4" fmla="*/ 1436 w 1624"/>
              <a:gd name="T5" fmla="*/ 1235 h 4315"/>
              <a:gd name="T6" fmla="*/ 1430 w 1624"/>
              <a:gd name="T7" fmla="*/ 1053 h 4315"/>
              <a:gd name="T8" fmla="*/ 1250 w 1624"/>
              <a:gd name="T9" fmla="*/ 537 h 4315"/>
              <a:gd name="T10" fmla="*/ 1051 w 1624"/>
              <a:gd name="T11" fmla="*/ 31 h 4315"/>
              <a:gd name="T12" fmla="*/ 1042 w 1624"/>
              <a:gd name="T13" fmla="*/ 5 h 4315"/>
              <a:gd name="T14" fmla="*/ 1042 w 1624"/>
              <a:gd name="T15" fmla="*/ 5 h 4315"/>
              <a:gd name="T16" fmla="*/ 1040 w 1624"/>
              <a:gd name="T17" fmla="*/ 0 h 4315"/>
              <a:gd name="T18" fmla="*/ 0 w 1624"/>
              <a:gd name="T19" fmla="*/ 0 h 4315"/>
              <a:gd name="T20" fmla="*/ 0 w 1624"/>
              <a:gd name="T21" fmla="*/ 4315 h 4315"/>
              <a:gd name="T22" fmla="*/ 32 w 1624"/>
              <a:gd name="T23" fmla="*/ 4314 h 4315"/>
              <a:gd name="T24" fmla="*/ 1489 w 1624"/>
              <a:gd name="T25" fmla="*/ 4314 h 4315"/>
              <a:gd name="T26" fmla="*/ 1521 w 1624"/>
              <a:gd name="T27" fmla="*/ 4314 h 4315"/>
              <a:gd name="T28" fmla="*/ 1528 w 1624"/>
              <a:gd name="T29" fmla="*/ 4265 h 4315"/>
              <a:gd name="T30" fmla="*/ 1572 w 1624"/>
              <a:gd name="T31" fmla="*/ 3958 h 4315"/>
              <a:gd name="T32" fmla="*/ 1610 w 1624"/>
              <a:gd name="T33" fmla="*/ 3687 h 4315"/>
              <a:gd name="T34" fmla="*/ 1585 w 1624"/>
              <a:gd name="T35" fmla="*/ 3403 h 4315"/>
              <a:gd name="T36" fmla="*/ 1578 w 1624"/>
              <a:gd name="T37" fmla="*/ 3317 h 4315"/>
              <a:gd name="T38" fmla="*/ 1621 w 1624"/>
              <a:gd name="T39" fmla="*/ 2814 h 4315"/>
              <a:gd name="T40" fmla="*/ 1599 w 1624"/>
              <a:gd name="T41" fmla="*/ 2288 h 4315"/>
              <a:gd name="T42" fmla="*/ 1557 w 1624"/>
              <a:gd name="T43" fmla="*/ 1938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24" h="4315">
                <a:moveTo>
                  <a:pt x="1557" y="1938"/>
                </a:moveTo>
                <a:cubicBezTo>
                  <a:pt x="1528" y="1744"/>
                  <a:pt x="1488" y="1552"/>
                  <a:pt x="1437" y="1362"/>
                </a:cubicBezTo>
                <a:cubicBezTo>
                  <a:pt x="1425" y="1319"/>
                  <a:pt x="1421" y="1279"/>
                  <a:pt x="1436" y="1235"/>
                </a:cubicBezTo>
                <a:cubicBezTo>
                  <a:pt x="1456" y="1175"/>
                  <a:pt x="1446" y="1113"/>
                  <a:pt x="1430" y="1053"/>
                </a:cubicBezTo>
                <a:cubicBezTo>
                  <a:pt x="1381" y="877"/>
                  <a:pt x="1318" y="707"/>
                  <a:pt x="1250" y="537"/>
                </a:cubicBezTo>
                <a:cubicBezTo>
                  <a:pt x="1184" y="369"/>
                  <a:pt x="1118" y="200"/>
                  <a:pt x="1051" y="31"/>
                </a:cubicBezTo>
                <a:cubicBezTo>
                  <a:pt x="1048" y="23"/>
                  <a:pt x="1046" y="15"/>
                  <a:pt x="1042" y="5"/>
                </a:cubicBezTo>
                <a:cubicBezTo>
                  <a:pt x="1042" y="5"/>
                  <a:pt x="1042" y="5"/>
                  <a:pt x="1042" y="5"/>
                </a:cubicBezTo>
                <a:cubicBezTo>
                  <a:pt x="1042" y="4"/>
                  <a:pt x="1041" y="2"/>
                  <a:pt x="104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315"/>
                  <a:pt x="0" y="4315"/>
                  <a:pt x="0" y="4315"/>
                </a:cubicBezTo>
                <a:cubicBezTo>
                  <a:pt x="11" y="4315"/>
                  <a:pt x="21" y="4314"/>
                  <a:pt x="32" y="4314"/>
                </a:cubicBezTo>
                <a:cubicBezTo>
                  <a:pt x="518" y="4314"/>
                  <a:pt x="1003" y="4314"/>
                  <a:pt x="1489" y="4314"/>
                </a:cubicBezTo>
                <a:cubicBezTo>
                  <a:pt x="1499" y="4314"/>
                  <a:pt x="1510" y="4314"/>
                  <a:pt x="1521" y="4314"/>
                </a:cubicBezTo>
                <a:cubicBezTo>
                  <a:pt x="1524" y="4296"/>
                  <a:pt x="1526" y="4281"/>
                  <a:pt x="1528" y="4265"/>
                </a:cubicBezTo>
                <a:cubicBezTo>
                  <a:pt x="1543" y="4163"/>
                  <a:pt x="1557" y="4061"/>
                  <a:pt x="1572" y="3958"/>
                </a:cubicBezTo>
                <a:cubicBezTo>
                  <a:pt x="1584" y="3868"/>
                  <a:pt x="1596" y="3777"/>
                  <a:pt x="1610" y="3687"/>
                </a:cubicBezTo>
                <a:cubicBezTo>
                  <a:pt x="1624" y="3590"/>
                  <a:pt x="1619" y="3496"/>
                  <a:pt x="1585" y="3403"/>
                </a:cubicBezTo>
                <a:cubicBezTo>
                  <a:pt x="1575" y="3375"/>
                  <a:pt x="1573" y="3346"/>
                  <a:pt x="1578" y="3317"/>
                </a:cubicBezTo>
                <a:cubicBezTo>
                  <a:pt x="1604" y="3150"/>
                  <a:pt x="1618" y="2982"/>
                  <a:pt x="1621" y="2814"/>
                </a:cubicBezTo>
                <a:cubicBezTo>
                  <a:pt x="1624" y="2638"/>
                  <a:pt x="1617" y="2463"/>
                  <a:pt x="1599" y="2288"/>
                </a:cubicBezTo>
                <a:cubicBezTo>
                  <a:pt x="1587" y="2171"/>
                  <a:pt x="1574" y="2054"/>
                  <a:pt x="1557" y="19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1960775"/>
            <a:ext cx="5690272" cy="2858876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74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C6D5-E846-BEC9-2BC8-8AC5D022C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6913" y="5447209"/>
            <a:ext cx="5724526" cy="930024"/>
          </a:xfrm>
        </p:spPr>
        <p:txBody>
          <a:bodyPr anchor="t" anchorCtr="0"/>
          <a:lstStyle>
            <a:lvl1pPr marL="0" indent="0" algn="ctr">
              <a:lnSpc>
                <a:spcPct val="90000"/>
              </a:lnSpc>
              <a:buNone/>
              <a:defRPr sz="2100" b="0" kern="200" spc="-2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14F4B8-4408-0A16-C9CE-F2BB2A99C4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651" y="385742"/>
            <a:ext cx="2034000" cy="3768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3E38FC9-62E7-AAA0-A3CA-E8F0BE0D16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238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[4]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C9D04439-5F66-5840-293C-3F2E8A149543}"/>
              </a:ext>
            </a:extLst>
          </p:cNvPr>
          <p:cNvSpPr>
            <a:spLocks/>
          </p:cNvSpPr>
          <p:nvPr userDrawn="1"/>
        </p:nvSpPr>
        <p:spPr bwMode="auto">
          <a:xfrm>
            <a:off x="1657351" y="0"/>
            <a:ext cx="8877300" cy="6858000"/>
          </a:xfrm>
          <a:custGeom>
            <a:avLst/>
            <a:gdLst>
              <a:gd name="T0" fmla="*/ 4683 w 5592"/>
              <a:gd name="T1" fmla="*/ 4151 h 4320"/>
              <a:gd name="T2" fmla="*/ 4881 w 5592"/>
              <a:gd name="T3" fmla="*/ 3942 h 4320"/>
              <a:gd name="T4" fmla="*/ 5056 w 5592"/>
              <a:gd name="T5" fmla="*/ 3715 h 4320"/>
              <a:gd name="T6" fmla="*/ 5206 w 5592"/>
              <a:gd name="T7" fmla="*/ 3470 h 4320"/>
              <a:gd name="T8" fmla="*/ 5272 w 5592"/>
              <a:gd name="T9" fmla="*/ 3340 h 4320"/>
              <a:gd name="T10" fmla="*/ 5382 w 5592"/>
              <a:gd name="T11" fmla="*/ 3075 h 4320"/>
              <a:gd name="T12" fmla="*/ 5464 w 5592"/>
              <a:gd name="T13" fmla="*/ 2799 h 4320"/>
              <a:gd name="T14" fmla="*/ 5516 w 5592"/>
              <a:gd name="T15" fmla="*/ 2517 h 4320"/>
              <a:gd name="T16" fmla="*/ 5538 w 5592"/>
              <a:gd name="T17" fmla="*/ 2231 h 4320"/>
              <a:gd name="T18" fmla="*/ 5531 w 5592"/>
              <a:gd name="T19" fmla="*/ 1944 h 4320"/>
              <a:gd name="T20" fmla="*/ 5493 w 5592"/>
              <a:gd name="T21" fmla="*/ 1659 h 4320"/>
              <a:gd name="T22" fmla="*/ 5426 w 5592"/>
              <a:gd name="T23" fmla="*/ 1380 h 4320"/>
              <a:gd name="T24" fmla="*/ 5330 w 5592"/>
              <a:gd name="T25" fmla="*/ 1109 h 4320"/>
              <a:gd name="T26" fmla="*/ 5206 w 5592"/>
              <a:gd name="T27" fmla="*/ 850 h 4320"/>
              <a:gd name="T28" fmla="*/ 5056 w 5592"/>
              <a:gd name="T29" fmla="*/ 605 h 4320"/>
              <a:gd name="T30" fmla="*/ 4881 w 5592"/>
              <a:gd name="T31" fmla="*/ 378 h 4320"/>
              <a:gd name="T32" fmla="*/ 4683 w 5592"/>
              <a:gd name="T33" fmla="*/ 169 h 4320"/>
              <a:gd name="T34" fmla="*/ 4552 w 5592"/>
              <a:gd name="T35" fmla="*/ 0 h 4320"/>
              <a:gd name="T36" fmla="*/ 1014 w 5592"/>
              <a:gd name="T37" fmla="*/ 75 h 4320"/>
              <a:gd name="T38" fmla="*/ 805 w 5592"/>
              <a:gd name="T39" fmla="*/ 273 h 4320"/>
              <a:gd name="T40" fmla="*/ 619 w 5592"/>
              <a:gd name="T41" fmla="*/ 491 h 4320"/>
              <a:gd name="T42" fmla="*/ 457 w 5592"/>
              <a:gd name="T43" fmla="*/ 728 h 4320"/>
              <a:gd name="T44" fmla="*/ 320 w 5592"/>
              <a:gd name="T45" fmla="*/ 980 h 4320"/>
              <a:gd name="T46" fmla="*/ 210 w 5592"/>
              <a:gd name="T47" fmla="*/ 1245 h 4320"/>
              <a:gd name="T48" fmla="*/ 166 w 5592"/>
              <a:gd name="T49" fmla="*/ 1380 h 4320"/>
              <a:gd name="T50" fmla="*/ 99 w 5592"/>
              <a:gd name="T51" fmla="*/ 1659 h 4320"/>
              <a:gd name="T52" fmla="*/ 76 w 5592"/>
              <a:gd name="T53" fmla="*/ 1803 h 4320"/>
              <a:gd name="T54" fmla="*/ 54 w 5592"/>
              <a:gd name="T55" fmla="*/ 2089 h 4320"/>
              <a:gd name="T56" fmla="*/ 61 w 5592"/>
              <a:gd name="T57" fmla="*/ 2376 h 4320"/>
              <a:gd name="T58" fmla="*/ 99 w 5592"/>
              <a:gd name="T59" fmla="*/ 2661 h 4320"/>
              <a:gd name="T60" fmla="*/ 128 w 5592"/>
              <a:gd name="T61" fmla="*/ 2799 h 4320"/>
              <a:gd name="T62" fmla="*/ 166 w 5592"/>
              <a:gd name="T63" fmla="*/ 2940 h 4320"/>
              <a:gd name="T64" fmla="*/ 262 w 5592"/>
              <a:gd name="T65" fmla="*/ 3211 h 4320"/>
              <a:gd name="T66" fmla="*/ 320 w 5592"/>
              <a:gd name="T67" fmla="*/ 3340 h 4320"/>
              <a:gd name="T68" fmla="*/ 457 w 5592"/>
              <a:gd name="T69" fmla="*/ 3592 h 4320"/>
              <a:gd name="T70" fmla="*/ 619 w 5592"/>
              <a:gd name="T71" fmla="*/ 3829 h 4320"/>
              <a:gd name="T72" fmla="*/ 805 w 5592"/>
              <a:gd name="T73" fmla="*/ 4047 h 4320"/>
              <a:gd name="T74" fmla="*/ 1014 w 5592"/>
              <a:gd name="T75" fmla="*/ 4245 h 4320"/>
              <a:gd name="T76" fmla="*/ 4552 w 5592"/>
              <a:gd name="T77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92" h="4320">
                <a:moveTo>
                  <a:pt x="4578" y="4245"/>
                </a:moveTo>
                <a:cubicBezTo>
                  <a:pt x="4570" y="4185"/>
                  <a:pt x="4625" y="4136"/>
                  <a:pt x="4683" y="4151"/>
                </a:cubicBezTo>
                <a:cubicBezTo>
                  <a:pt x="4746" y="4167"/>
                  <a:pt x="4803" y="4110"/>
                  <a:pt x="4787" y="4047"/>
                </a:cubicBezTo>
                <a:cubicBezTo>
                  <a:pt x="4772" y="3989"/>
                  <a:pt x="4821" y="3934"/>
                  <a:pt x="4881" y="3942"/>
                </a:cubicBezTo>
                <a:cubicBezTo>
                  <a:pt x="4945" y="3952"/>
                  <a:pt x="4995" y="3889"/>
                  <a:pt x="4973" y="3829"/>
                </a:cubicBezTo>
                <a:cubicBezTo>
                  <a:pt x="4952" y="3772"/>
                  <a:pt x="4995" y="3712"/>
                  <a:pt x="5056" y="3715"/>
                </a:cubicBezTo>
                <a:cubicBezTo>
                  <a:pt x="5120" y="3717"/>
                  <a:pt x="5164" y="3650"/>
                  <a:pt x="5135" y="3592"/>
                </a:cubicBezTo>
                <a:cubicBezTo>
                  <a:pt x="5109" y="3538"/>
                  <a:pt x="5146" y="3474"/>
                  <a:pt x="5206" y="3470"/>
                </a:cubicBezTo>
                <a:cubicBezTo>
                  <a:pt x="5270" y="3466"/>
                  <a:pt x="5307" y="3394"/>
                  <a:pt x="5272" y="3340"/>
                </a:cubicBezTo>
                <a:cubicBezTo>
                  <a:pt x="5272" y="3340"/>
                  <a:pt x="5272" y="3340"/>
                  <a:pt x="5272" y="3340"/>
                </a:cubicBezTo>
                <a:cubicBezTo>
                  <a:pt x="5240" y="3289"/>
                  <a:pt x="5270" y="3221"/>
                  <a:pt x="5330" y="3211"/>
                </a:cubicBezTo>
                <a:cubicBezTo>
                  <a:pt x="5393" y="3200"/>
                  <a:pt x="5422" y="3125"/>
                  <a:pt x="5382" y="3075"/>
                </a:cubicBezTo>
                <a:cubicBezTo>
                  <a:pt x="5345" y="3027"/>
                  <a:pt x="5367" y="2957"/>
                  <a:pt x="5426" y="2940"/>
                </a:cubicBezTo>
                <a:cubicBezTo>
                  <a:pt x="5488" y="2923"/>
                  <a:pt x="5509" y="2845"/>
                  <a:pt x="5464" y="2799"/>
                </a:cubicBezTo>
                <a:cubicBezTo>
                  <a:pt x="5421" y="2756"/>
                  <a:pt x="5437" y="2683"/>
                  <a:pt x="5493" y="2661"/>
                </a:cubicBezTo>
                <a:cubicBezTo>
                  <a:pt x="5553" y="2637"/>
                  <a:pt x="5565" y="2558"/>
                  <a:pt x="5516" y="2517"/>
                </a:cubicBezTo>
                <a:cubicBezTo>
                  <a:pt x="5469" y="2478"/>
                  <a:pt x="5477" y="2405"/>
                  <a:pt x="5531" y="2376"/>
                </a:cubicBezTo>
                <a:cubicBezTo>
                  <a:pt x="5588" y="2346"/>
                  <a:pt x="5592" y="2266"/>
                  <a:pt x="5538" y="2231"/>
                </a:cubicBezTo>
                <a:cubicBezTo>
                  <a:pt x="5488" y="2197"/>
                  <a:pt x="5488" y="2123"/>
                  <a:pt x="5538" y="2089"/>
                </a:cubicBezTo>
                <a:cubicBezTo>
                  <a:pt x="5592" y="2054"/>
                  <a:pt x="5588" y="1974"/>
                  <a:pt x="5531" y="1944"/>
                </a:cubicBezTo>
                <a:cubicBezTo>
                  <a:pt x="5477" y="1915"/>
                  <a:pt x="5469" y="1842"/>
                  <a:pt x="5516" y="1803"/>
                </a:cubicBezTo>
                <a:cubicBezTo>
                  <a:pt x="5565" y="1762"/>
                  <a:pt x="5553" y="1683"/>
                  <a:pt x="5493" y="1659"/>
                </a:cubicBezTo>
                <a:cubicBezTo>
                  <a:pt x="5437" y="1637"/>
                  <a:pt x="5421" y="1564"/>
                  <a:pt x="5464" y="1521"/>
                </a:cubicBezTo>
                <a:cubicBezTo>
                  <a:pt x="5509" y="1475"/>
                  <a:pt x="5488" y="1397"/>
                  <a:pt x="5426" y="1380"/>
                </a:cubicBezTo>
                <a:cubicBezTo>
                  <a:pt x="5367" y="1363"/>
                  <a:pt x="5345" y="1293"/>
                  <a:pt x="5382" y="1245"/>
                </a:cubicBezTo>
                <a:cubicBezTo>
                  <a:pt x="5422" y="1195"/>
                  <a:pt x="5393" y="1120"/>
                  <a:pt x="5330" y="1109"/>
                </a:cubicBezTo>
                <a:cubicBezTo>
                  <a:pt x="5270" y="1099"/>
                  <a:pt x="5240" y="1031"/>
                  <a:pt x="5272" y="980"/>
                </a:cubicBezTo>
                <a:cubicBezTo>
                  <a:pt x="5307" y="926"/>
                  <a:pt x="5270" y="854"/>
                  <a:pt x="5206" y="850"/>
                </a:cubicBezTo>
                <a:cubicBezTo>
                  <a:pt x="5146" y="846"/>
                  <a:pt x="5109" y="782"/>
                  <a:pt x="5135" y="728"/>
                </a:cubicBezTo>
                <a:cubicBezTo>
                  <a:pt x="5164" y="670"/>
                  <a:pt x="5120" y="603"/>
                  <a:pt x="5056" y="605"/>
                </a:cubicBezTo>
                <a:cubicBezTo>
                  <a:pt x="4995" y="608"/>
                  <a:pt x="4952" y="548"/>
                  <a:pt x="4973" y="491"/>
                </a:cubicBezTo>
                <a:cubicBezTo>
                  <a:pt x="4995" y="431"/>
                  <a:pt x="4945" y="368"/>
                  <a:pt x="4881" y="378"/>
                </a:cubicBezTo>
                <a:cubicBezTo>
                  <a:pt x="4821" y="386"/>
                  <a:pt x="4772" y="331"/>
                  <a:pt x="4787" y="273"/>
                </a:cubicBezTo>
                <a:cubicBezTo>
                  <a:pt x="4803" y="210"/>
                  <a:pt x="4746" y="153"/>
                  <a:pt x="4683" y="169"/>
                </a:cubicBezTo>
                <a:cubicBezTo>
                  <a:pt x="4625" y="184"/>
                  <a:pt x="4570" y="135"/>
                  <a:pt x="4578" y="75"/>
                </a:cubicBezTo>
                <a:cubicBezTo>
                  <a:pt x="4583" y="45"/>
                  <a:pt x="4571" y="18"/>
                  <a:pt x="4552" y="0"/>
                </a:cubicBezTo>
                <a:cubicBezTo>
                  <a:pt x="1040" y="0"/>
                  <a:pt x="1040" y="0"/>
                  <a:pt x="1040" y="0"/>
                </a:cubicBezTo>
                <a:cubicBezTo>
                  <a:pt x="1021" y="18"/>
                  <a:pt x="1009" y="45"/>
                  <a:pt x="1014" y="75"/>
                </a:cubicBezTo>
                <a:cubicBezTo>
                  <a:pt x="1022" y="135"/>
                  <a:pt x="967" y="184"/>
                  <a:pt x="909" y="169"/>
                </a:cubicBezTo>
                <a:cubicBezTo>
                  <a:pt x="846" y="153"/>
                  <a:pt x="789" y="210"/>
                  <a:pt x="805" y="273"/>
                </a:cubicBezTo>
                <a:cubicBezTo>
                  <a:pt x="820" y="331"/>
                  <a:pt x="771" y="386"/>
                  <a:pt x="711" y="378"/>
                </a:cubicBezTo>
                <a:cubicBezTo>
                  <a:pt x="647" y="368"/>
                  <a:pt x="597" y="431"/>
                  <a:pt x="619" y="491"/>
                </a:cubicBezTo>
                <a:cubicBezTo>
                  <a:pt x="640" y="548"/>
                  <a:pt x="597" y="608"/>
                  <a:pt x="536" y="605"/>
                </a:cubicBezTo>
                <a:cubicBezTo>
                  <a:pt x="472" y="603"/>
                  <a:pt x="428" y="670"/>
                  <a:pt x="457" y="728"/>
                </a:cubicBezTo>
                <a:cubicBezTo>
                  <a:pt x="483" y="782"/>
                  <a:pt x="446" y="846"/>
                  <a:pt x="386" y="850"/>
                </a:cubicBezTo>
                <a:cubicBezTo>
                  <a:pt x="322" y="854"/>
                  <a:pt x="285" y="926"/>
                  <a:pt x="320" y="980"/>
                </a:cubicBezTo>
                <a:cubicBezTo>
                  <a:pt x="352" y="1031"/>
                  <a:pt x="322" y="1099"/>
                  <a:pt x="262" y="1109"/>
                </a:cubicBezTo>
                <a:cubicBezTo>
                  <a:pt x="199" y="1120"/>
                  <a:pt x="170" y="1195"/>
                  <a:pt x="210" y="1245"/>
                </a:cubicBezTo>
                <a:cubicBezTo>
                  <a:pt x="247" y="1293"/>
                  <a:pt x="225" y="1363"/>
                  <a:pt x="166" y="1380"/>
                </a:cubicBezTo>
                <a:cubicBezTo>
                  <a:pt x="166" y="1380"/>
                  <a:pt x="166" y="1380"/>
                  <a:pt x="166" y="1380"/>
                </a:cubicBezTo>
                <a:cubicBezTo>
                  <a:pt x="104" y="1397"/>
                  <a:pt x="83" y="1475"/>
                  <a:pt x="128" y="1521"/>
                </a:cubicBezTo>
                <a:cubicBezTo>
                  <a:pt x="171" y="1564"/>
                  <a:pt x="155" y="1637"/>
                  <a:pt x="99" y="1659"/>
                </a:cubicBezTo>
                <a:cubicBezTo>
                  <a:pt x="99" y="1659"/>
                  <a:pt x="99" y="1659"/>
                  <a:pt x="99" y="1659"/>
                </a:cubicBezTo>
                <a:cubicBezTo>
                  <a:pt x="39" y="1683"/>
                  <a:pt x="27" y="1762"/>
                  <a:pt x="76" y="1803"/>
                </a:cubicBezTo>
                <a:cubicBezTo>
                  <a:pt x="123" y="1842"/>
                  <a:pt x="115" y="1915"/>
                  <a:pt x="61" y="1944"/>
                </a:cubicBezTo>
                <a:cubicBezTo>
                  <a:pt x="4" y="1974"/>
                  <a:pt x="0" y="2054"/>
                  <a:pt x="54" y="2089"/>
                </a:cubicBezTo>
                <a:cubicBezTo>
                  <a:pt x="104" y="2123"/>
                  <a:pt x="104" y="2197"/>
                  <a:pt x="54" y="2231"/>
                </a:cubicBezTo>
                <a:cubicBezTo>
                  <a:pt x="0" y="2266"/>
                  <a:pt x="4" y="2346"/>
                  <a:pt x="61" y="2376"/>
                </a:cubicBezTo>
                <a:cubicBezTo>
                  <a:pt x="115" y="2405"/>
                  <a:pt x="123" y="2478"/>
                  <a:pt x="76" y="2517"/>
                </a:cubicBezTo>
                <a:cubicBezTo>
                  <a:pt x="27" y="2558"/>
                  <a:pt x="39" y="2637"/>
                  <a:pt x="99" y="2661"/>
                </a:cubicBezTo>
                <a:cubicBezTo>
                  <a:pt x="99" y="2661"/>
                  <a:pt x="99" y="2661"/>
                  <a:pt x="99" y="2661"/>
                </a:cubicBezTo>
                <a:cubicBezTo>
                  <a:pt x="155" y="2683"/>
                  <a:pt x="171" y="2756"/>
                  <a:pt x="128" y="2799"/>
                </a:cubicBezTo>
                <a:cubicBezTo>
                  <a:pt x="83" y="2845"/>
                  <a:pt x="104" y="2923"/>
                  <a:pt x="166" y="2940"/>
                </a:cubicBezTo>
                <a:cubicBezTo>
                  <a:pt x="166" y="2940"/>
                  <a:pt x="166" y="2940"/>
                  <a:pt x="166" y="2940"/>
                </a:cubicBezTo>
                <a:cubicBezTo>
                  <a:pt x="225" y="2957"/>
                  <a:pt x="247" y="3027"/>
                  <a:pt x="210" y="3075"/>
                </a:cubicBezTo>
                <a:cubicBezTo>
                  <a:pt x="170" y="3125"/>
                  <a:pt x="199" y="3200"/>
                  <a:pt x="262" y="3211"/>
                </a:cubicBezTo>
                <a:cubicBezTo>
                  <a:pt x="322" y="3221"/>
                  <a:pt x="352" y="3289"/>
                  <a:pt x="320" y="3340"/>
                </a:cubicBezTo>
                <a:cubicBezTo>
                  <a:pt x="320" y="3340"/>
                  <a:pt x="320" y="3340"/>
                  <a:pt x="320" y="3340"/>
                </a:cubicBezTo>
                <a:cubicBezTo>
                  <a:pt x="285" y="3394"/>
                  <a:pt x="322" y="3466"/>
                  <a:pt x="386" y="3470"/>
                </a:cubicBezTo>
                <a:cubicBezTo>
                  <a:pt x="446" y="3474"/>
                  <a:pt x="483" y="3538"/>
                  <a:pt x="457" y="3592"/>
                </a:cubicBezTo>
                <a:cubicBezTo>
                  <a:pt x="428" y="3650"/>
                  <a:pt x="472" y="3717"/>
                  <a:pt x="536" y="3715"/>
                </a:cubicBezTo>
                <a:cubicBezTo>
                  <a:pt x="597" y="3712"/>
                  <a:pt x="640" y="3772"/>
                  <a:pt x="619" y="3829"/>
                </a:cubicBezTo>
                <a:cubicBezTo>
                  <a:pt x="597" y="3889"/>
                  <a:pt x="647" y="3952"/>
                  <a:pt x="711" y="3942"/>
                </a:cubicBezTo>
                <a:cubicBezTo>
                  <a:pt x="771" y="3934"/>
                  <a:pt x="820" y="3989"/>
                  <a:pt x="805" y="4047"/>
                </a:cubicBezTo>
                <a:cubicBezTo>
                  <a:pt x="789" y="4110"/>
                  <a:pt x="846" y="4167"/>
                  <a:pt x="909" y="4151"/>
                </a:cubicBezTo>
                <a:cubicBezTo>
                  <a:pt x="967" y="4136"/>
                  <a:pt x="1022" y="4185"/>
                  <a:pt x="1014" y="4245"/>
                </a:cubicBezTo>
                <a:cubicBezTo>
                  <a:pt x="1009" y="4275"/>
                  <a:pt x="1021" y="4302"/>
                  <a:pt x="1040" y="4320"/>
                </a:cubicBezTo>
                <a:cubicBezTo>
                  <a:pt x="4552" y="4320"/>
                  <a:pt x="4552" y="4320"/>
                  <a:pt x="4552" y="4320"/>
                </a:cubicBezTo>
                <a:cubicBezTo>
                  <a:pt x="4571" y="4302"/>
                  <a:pt x="4583" y="4275"/>
                  <a:pt x="4578" y="4245"/>
                </a:cubicBez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1960775"/>
            <a:ext cx="5690272" cy="2858876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74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C6D5-E846-BEC9-2BC8-8AC5D022C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6913" y="5447209"/>
            <a:ext cx="5724526" cy="930024"/>
          </a:xfrm>
        </p:spPr>
        <p:txBody>
          <a:bodyPr anchor="t" anchorCtr="0"/>
          <a:lstStyle>
            <a:lvl1pPr marL="0" indent="0" algn="ctr">
              <a:lnSpc>
                <a:spcPct val="90000"/>
              </a:lnSpc>
              <a:buNone/>
              <a:defRPr sz="2100" b="0" kern="200" spc="-2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14F4B8-4408-0A16-C9CE-F2BB2A99C4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651" y="385742"/>
            <a:ext cx="2034000" cy="3768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3F8C5D6-4B9A-2FE3-9514-F8446AF213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83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[5]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C9D04439-5F66-5840-293C-3F2E8A149543}"/>
              </a:ext>
            </a:extLst>
          </p:cNvPr>
          <p:cNvSpPr>
            <a:spLocks/>
          </p:cNvSpPr>
          <p:nvPr userDrawn="1"/>
        </p:nvSpPr>
        <p:spPr bwMode="auto">
          <a:xfrm>
            <a:off x="1657351" y="0"/>
            <a:ext cx="8877300" cy="6858000"/>
          </a:xfrm>
          <a:custGeom>
            <a:avLst/>
            <a:gdLst>
              <a:gd name="T0" fmla="*/ 4683 w 5592"/>
              <a:gd name="T1" fmla="*/ 4151 h 4320"/>
              <a:gd name="T2" fmla="*/ 4881 w 5592"/>
              <a:gd name="T3" fmla="*/ 3942 h 4320"/>
              <a:gd name="T4" fmla="*/ 5056 w 5592"/>
              <a:gd name="T5" fmla="*/ 3715 h 4320"/>
              <a:gd name="T6" fmla="*/ 5206 w 5592"/>
              <a:gd name="T7" fmla="*/ 3470 h 4320"/>
              <a:gd name="T8" fmla="*/ 5272 w 5592"/>
              <a:gd name="T9" fmla="*/ 3340 h 4320"/>
              <a:gd name="T10" fmla="*/ 5382 w 5592"/>
              <a:gd name="T11" fmla="*/ 3075 h 4320"/>
              <a:gd name="T12" fmla="*/ 5464 w 5592"/>
              <a:gd name="T13" fmla="*/ 2799 h 4320"/>
              <a:gd name="T14" fmla="*/ 5516 w 5592"/>
              <a:gd name="T15" fmla="*/ 2517 h 4320"/>
              <a:gd name="T16" fmla="*/ 5538 w 5592"/>
              <a:gd name="T17" fmla="*/ 2231 h 4320"/>
              <a:gd name="T18" fmla="*/ 5531 w 5592"/>
              <a:gd name="T19" fmla="*/ 1944 h 4320"/>
              <a:gd name="T20" fmla="*/ 5493 w 5592"/>
              <a:gd name="T21" fmla="*/ 1659 h 4320"/>
              <a:gd name="T22" fmla="*/ 5426 w 5592"/>
              <a:gd name="T23" fmla="*/ 1380 h 4320"/>
              <a:gd name="T24" fmla="*/ 5330 w 5592"/>
              <a:gd name="T25" fmla="*/ 1109 h 4320"/>
              <a:gd name="T26" fmla="*/ 5206 w 5592"/>
              <a:gd name="T27" fmla="*/ 850 h 4320"/>
              <a:gd name="T28" fmla="*/ 5056 w 5592"/>
              <a:gd name="T29" fmla="*/ 605 h 4320"/>
              <a:gd name="T30" fmla="*/ 4881 w 5592"/>
              <a:gd name="T31" fmla="*/ 378 h 4320"/>
              <a:gd name="T32" fmla="*/ 4683 w 5592"/>
              <a:gd name="T33" fmla="*/ 169 h 4320"/>
              <a:gd name="T34" fmla="*/ 4552 w 5592"/>
              <a:gd name="T35" fmla="*/ 0 h 4320"/>
              <a:gd name="T36" fmla="*/ 1014 w 5592"/>
              <a:gd name="T37" fmla="*/ 75 h 4320"/>
              <a:gd name="T38" fmla="*/ 805 w 5592"/>
              <a:gd name="T39" fmla="*/ 273 h 4320"/>
              <a:gd name="T40" fmla="*/ 619 w 5592"/>
              <a:gd name="T41" fmla="*/ 491 h 4320"/>
              <a:gd name="T42" fmla="*/ 457 w 5592"/>
              <a:gd name="T43" fmla="*/ 728 h 4320"/>
              <a:gd name="T44" fmla="*/ 320 w 5592"/>
              <a:gd name="T45" fmla="*/ 980 h 4320"/>
              <a:gd name="T46" fmla="*/ 210 w 5592"/>
              <a:gd name="T47" fmla="*/ 1245 h 4320"/>
              <a:gd name="T48" fmla="*/ 166 w 5592"/>
              <a:gd name="T49" fmla="*/ 1380 h 4320"/>
              <a:gd name="T50" fmla="*/ 99 w 5592"/>
              <a:gd name="T51" fmla="*/ 1659 h 4320"/>
              <a:gd name="T52" fmla="*/ 76 w 5592"/>
              <a:gd name="T53" fmla="*/ 1803 h 4320"/>
              <a:gd name="T54" fmla="*/ 54 w 5592"/>
              <a:gd name="T55" fmla="*/ 2089 h 4320"/>
              <a:gd name="T56" fmla="*/ 61 w 5592"/>
              <a:gd name="T57" fmla="*/ 2376 h 4320"/>
              <a:gd name="T58" fmla="*/ 99 w 5592"/>
              <a:gd name="T59" fmla="*/ 2661 h 4320"/>
              <a:gd name="T60" fmla="*/ 128 w 5592"/>
              <a:gd name="T61" fmla="*/ 2799 h 4320"/>
              <a:gd name="T62" fmla="*/ 166 w 5592"/>
              <a:gd name="T63" fmla="*/ 2940 h 4320"/>
              <a:gd name="T64" fmla="*/ 262 w 5592"/>
              <a:gd name="T65" fmla="*/ 3211 h 4320"/>
              <a:gd name="T66" fmla="*/ 320 w 5592"/>
              <a:gd name="T67" fmla="*/ 3340 h 4320"/>
              <a:gd name="T68" fmla="*/ 457 w 5592"/>
              <a:gd name="T69" fmla="*/ 3592 h 4320"/>
              <a:gd name="T70" fmla="*/ 619 w 5592"/>
              <a:gd name="T71" fmla="*/ 3829 h 4320"/>
              <a:gd name="T72" fmla="*/ 805 w 5592"/>
              <a:gd name="T73" fmla="*/ 4047 h 4320"/>
              <a:gd name="T74" fmla="*/ 1014 w 5592"/>
              <a:gd name="T75" fmla="*/ 4245 h 4320"/>
              <a:gd name="T76" fmla="*/ 4552 w 5592"/>
              <a:gd name="T77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92" h="4320">
                <a:moveTo>
                  <a:pt x="4578" y="4245"/>
                </a:moveTo>
                <a:cubicBezTo>
                  <a:pt x="4570" y="4185"/>
                  <a:pt x="4625" y="4136"/>
                  <a:pt x="4683" y="4151"/>
                </a:cubicBezTo>
                <a:cubicBezTo>
                  <a:pt x="4746" y="4167"/>
                  <a:pt x="4803" y="4110"/>
                  <a:pt x="4787" y="4047"/>
                </a:cubicBezTo>
                <a:cubicBezTo>
                  <a:pt x="4772" y="3989"/>
                  <a:pt x="4821" y="3934"/>
                  <a:pt x="4881" y="3942"/>
                </a:cubicBezTo>
                <a:cubicBezTo>
                  <a:pt x="4945" y="3952"/>
                  <a:pt x="4995" y="3889"/>
                  <a:pt x="4973" y="3829"/>
                </a:cubicBezTo>
                <a:cubicBezTo>
                  <a:pt x="4952" y="3772"/>
                  <a:pt x="4995" y="3712"/>
                  <a:pt x="5056" y="3715"/>
                </a:cubicBezTo>
                <a:cubicBezTo>
                  <a:pt x="5120" y="3717"/>
                  <a:pt x="5164" y="3650"/>
                  <a:pt x="5135" y="3592"/>
                </a:cubicBezTo>
                <a:cubicBezTo>
                  <a:pt x="5109" y="3538"/>
                  <a:pt x="5146" y="3474"/>
                  <a:pt x="5206" y="3470"/>
                </a:cubicBezTo>
                <a:cubicBezTo>
                  <a:pt x="5270" y="3466"/>
                  <a:pt x="5307" y="3394"/>
                  <a:pt x="5272" y="3340"/>
                </a:cubicBezTo>
                <a:cubicBezTo>
                  <a:pt x="5272" y="3340"/>
                  <a:pt x="5272" y="3340"/>
                  <a:pt x="5272" y="3340"/>
                </a:cubicBezTo>
                <a:cubicBezTo>
                  <a:pt x="5240" y="3289"/>
                  <a:pt x="5270" y="3221"/>
                  <a:pt x="5330" y="3211"/>
                </a:cubicBezTo>
                <a:cubicBezTo>
                  <a:pt x="5393" y="3200"/>
                  <a:pt x="5422" y="3125"/>
                  <a:pt x="5382" y="3075"/>
                </a:cubicBezTo>
                <a:cubicBezTo>
                  <a:pt x="5345" y="3027"/>
                  <a:pt x="5367" y="2957"/>
                  <a:pt x="5426" y="2940"/>
                </a:cubicBezTo>
                <a:cubicBezTo>
                  <a:pt x="5488" y="2923"/>
                  <a:pt x="5509" y="2845"/>
                  <a:pt x="5464" y="2799"/>
                </a:cubicBezTo>
                <a:cubicBezTo>
                  <a:pt x="5421" y="2756"/>
                  <a:pt x="5437" y="2683"/>
                  <a:pt x="5493" y="2661"/>
                </a:cubicBezTo>
                <a:cubicBezTo>
                  <a:pt x="5553" y="2637"/>
                  <a:pt x="5565" y="2558"/>
                  <a:pt x="5516" y="2517"/>
                </a:cubicBezTo>
                <a:cubicBezTo>
                  <a:pt x="5469" y="2478"/>
                  <a:pt x="5477" y="2405"/>
                  <a:pt x="5531" y="2376"/>
                </a:cubicBezTo>
                <a:cubicBezTo>
                  <a:pt x="5588" y="2346"/>
                  <a:pt x="5592" y="2266"/>
                  <a:pt x="5538" y="2231"/>
                </a:cubicBezTo>
                <a:cubicBezTo>
                  <a:pt x="5488" y="2197"/>
                  <a:pt x="5488" y="2123"/>
                  <a:pt x="5538" y="2089"/>
                </a:cubicBezTo>
                <a:cubicBezTo>
                  <a:pt x="5592" y="2054"/>
                  <a:pt x="5588" y="1974"/>
                  <a:pt x="5531" y="1944"/>
                </a:cubicBezTo>
                <a:cubicBezTo>
                  <a:pt x="5477" y="1915"/>
                  <a:pt x="5469" y="1842"/>
                  <a:pt x="5516" y="1803"/>
                </a:cubicBezTo>
                <a:cubicBezTo>
                  <a:pt x="5565" y="1762"/>
                  <a:pt x="5553" y="1683"/>
                  <a:pt x="5493" y="1659"/>
                </a:cubicBezTo>
                <a:cubicBezTo>
                  <a:pt x="5437" y="1637"/>
                  <a:pt x="5421" y="1564"/>
                  <a:pt x="5464" y="1521"/>
                </a:cubicBezTo>
                <a:cubicBezTo>
                  <a:pt x="5509" y="1475"/>
                  <a:pt x="5488" y="1397"/>
                  <a:pt x="5426" y="1380"/>
                </a:cubicBezTo>
                <a:cubicBezTo>
                  <a:pt x="5367" y="1363"/>
                  <a:pt x="5345" y="1293"/>
                  <a:pt x="5382" y="1245"/>
                </a:cubicBezTo>
                <a:cubicBezTo>
                  <a:pt x="5422" y="1195"/>
                  <a:pt x="5393" y="1120"/>
                  <a:pt x="5330" y="1109"/>
                </a:cubicBezTo>
                <a:cubicBezTo>
                  <a:pt x="5270" y="1099"/>
                  <a:pt x="5240" y="1031"/>
                  <a:pt x="5272" y="980"/>
                </a:cubicBezTo>
                <a:cubicBezTo>
                  <a:pt x="5307" y="926"/>
                  <a:pt x="5270" y="854"/>
                  <a:pt x="5206" y="850"/>
                </a:cubicBezTo>
                <a:cubicBezTo>
                  <a:pt x="5146" y="846"/>
                  <a:pt x="5109" y="782"/>
                  <a:pt x="5135" y="728"/>
                </a:cubicBezTo>
                <a:cubicBezTo>
                  <a:pt x="5164" y="670"/>
                  <a:pt x="5120" y="603"/>
                  <a:pt x="5056" y="605"/>
                </a:cubicBezTo>
                <a:cubicBezTo>
                  <a:pt x="4995" y="608"/>
                  <a:pt x="4952" y="548"/>
                  <a:pt x="4973" y="491"/>
                </a:cubicBezTo>
                <a:cubicBezTo>
                  <a:pt x="4995" y="431"/>
                  <a:pt x="4945" y="368"/>
                  <a:pt x="4881" y="378"/>
                </a:cubicBezTo>
                <a:cubicBezTo>
                  <a:pt x="4821" y="386"/>
                  <a:pt x="4772" y="331"/>
                  <a:pt x="4787" y="273"/>
                </a:cubicBezTo>
                <a:cubicBezTo>
                  <a:pt x="4803" y="210"/>
                  <a:pt x="4746" y="153"/>
                  <a:pt x="4683" y="169"/>
                </a:cubicBezTo>
                <a:cubicBezTo>
                  <a:pt x="4625" y="184"/>
                  <a:pt x="4570" y="135"/>
                  <a:pt x="4578" y="75"/>
                </a:cubicBezTo>
                <a:cubicBezTo>
                  <a:pt x="4583" y="45"/>
                  <a:pt x="4571" y="18"/>
                  <a:pt x="4552" y="0"/>
                </a:cubicBezTo>
                <a:cubicBezTo>
                  <a:pt x="1040" y="0"/>
                  <a:pt x="1040" y="0"/>
                  <a:pt x="1040" y="0"/>
                </a:cubicBezTo>
                <a:cubicBezTo>
                  <a:pt x="1021" y="18"/>
                  <a:pt x="1009" y="45"/>
                  <a:pt x="1014" y="75"/>
                </a:cubicBezTo>
                <a:cubicBezTo>
                  <a:pt x="1022" y="135"/>
                  <a:pt x="967" y="184"/>
                  <a:pt x="909" y="169"/>
                </a:cubicBezTo>
                <a:cubicBezTo>
                  <a:pt x="846" y="153"/>
                  <a:pt x="789" y="210"/>
                  <a:pt x="805" y="273"/>
                </a:cubicBezTo>
                <a:cubicBezTo>
                  <a:pt x="820" y="331"/>
                  <a:pt x="771" y="386"/>
                  <a:pt x="711" y="378"/>
                </a:cubicBezTo>
                <a:cubicBezTo>
                  <a:pt x="647" y="368"/>
                  <a:pt x="597" y="431"/>
                  <a:pt x="619" y="491"/>
                </a:cubicBezTo>
                <a:cubicBezTo>
                  <a:pt x="640" y="548"/>
                  <a:pt x="597" y="608"/>
                  <a:pt x="536" y="605"/>
                </a:cubicBezTo>
                <a:cubicBezTo>
                  <a:pt x="472" y="603"/>
                  <a:pt x="428" y="670"/>
                  <a:pt x="457" y="728"/>
                </a:cubicBezTo>
                <a:cubicBezTo>
                  <a:pt x="483" y="782"/>
                  <a:pt x="446" y="846"/>
                  <a:pt x="386" y="850"/>
                </a:cubicBezTo>
                <a:cubicBezTo>
                  <a:pt x="322" y="854"/>
                  <a:pt x="285" y="926"/>
                  <a:pt x="320" y="980"/>
                </a:cubicBezTo>
                <a:cubicBezTo>
                  <a:pt x="352" y="1031"/>
                  <a:pt x="322" y="1099"/>
                  <a:pt x="262" y="1109"/>
                </a:cubicBezTo>
                <a:cubicBezTo>
                  <a:pt x="199" y="1120"/>
                  <a:pt x="170" y="1195"/>
                  <a:pt x="210" y="1245"/>
                </a:cubicBezTo>
                <a:cubicBezTo>
                  <a:pt x="247" y="1293"/>
                  <a:pt x="225" y="1363"/>
                  <a:pt x="166" y="1380"/>
                </a:cubicBezTo>
                <a:cubicBezTo>
                  <a:pt x="166" y="1380"/>
                  <a:pt x="166" y="1380"/>
                  <a:pt x="166" y="1380"/>
                </a:cubicBezTo>
                <a:cubicBezTo>
                  <a:pt x="104" y="1397"/>
                  <a:pt x="83" y="1475"/>
                  <a:pt x="128" y="1521"/>
                </a:cubicBezTo>
                <a:cubicBezTo>
                  <a:pt x="171" y="1564"/>
                  <a:pt x="155" y="1637"/>
                  <a:pt x="99" y="1659"/>
                </a:cubicBezTo>
                <a:cubicBezTo>
                  <a:pt x="99" y="1659"/>
                  <a:pt x="99" y="1659"/>
                  <a:pt x="99" y="1659"/>
                </a:cubicBezTo>
                <a:cubicBezTo>
                  <a:pt x="39" y="1683"/>
                  <a:pt x="27" y="1762"/>
                  <a:pt x="76" y="1803"/>
                </a:cubicBezTo>
                <a:cubicBezTo>
                  <a:pt x="123" y="1842"/>
                  <a:pt x="115" y="1915"/>
                  <a:pt x="61" y="1944"/>
                </a:cubicBezTo>
                <a:cubicBezTo>
                  <a:pt x="4" y="1974"/>
                  <a:pt x="0" y="2054"/>
                  <a:pt x="54" y="2089"/>
                </a:cubicBezTo>
                <a:cubicBezTo>
                  <a:pt x="104" y="2123"/>
                  <a:pt x="104" y="2197"/>
                  <a:pt x="54" y="2231"/>
                </a:cubicBezTo>
                <a:cubicBezTo>
                  <a:pt x="0" y="2266"/>
                  <a:pt x="4" y="2346"/>
                  <a:pt x="61" y="2376"/>
                </a:cubicBezTo>
                <a:cubicBezTo>
                  <a:pt x="115" y="2405"/>
                  <a:pt x="123" y="2478"/>
                  <a:pt x="76" y="2517"/>
                </a:cubicBezTo>
                <a:cubicBezTo>
                  <a:pt x="27" y="2558"/>
                  <a:pt x="39" y="2637"/>
                  <a:pt x="99" y="2661"/>
                </a:cubicBezTo>
                <a:cubicBezTo>
                  <a:pt x="99" y="2661"/>
                  <a:pt x="99" y="2661"/>
                  <a:pt x="99" y="2661"/>
                </a:cubicBezTo>
                <a:cubicBezTo>
                  <a:pt x="155" y="2683"/>
                  <a:pt x="171" y="2756"/>
                  <a:pt x="128" y="2799"/>
                </a:cubicBezTo>
                <a:cubicBezTo>
                  <a:pt x="83" y="2845"/>
                  <a:pt x="104" y="2923"/>
                  <a:pt x="166" y="2940"/>
                </a:cubicBezTo>
                <a:cubicBezTo>
                  <a:pt x="166" y="2940"/>
                  <a:pt x="166" y="2940"/>
                  <a:pt x="166" y="2940"/>
                </a:cubicBezTo>
                <a:cubicBezTo>
                  <a:pt x="225" y="2957"/>
                  <a:pt x="247" y="3027"/>
                  <a:pt x="210" y="3075"/>
                </a:cubicBezTo>
                <a:cubicBezTo>
                  <a:pt x="170" y="3125"/>
                  <a:pt x="199" y="3200"/>
                  <a:pt x="262" y="3211"/>
                </a:cubicBezTo>
                <a:cubicBezTo>
                  <a:pt x="322" y="3221"/>
                  <a:pt x="352" y="3289"/>
                  <a:pt x="320" y="3340"/>
                </a:cubicBezTo>
                <a:cubicBezTo>
                  <a:pt x="320" y="3340"/>
                  <a:pt x="320" y="3340"/>
                  <a:pt x="320" y="3340"/>
                </a:cubicBezTo>
                <a:cubicBezTo>
                  <a:pt x="285" y="3394"/>
                  <a:pt x="322" y="3466"/>
                  <a:pt x="386" y="3470"/>
                </a:cubicBezTo>
                <a:cubicBezTo>
                  <a:pt x="446" y="3474"/>
                  <a:pt x="483" y="3538"/>
                  <a:pt x="457" y="3592"/>
                </a:cubicBezTo>
                <a:cubicBezTo>
                  <a:pt x="428" y="3650"/>
                  <a:pt x="472" y="3717"/>
                  <a:pt x="536" y="3715"/>
                </a:cubicBezTo>
                <a:cubicBezTo>
                  <a:pt x="597" y="3712"/>
                  <a:pt x="640" y="3772"/>
                  <a:pt x="619" y="3829"/>
                </a:cubicBezTo>
                <a:cubicBezTo>
                  <a:pt x="597" y="3889"/>
                  <a:pt x="647" y="3952"/>
                  <a:pt x="711" y="3942"/>
                </a:cubicBezTo>
                <a:cubicBezTo>
                  <a:pt x="771" y="3934"/>
                  <a:pt x="820" y="3989"/>
                  <a:pt x="805" y="4047"/>
                </a:cubicBezTo>
                <a:cubicBezTo>
                  <a:pt x="789" y="4110"/>
                  <a:pt x="846" y="4167"/>
                  <a:pt x="909" y="4151"/>
                </a:cubicBezTo>
                <a:cubicBezTo>
                  <a:pt x="967" y="4136"/>
                  <a:pt x="1022" y="4185"/>
                  <a:pt x="1014" y="4245"/>
                </a:cubicBezTo>
                <a:cubicBezTo>
                  <a:pt x="1009" y="4275"/>
                  <a:pt x="1021" y="4302"/>
                  <a:pt x="1040" y="4320"/>
                </a:cubicBezTo>
                <a:cubicBezTo>
                  <a:pt x="4552" y="4320"/>
                  <a:pt x="4552" y="4320"/>
                  <a:pt x="4552" y="4320"/>
                </a:cubicBezTo>
                <a:cubicBezTo>
                  <a:pt x="4571" y="4302"/>
                  <a:pt x="4583" y="4275"/>
                  <a:pt x="4578" y="4245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1960775"/>
            <a:ext cx="5690272" cy="2858876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74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C6D5-E846-BEC9-2BC8-8AC5D022C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6913" y="5447209"/>
            <a:ext cx="5724526" cy="930024"/>
          </a:xfrm>
        </p:spPr>
        <p:txBody>
          <a:bodyPr anchor="t" anchorCtr="0"/>
          <a:lstStyle>
            <a:lvl1pPr marL="0" indent="0" algn="ctr">
              <a:lnSpc>
                <a:spcPct val="90000"/>
              </a:lnSpc>
              <a:buNone/>
              <a:defRPr sz="2100" b="0" kern="200" spc="-2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14F4B8-4408-0A16-C9CE-F2BB2A99C4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651" y="385742"/>
            <a:ext cx="2034000" cy="3768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0E515DF-B9ED-48FF-E31E-8823D5F2AB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548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6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51E31D-1065-7CA0-3D8C-AFECB51133E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150"/>
            <a:ext cx="2576335" cy="6858000"/>
          </a:xfrm>
          <a:custGeom>
            <a:avLst/>
            <a:gdLst>
              <a:gd name="connsiteX0" fmla="*/ 0 w 1539558"/>
              <a:gd name="connsiteY0" fmla="*/ 0 h 4098182"/>
              <a:gd name="connsiteX1" fmla="*/ 1043832 w 1539558"/>
              <a:gd name="connsiteY1" fmla="*/ 0 h 4098182"/>
              <a:gd name="connsiteX2" fmla="*/ 1105569 w 1539558"/>
              <a:gd name="connsiteY2" fmla="*/ 163169 h 4098182"/>
              <a:gd name="connsiteX3" fmla="*/ 1395259 w 1539558"/>
              <a:gd name="connsiteY3" fmla="*/ 981856 h 4098182"/>
              <a:gd name="connsiteX4" fmla="*/ 1380062 w 1539558"/>
              <a:gd name="connsiteY4" fmla="*/ 1201944 h 4098182"/>
              <a:gd name="connsiteX5" fmla="*/ 1382911 w 1539558"/>
              <a:gd name="connsiteY5" fmla="*/ 1219968 h 4098182"/>
              <a:gd name="connsiteX6" fmla="*/ 1381961 w 1539558"/>
              <a:gd name="connsiteY6" fmla="*/ 1220917 h 4098182"/>
              <a:gd name="connsiteX7" fmla="*/ 1527281 w 1539558"/>
              <a:gd name="connsiteY7" fmla="*/ 3177040 h 4098182"/>
              <a:gd name="connsiteX8" fmla="*/ 1512084 w 1539558"/>
              <a:gd name="connsiteY8" fmla="*/ 3257675 h 4098182"/>
              <a:gd name="connsiteX9" fmla="*/ 1538679 w 1539558"/>
              <a:gd name="connsiteY9" fmla="*/ 3412306 h 4098182"/>
              <a:gd name="connsiteX10" fmla="*/ 1457945 w 1539558"/>
              <a:gd name="connsiteY10" fmla="*/ 4098182 h 4098182"/>
              <a:gd name="connsiteX11" fmla="*/ 0 w 1539558"/>
              <a:gd name="connsiteY11" fmla="*/ 4098182 h 4098182"/>
              <a:gd name="connsiteX12" fmla="*/ 0 w 1539558"/>
              <a:gd name="connsiteY12" fmla="*/ 0 h 4098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39558" h="4098182">
                <a:moveTo>
                  <a:pt x="0" y="0"/>
                </a:moveTo>
                <a:cubicBezTo>
                  <a:pt x="1043832" y="0"/>
                  <a:pt x="1043832" y="0"/>
                  <a:pt x="1043832" y="0"/>
                </a:cubicBezTo>
                <a:cubicBezTo>
                  <a:pt x="1063778" y="52176"/>
                  <a:pt x="1083724" y="106249"/>
                  <a:pt x="1105569" y="163169"/>
                </a:cubicBezTo>
                <a:cubicBezTo>
                  <a:pt x="1228093" y="487608"/>
                  <a:pt x="1349668" y="840507"/>
                  <a:pt x="1395259" y="981856"/>
                </a:cubicBezTo>
                <a:cubicBezTo>
                  <a:pt x="1436100" y="1109924"/>
                  <a:pt x="1418054" y="1165895"/>
                  <a:pt x="1380062" y="1201944"/>
                </a:cubicBezTo>
                <a:cubicBezTo>
                  <a:pt x="1381011" y="1207636"/>
                  <a:pt x="1381961" y="1213328"/>
                  <a:pt x="1382911" y="1219968"/>
                </a:cubicBezTo>
                <a:cubicBezTo>
                  <a:pt x="1381961" y="1220917"/>
                  <a:pt x="1381961" y="1220917"/>
                  <a:pt x="1381961" y="1220917"/>
                </a:cubicBezTo>
                <a:cubicBezTo>
                  <a:pt x="1433251" y="1598481"/>
                  <a:pt x="1569072" y="2634410"/>
                  <a:pt x="1527281" y="3177040"/>
                </a:cubicBezTo>
                <a:cubicBezTo>
                  <a:pt x="1523482" y="3189372"/>
                  <a:pt x="1512084" y="3241548"/>
                  <a:pt x="1512084" y="3257675"/>
                </a:cubicBezTo>
                <a:cubicBezTo>
                  <a:pt x="1512084" y="3302262"/>
                  <a:pt x="1545327" y="3335465"/>
                  <a:pt x="1538679" y="3412306"/>
                </a:cubicBezTo>
                <a:cubicBezTo>
                  <a:pt x="1535829" y="3442663"/>
                  <a:pt x="1500686" y="3734848"/>
                  <a:pt x="1457945" y="4098182"/>
                </a:cubicBezTo>
                <a:cubicBezTo>
                  <a:pt x="0" y="4098182"/>
                  <a:pt x="0" y="4098182"/>
                  <a:pt x="0" y="4098182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 tIns="432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1F6D59-E64E-1CA3-295A-CFCF36C965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2400" y="385200"/>
            <a:ext cx="2034000" cy="376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1960775"/>
            <a:ext cx="5690272" cy="2858876"/>
          </a:xfrm>
        </p:spPr>
        <p:txBody>
          <a:bodyPr anchor="ctr" anchorCtr="0"/>
          <a:lstStyle>
            <a:lvl1pPr algn="ctr">
              <a:lnSpc>
                <a:spcPct val="90000"/>
              </a:lnSpc>
              <a:defRPr sz="74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C6D5-E846-BEC9-2BC8-8AC5D022C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36913" y="5447209"/>
            <a:ext cx="5724526" cy="930024"/>
          </a:xfrm>
        </p:spPr>
        <p:txBody>
          <a:bodyPr anchor="t" anchorCtr="0"/>
          <a:lstStyle>
            <a:lvl1pPr marL="0" indent="0" algn="ctr">
              <a:lnSpc>
                <a:spcPct val="90000"/>
              </a:lnSpc>
              <a:buNone/>
              <a:defRPr sz="2100" b="0" kern="200" spc="-2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19ACEBB-B7AD-F927-C6D7-C16AE015D05D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614104" y="-1"/>
            <a:ext cx="2577896" cy="6858000"/>
          </a:xfrm>
          <a:custGeom>
            <a:avLst/>
            <a:gdLst>
              <a:gd name="connsiteX0" fmla="*/ 527628 w 1638635"/>
              <a:gd name="connsiteY0" fmla="*/ 0 h 4359275"/>
              <a:gd name="connsiteX1" fmla="*/ 1638635 w 1638635"/>
              <a:gd name="connsiteY1" fmla="*/ 0 h 4359275"/>
              <a:gd name="connsiteX2" fmla="*/ 1638635 w 1638635"/>
              <a:gd name="connsiteY2" fmla="*/ 4359275 h 4359275"/>
              <a:gd name="connsiteX3" fmla="*/ 86865 w 1638635"/>
              <a:gd name="connsiteY3" fmla="*/ 4359275 h 4359275"/>
              <a:gd name="connsiteX4" fmla="*/ 936 w 1638635"/>
              <a:gd name="connsiteY4" fmla="*/ 3629702 h 4359275"/>
              <a:gd name="connsiteX5" fmla="*/ 29242 w 1638635"/>
              <a:gd name="connsiteY5" fmla="*/ 3465220 h 4359275"/>
              <a:gd name="connsiteX6" fmla="*/ 13067 w 1638635"/>
              <a:gd name="connsiteY6" fmla="*/ 3379447 h 4359275"/>
              <a:gd name="connsiteX7" fmla="*/ 167739 w 1638635"/>
              <a:gd name="connsiteY7" fmla="*/ 1298701 h 4359275"/>
              <a:gd name="connsiteX8" fmla="*/ 166728 w 1638635"/>
              <a:gd name="connsiteY8" fmla="*/ 1297692 h 4359275"/>
              <a:gd name="connsiteX9" fmla="*/ 169760 w 1638635"/>
              <a:gd name="connsiteY9" fmla="*/ 1278519 h 4359275"/>
              <a:gd name="connsiteX10" fmla="*/ 153586 w 1638635"/>
              <a:gd name="connsiteY10" fmla="*/ 1044410 h 4359275"/>
              <a:gd name="connsiteX11" fmla="*/ 461918 w 1638635"/>
              <a:gd name="connsiteY11" fmla="*/ 173564 h 4359275"/>
              <a:gd name="connsiteX12" fmla="*/ 527628 w 1638635"/>
              <a:gd name="connsiteY12" fmla="*/ 0 h 435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38635" h="4359275">
                <a:moveTo>
                  <a:pt x="527628" y="0"/>
                </a:moveTo>
                <a:cubicBezTo>
                  <a:pt x="527628" y="0"/>
                  <a:pt x="527628" y="0"/>
                  <a:pt x="1638635" y="0"/>
                </a:cubicBezTo>
                <a:cubicBezTo>
                  <a:pt x="1638635" y="0"/>
                  <a:pt x="1638635" y="0"/>
                  <a:pt x="1638635" y="4359275"/>
                </a:cubicBezTo>
                <a:cubicBezTo>
                  <a:pt x="1638635" y="4359275"/>
                  <a:pt x="1638635" y="4359275"/>
                  <a:pt x="86865" y="4359275"/>
                </a:cubicBezTo>
                <a:cubicBezTo>
                  <a:pt x="41373" y="3972793"/>
                  <a:pt x="3969" y="3661993"/>
                  <a:pt x="936" y="3629702"/>
                </a:cubicBezTo>
                <a:cubicBezTo>
                  <a:pt x="-6141" y="3547966"/>
                  <a:pt x="29242" y="3512647"/>
                  <a:pt x="29242" y="3465220"/>
                </a:cubicBezTo>
                <a:cubicBezTo>
                  <a:pt x="29242" y="3448066"/>
                  <a:pt x="17111" y="3392566"/>
                  <a:pt x="13067" y="3379447"/>
                </a:cubicBezTo>
                <a:cubicBezTo>
                  <a:pt x="-31414" y="2802247"/>
                  <a:pt x="113149" y="1700319"/>
                  <a:pt x="167739" y="1298701"/>
                </a:cubicBezTo>
                <a:cubicBezTo>
                  <a:pt x="167739" y="1298701"/>
                  <a:pt x="167739" y="1298701"/>
                  <a:pt x="166728" y="1297692"/>
                </a:cubicBezTo>
                <a:cubicBezTo>
                  <a:pt x="167739" y="1290628"/>
                  <a:pt x="168750" y="1284574"/>
                  <a:pt x="169760" y="1278519"/>
                </a:cubicBezTo>
                <a:cubicBezTo>
                  <a:pt x="129323" y="1240173"/>
                  <a:pt x="110116" y="1180637"/>
                  <a:pt x="153586" y="1044410"/>
                </a:cubicBezTo>
                <a:cubicBezTo>
                  <a:pt x="202110" y="894055"/>
                  <a:pt x="331509" y="518673"/>
                  <a:pt x="461918" y="173564"/>
                </a:cubicBezTo>
                <a:cubicBezTo>
                  <a:pt x="485169" y="113018"/>
                  <a:pt x="506399" y="55500"/>
                  <a:pt x="527628" y="0"/>
                </a:cubicBezTo>
                <a:close/>
              </a:path>
            </a:pathLst>
          </a:custGeom>
        </p:spPr>
        <p:txBody>
          <a:bodyPr wrap="square" tIns="432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CD5F1E8-A594-2952-6573-9E33BD0EA9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308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Slide [1]">
    <p:bg>
      <p:bgPr>
        <a:solidFill>
          <a:srgbClr val="C3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297775"/>
            <a:ext cx="11449050" cy="673769"/>
          </a:xfrm>
        </p:spPr>
        <p:txBody>
          <a:bodyPr/>
          <a:lstStyle>
            <a:lvl1pPr>
              <a:defRPr sz="4900" spc="-15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82791-02DA-3171-D064-F8F17722C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276" y="6390420"/>
            <a:ext cx="1324800" cy="24542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0561FD-8B55-7A3C-6C5A-1E1BA6D5E8D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44294" y="1327786"/>
            <a:ext cx="2958044" cy="4477702"/>
          </a:xfrm>
        </p:spPr>
        <p:txBody>
          <a:bodyPr/>
          <a:lstStyle>
            <a:lvl1pPr>
              <a:spcBef>
                <a:spcPts val="2700"/>
              </a:spcBef>
              <a:spcAft>
                <a:spcPts val="400"/>
              </a:spcAft>
              <a:tabLst>
                <a:tab pos="385763" algn="l"/>
              </a:tabLst>
              <a:defRPr b="1"/>
            </a:lvl1pPr>
            <a:lvl2pPr marL="396000" indent="0">
              <a:buNone/>
              <a:tabLst>
                <a:tab pos="2870200" algn="r"/>
              </a:tabLst>
              <a:defRPr/>
            </a:lvl2pPr>
            <a:lvl3pPr marL="396000" indent="0">
              <a:buNone/>
              <a:tabLst>
                <a:tab pos="2870200" algn="r"/>
              </a:tabLst>
              <a:defRPr/>
            </a:lvl3pPr>
            <a:lvl4pPr marL="396000" indent="0">
              <a:buNone/>
              <a:tabLst>
                <a:tab pos="2870200" algn="r"/>
              </a:tabLst>
              <a:defRPr/>
            </a:lvl4pPr>
            <a:lvl5pPr marL="396000" indent="0">
              <a:buNone/>
              <a:tabLst>
                <a:tab pos="2870200" algn="r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7AC5A3-43CC-CD56-7F93-F518653DB3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438" y="1327786"/>
            <a:ext cx="2958044" cy="4477702"/>
          </a:xfrm>
        </p:spPr>
        <p:txBody>
          <a:bodyPr/>
          <a:lstStyle>
            <a:lvl1pPr>
              <a:spcBef>
                <a:spcPts val="2700"/>
              </a:spcBef>
              <a:spcAft>
                <a:spcPts val="400"/>
              </a:spcAft>
              <a:tabLst>
                <a:tab pos="385763" algn="l"/>
              </a:tabLst>
              <a:defRPr b="1"/>
            </a:lvl1pPr>
            <a:lvl2pPr marL="396000" indent="0">
              <a:buNone/>
              <a:tabLst>
                <a:tab pos="2870200" algn="r"/>
              </a:tabLst>
              <a:defRPr/>
            </a:lvl2pPr>
            <a:lvl3pPr marL="396000" indent="0">
              <a:buNone/>
              <a:tabLst>
                <a:tab pos="2870200" algn="r"/>
              </a:tabLst>
              <a:defRPr/>
            </a:lvl3pPr>
            <a:lvl4pPr marL="396000" indent="0">
              <a:buNone/>
              <a:tabLst>
                <a:tab pos="2870200" algn="r"/>
              </a:tabLst>
              <a:defRPr/>
            </a:lvl4pPr>
            <a:lvl5pPr marL="396000" indent="0">
              <a:buNone/>
              <a:tabLst>
                <a:tab pos="2870200" algn="r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BB6D15-4941-B9A2-976B-9083DFC466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41115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Slide [2]">
    <p:bg>
      <p:bgPr>
        <a:solidFill>
          <a:srgbClr val="FF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297775"/>
            <a:ext cx="11449050" cy="673769"/>
          </a:xfrm>
        </p:spPr>
        <p:txBody>
          <a:bodyPr/>
          <a:lstStyle>
            <a:lvl1pPr>
              <a:defRPr sz="4900" spc="-15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82791-02DA-3171-D064-F8F17722C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276" y="6390420"/>
            <a:ext cx="1324800" cy="24542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0561FD-8B55-7A3C-6C5A-1E1BA6D5E8D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44294" y="1327786"/>
            <a:ext cx="2958044" cy="4477702"/>
          </a:xfrm>
        </p:spPr>
        <p:txBody>
          <a:bodyPr/>
          <a:lstStyle>
            <a:lvl1pPr>
              <a:spcBef>
                <a:spcPts val="2700"/>
              </a:spcBef>
              <a:spcAft>
                <a:spcPts val="400"/>
              </a:spcAft>
              <a:tabLst>
                <a:tab pos="385763" algn="l"/>
              </a:tabLst>
              <a:defRPr b="1"/>
            </a:lvl1pPr>
            <a:lvl2pPr marL="396000" indent="0">
              <a:buNone/>
              <a:tabLst>
                <a:tab pos="2870200" algn="r"/>
              </a:tabLst>
              <a:defRPr/>
            </a:lvl2pPr>
            <a:lvl3pPr marL="396000" indent="0">
              <a:buNone/>
              <a:tabLst>
                <a:tab pos="2870200" algn="r"/>
              </a:tabLst>
              <a:defRPr/>
            </a:lvl3pPr>
            <a:lvl4pPr marL="396000" indent="0">
              <a:buNone/>
              <a:tabLst>
                <a:tab pos="2870200" algn="r"/>
              </a:tabLst>
              <a:defRPr/>
            </a:lvl4pPr>
            <a:lvl5pPr marL="396000" indent="0">
              <a:buNone/>
              <a:tabLst>
                <a:tab pos="2870200" algn="r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7AC5A3-43CC-CD56-7F93-F518653DB3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438" y="1327786"/>
            <a:ext cx="2958044" cy="4477702"/>
          </a:xfrm>
        </p:spPr>
        <p:txBody>
          <a:bodyPr/>
          <a:lstStyle>
            <a:lvl1pPr>
              <a:spcBef>
                <a:spcPts val="2700"/>
              </a:spcBef>
              <a:spcAft>
                <a:spcPts val="400"/>
              </a:spcAft>
              <a:tabLst>
                <a:tab pos="385763" algn="l"/>
              </a:tabLst>
              <a:defRPr b="1"/>
            </a:lvl1pPr>
            <a:lvl2pPr marL="396000" indent="0">
              <a:buNone/>
              <a:tabLst>
                <a:tab pos="2870200" algn="r"/>
              </a:tabLst>
              <a:defRPr/>
            </a:lvl2pPr>
            <a:lvl3pPr marL="396000" indent="0">
              <a:buNone/>
              <a:tabLst>
                <a:tab pos="2870200" algn="r"/>
              </a:tabLst>
              <a:defRPr/>
            </a:lvl3pPr>
            <a:lvl4pPr marL="396000" indent="0">
              <a:buNone/>
              <a:tabLst>
                <a:tab pos="2870200" algn="r"/>
              </a:tabLst>
              <a:defRPr/>
            </a:lvl4pPr>
            <a:lvl5pPr marL="396000" indent="0">
              <a:buNone/>
              <a:tabLst>
                <a:tab pos="2870200" algn="r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18F16C0-9427-C65D-62B8-ABD5244913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94087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Slide [3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297775"/>
            <a:ext cx="11449050" cy="673769"/>
          </a:xfrm>
        </p:spPr>
        <p:txBody>
          <a:bodyPr/>
          <a:lstStyle>
            <a:lvl1pPr>
              <a:defRPr sz="4900" spc="-15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82791-02DA-3171-D064-F8F17722C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276" y="6390420"/>
            <a:ext cx="1324800" cy="24542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0561FD-8B55-7A3C-6C5A-1E1BA6D5E8D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44294" y="1327786"/>
            <a:ext cx="2958044" cy="4477702"/>
          </a:xfrm>
        </p:spPr>
        <p:txBody>
          <a:bodyPr/>
          <a:lstStyle>
            <a:lvl1pPr>
              <a:spcBef>
                <a:spcPts val="2700"/>
              </a:spcBef>
              <a:spcAft>
                <a:spcPts val="400"/>
              </a:spcAft>
              <a:tabLst>
                <a:tab pos="385763" algn="l"/>
              </a:tabLst>
              <a:defRPr b="1"/>
            </a:lvl1pPr>
            <a:lvl2pPr marL="396000" indent="0">
              <a:buNone/>
              <a:tabLst>
                <a:tab pos="2870200" algn="r"/>
              </a:tabLst>
              <a:defRPr/>
            </a:lvl2pPr>
            <a:lvl3pPr marL="396000" indent="0">
              <a:buNone/>
              <a:tabLst>
                <a:tab pos="2870200" algn="r"/>
              </a:tabLst>
              <a:defRPr/>
            </a:lvl3pPr>
            <a:lvl4pPr marL="396000" indent="0">
              <a:buNone/>
              <a:tabLst>
                <a:tab pos="2870200" algn="r"/>
              </a:tabLst>
              <a:defRPr/>
            </a:lvl4pPr>
            <a:lvl5pPr marL="396000" indent="0">
              <a:buNone/>
              <a:tabLst>
                <a:tab pos="2870200" algn="r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F7AC5A3-43CC-CD56-7F93-F518653DB3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438" y="1327786"/>
            <a:ext cx="2958044" cy="4477702"/>
          </a:xfrm>
        </p:spPr>
        <p:txBody>
          <a:bodyPr/>
          <a:lstStyle>
            <a:lvl1pPr>
              <a:spcBef>
                <a:spcPts val="2700"/>
              </a:spcBef>
              <a:spcAft>
                <a:spcPts val="400"/>
              </a:spcAft>
              <a:tabLst>
                <a:tab pos="385763" algn="l"/>
              </a:tabLst>
              <a:defRPr b="1"/>
            </a:lvl1pPr>
            <a:lvl2pPr marL="396000" indent="0">
              <a:buNone/>
              <a:tabLst>
                <a:tab pos="2870200" algn="r"/>
              </a:tabLst>
              <a:defRPr/>
            </a:lvl2pPr>
            <a:lvl3pPr marL="396000" indent="0">
              <a:buNone/>
              <a:tabLst>
                <a:tab pos="2870200" algn="r"/>
              </a:tabLst>
              <a:defRPr/>
            </a:lvl3pPr>
            <a:lvl4pPr marL="396000" indent="0">
              <a:buNone/>
              <a:tabLst>
                <a:tab pos="2870200" algn="r"/>
              </a:tabLst>
              <a:defRPr/>
            </a:lvl4pPr>
            <a:lvl5pPr marL="396000" indent="0">
              <a:buNone/>
              <a:tabLst>
                <a:tab pos="2870200" algn="r"/>
              </a:tabLs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F8D8088-93E8-52DA-F87B-9C96C0898D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0711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B00139-75A3-CEF4-D974-23ED2EBD6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40713489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B89D-29E2-480B-A4F4-B4BAA152FFB7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50C6B3-8F4C-A4C1-6359-F2A87D00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A242D1B-4285-55A8-8782-69843019348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175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36FF76-5711-25FB-8ADD-D2E7E6007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52D8A38-75EF-2A22-7992-A599077B33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0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B89D-29E2-480B-A4F4-B4BAA152FFB7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50C6B3-8F4C-A4C1-6359-F2A87D00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252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36FF76-5711-25FB-8ADD-D2E7E6007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94382B-4ADE-F870-407D-A42660F8A3E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236913" y="1327786"/>
            <a:ext cx="252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98F02CD-FA60-FFA8-85A5-636B63BB0BB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9176" y="1327786"/>
            <a:ext cx="252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DA67669-55B3-AB51-A078-4624DD79762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961438" y="1327786"/>
            <a:ext cx="252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0DE604-CDA5-B3E2-93F7-6725E1D5B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44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B89D-29E2-480B-A4F4-B4BAA152FFB7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50C6B3-8F4C-A4C1-6359-F2A87D00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3384000" cy="2012314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36FF76-5711-25FB-8ADD-D2E7E6007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7BBD35-76BF-5C65-EAA1-C3FD6FDF834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89413" y="1327786"/>
            <a:ext cx="3384000" cy="2012314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85DF51E-FF9C-5D02-2057-65F18D87DE3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07350" y="1327786"/>
            <a:ext cx="3384000" cy="2012314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23FC3EF-C7CA-9055-B0FE-CB5632A9D12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74650" y="3782045"/>
            <a:ext cx="3384000" cy="2012314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245A432-BEEB-D711-72CD-11EBE30CD7A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89413" y="3782045"/>
            <a:ext cx="3384000" cy="2012314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37EED3D-B11C-1443-78A3-AE4E4FFF50A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007350" y="3782045"/>
            <a:ext cx="3384000" cy="2012314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B21E97-0CE6-3E12-2BBB-226A8B2B95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1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48" y="1327786"/>
            <a:ext cx="4770439" cy="798667"/>
          </a:xfrm>
        </p:spPr>
        <p:txBody>
          <a:bodyPr/>
          <a:lstStyle>
            <a:lvl1pPr>
              <a:spcAft>
                <a:spcPts val="500"/>
              </a:spcAft>
              <a:defRPr sz="1500" b="1"/>
            </a:lvl1pPr>
            <a:lvl2pPr marL="0" indent="0">
              <a:buNone/>
              <a:defRPr sz="1500"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1C84C6-29E8-FB0B-C296-A10ED32D3D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99175" y="1327786"/>
            <a:ext cx="4770439" cy="798667"/>
          </a:xfrm>
        </p:spPr>
        <p:txBody>
          <a:bodyPr/>
          <a:lstStyle>
            <a:lvl1pPr>
              <a:spcAft>
                <a:spcPts val="500"/>
              </a:spcAft>
              <a:defRPr sz="1500" b="1"/>
            </a:lvl1pPr>
            <a:lvl2pPr marL="0" indent="0">
              <a:buNone/>
              <a:defRPr sz="1500"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A21F015-D4C6-82EA-3225-67E1956A07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9650" y="2355850"/>
            <a:ext cx="5253251" cy="3449638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59BAC639-A3B5-D8B7-4D25-C4815AC480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4650" y="2355850"/>
            <a:ext cx="5253251" cy="3449638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91989A-2E12-464D-10A7-5AD09005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B357BD3-1A63-716C-89FC-12528087C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37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49" y="1327786"/>
            <a:ext cx="3654000" cy="920507"/>
          </a:xfrm>
        </p:spPr>
        <p:txBody>
          <a:bodyPr/>
          <a:lstStyle>
            <a:lvl1pPr>
              <a:spcAft>
                <a:spcPts val="500"/>
              </a:spcAft>
              <a:defRPr sz="1500" b="1"/>
            </a:lvl1pPr>
            <a:lvl2pPr marL="0" indent="0">
              <a:buNone/>
              <a:defRPr sz="1500"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668144-9E78-E8F8-36D9-5970A047EA1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198936" y="1327786"/>
            <a:ext cx="3647651" cy="920507"/>
          </a:xfrm>
        </p:spPr>
        <p:txBody>
          <a:bodyPr/>
          <a:lstStyle>
            <a:lvl1pPr>
              <a:spcAft>
                <a:spcPts val="500"/>
              </a:spcAft>
              <a:defRPr sz="1500" b="1"/>
            </a:lvl1pPr>
            <a:lvl2pPr marL="0" indent="0">
              <a:buNone/>
              <a:defRPr sz="1500"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11D54EF-C900-36B8-7672-F0DDA523E0C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16874" y="1327786"/>
            <a:ext cx="3641299" cy="920507"/>
          </a:xfrm>
        </p:spPr>
        <p:txBody>
          <a:bodyPr/>
          <a:lstStyle>
            <a:lvl1pPr>
              <a:spcAft>
                <a:spcPts val="500"/>
              </a:spcAft>
              <a:defRPr sz="1500" b="1"/>
            </a:lvl1pPr>
            <a:lvl2pPr marL="0" indent="0">
              <a:buNone/>
              <a:defRPr sz="1500"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8588D31F-6365-CBF3-6FDC-F994DA974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4650" y="2355850"/>
            <a:ext cx="3654000" cy="3449638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91C8D19-2081-26EF-B5AE-0941307E2CA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92588" y="2355850"/>
            <a:ext cx="3654000" cy="3449638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8D8B7902-A937-7D71-5652-3EC5FC67EE9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04174" y="2355850"/>
            <a:ext cx="3654000" cy="3449638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1CFDAAA-E37B-8878-5EC5-DFC9CD6F7D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216137F-E7DC-9E63-D4B8-F8939BACD0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95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872BA4C-7902-18BF-0D13-BB55E1633D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4652" y="3437929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1E1DCA-4F67-FA9E-539A-20032D1D330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65890" y="3437929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51F2D82-8A49-A263-165D-E05CC29BB9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71731" y="3437929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013DF39-36A0-F066-B56B-B750CD39D2D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68810" y="3437929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1657147-F884-EBCA-3B02-F69B6A88925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74652" y="5909815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5F28D43-9CE8-9AEA-FCF0-9B8A4E7964D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5890" y="5909815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A324587-7C84-EB96-ED5F-A91CDD87FE46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71731" y="5909815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A165758-186E-4520-3310-49C67E3697F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68810" y="5909815"/>
            <a:ext cx="2754000" cy="247076"/>
          </a:xfrm>
        </p:spPr>
        <p:txBody>
          <a:bodyPr/>
          <a:lstStyle>
            <a:lvl1pPr>
              <a:spcAft>
                <a:spcPts val="300"/>
              </a:spcAft>
              <a:defRPr sz="1500" b="1" spc="-20" baseline="0"/>
            </a:lvl1pPr>
            <a:lvl2pPr marL="0" indent="0">
              <a:spcAft>
                <a:spcPts val="300"/>
              </a:spcAft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edit header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194BDD2B-43E3-7F85-007E-6F1BD4AA63B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8300" y="1363579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C8EDC41-85E5-13B8-B106-897600DBB2A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267497" y="1363579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396BD719-C31A-93B4-095D-54B48A1C574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166694" y="1363579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B3B4C2AE-583D-A7AD-A124-512098CBE84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65890" y="1363579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78EE72A-EA84-CCC5-7873-095075E3732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68300" y="3832225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1F637CCC-EEC4-D32F-51C3-474ABCFE2B5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267497" y="3832225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DD6D4501-0AAC-8745-AE99-5A193BBD5D3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66694" y="3832225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B0821893-DD7C-2D73-E1BD-412C3DB3FB7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65890" y="3832225"/>
            <a:ext cx="2754000" cy="1976400"/>
          </a:xfrm>
          <a:prstGeom prst="roundRect">
            <a:avLst>
              <a:gd name="adj" fmla="val 394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50DC32-2881-8B18-AA6A-17EA0D14F2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83783E-3AC9-0CBA-ACE1-D99DAB77FE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46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line [1]">
    <p:bg>
      <p:bgPr>
        <a:solidFill>
          <a:srgbClr val="2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2C69BAA-4247-8414-2DFB-2024C72B5342}"/>
              </a:ext>
            </a:extLst>
          </p:cNvPr>
          <p:cNvGrpSpPr/>
          <p:nvPr userDrawn="1"/>
        </p:nvGrpSpPr>
        <p:grpSpPr>
          <a:xfrm>
            <a:off x="-1" y="0"/>
            <a:ext cx="12193200" cy="6856515"/>
            <a:chOff x="-1" y="0"/>
            <a:chExt cx="12193200" cy="6856515"/>
          </a:xfrm>
        </p:grpSpPr>
        <p:sp>
          <p:nvSpPr>
            <p:cNvPr id="8" name="Freeform 35">
              <a:extLst>
                <a:ext uri="{FF2B5EF4-FFF2-40B4-BE49-F238E27FC236}">
                  <a16:creationId xmlns:a16="http://schemas.microsoft.com/office/drawing/2014/main" id="{506D6182-12A5-2919-72DD-B35B27D99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93287" y="0"/>
              <a:ext cx="5417280" cy="5233058"/>
            </a:xfrm>
            <a:custGeom>
              <a:avLst/>
              <a:gdLst>
                <a:gd name="T0" fmla="*/ 3380 w 3413"/>
                <a:gd name="T1" fmla="*/ 1547 h 3296"/>
                <a:gd name="T2" fmla="*/ 3367 w 3413"/>
                <a:gd name="T3" fmla="*/ 1372 h 3296"/>
                <a:gd name="T4" fmla="*/ 3335 w 3413"/>
                <a:gd name="T5" fmla="*/ 1200 h 3296"/>
                <a:gd name="T6" fmla="*/ 3285 w 3413"/>
                <a:gd name="T7" fmla="*/ 1031 h 3296"/>
                <a:gd name="T8" fmla="*/ 3218 w 3413"/>
                <a:gd name="T9" fmla="*/ 870 h 3296"/>
                <a:gd name="T10" fmla="*/ 3135 w 3413"/>
                <a:gd name="T11" fmla="*/ 715 h 3296"/>
                <a:gd name="T12" fmla="*/ 3035 w 3413"/>
                <a:gd name="T13" fmla="*/ 571 h 3296"/>
                <a:gd name="T14" fmla="*/ 2922 w 3413"/>
                <a:gd name="T15" fmla="*/ 438 h 3296"/>
                <a:gd name="T16" fmla="*/ 2794 w 3413"/>
                <a:gd name="T17" fmla="*/ 317 h 3296"/>
                <a:gd name="T18" fmla="*/ 2655 w 3413"/>
                <a:gd name="T19" fmla="*/ 210 h 3296"/>
                <a:gd name="T20" fmla="*/ 2506 w 3413"/>
                <a:gd name="T21" fmla="*/ 119 h 3296"/>
                <a:gd name="T22" fmla="*/ 2348 w 3413"/>
                <a:gd name="T23" fmla="*/ 43 h 3296"/>
                <a:gd name="T24" fmla="*/ 2293 w 3413"/>
                <a:gd name="T25" fmla="*/ 0 h 3296"/>
                <a:gd name="T26" fmla="*/ 2190 w 3413"/>
                <a:gd name="T27" fmla="*/ 0 h 3296"/>
                <a:gd name="T28" fmla="*/ 1223 w 3413"/>
                <a:gd name="T29" fmla="*/ 0 h 3296"/>
                <a:gd name="T30" fmla="*/ 1120 w 3413"/>
                <a:gd name="T31" fmla="*/ 0 h 3296"/>
                <a:gd name="T32" fmla="*/ 1065 w 3413"/>
                <a:gd name="T33" fmla="*/ 43 h 3296"/>
                <a:gd name="T34" fmla="*/ 907 w 3413"/>
                <a:gd name="T35" fmla="*/ 119 h 3296"/>
                <a:gd name="T36" fmla="*/ 757 w 3413"/>
                <a:gd name="T37" fmla="*/ 210 h 3296"/>
                <a:gd name="T38" fmla="*/ 618 w 3413"/>
                <a:gd name="T39" fmla="*/ 317 h 3296"/>
                <a:gd name="T40" fmla="*/ 491 w 3413"/>
                <a:gd name="T41" fmla="*/ 438 h 3296"/>
                <a:gd name="T42" fmla="*/ 378 w 3413"/>
                <a:gd name="T43" fmla="*/ 571 h 3296"/>
                <a:gd name="T44" fmla="*/ 278 w 3413"/>
                <a:gd name="T45" fmla="*/ 715 h 3296"/>
                <a:gd name="T46" fmla="*/ 195 w 3413"/>
                <a:gd name="T47" fmla="*/ 870 h 3296"/>
                <a:gd name="T48" fmla="*/ 128 w 3413"/>
                <a:gd name="T49" fmla="*/ 1031 h 3296"/>
                <a:gd name="T50" fmla="*/ 78 w 3413"/>
                <a:gd name="T51" fmla="*/ 1200 h 3296"/>
                <a:gd name="T52" fmla="*/ 46 w 3413"/>
                <a:gd name="T53" fmla="*/ 1372 h 3296"/>
                <a:gd name="T54" fmla="*/ 32 w 3413"/>
                <a:gd name="T55" fmla="*/ 1547 h 3296"/>
                <a:gd name="T56" fmla="*/ 37 w 3413"/>
                <a:gd name="T57" fmla="*/ 1722 h 3296"/>
                <a:gd name="T58" fmla="*/ 60 w 3413"/>
                <a:gd name="T59" fmla="*/ 1896 h 3296"/>
                <a:gd name="T60" fmla="*/ 101 w 3413"/>
                <a:gd name="T61" fmla="*/ 2066 h 3296"/>
                <a:gd name="T62" fmla="*/ 160 w 3413"/>
                <a:gd name="T63" fmla="*/ 2231 h 3296"/>
                <a:gd name="T64" fmla="*/ 235 w 3413"/>
                <a:gd name="T65" fmla="*/ 2389 h 3296"/>
                <a:gd name="T66" fmla="*/ 327 w 3413"/>
                <a:gd name="T67" fmla="*/ 2539 h 3296"/>
                <a:gd name="T68" fmla="*/ 434 w 3413"/>
                <a:gd name="T69" fmla="*/ 2678 h 3296"/>
                <a:gd name="T70" fmla="*/ 554 w 3413"/>
                <a:gd name="T71" fmla="*/ 2805 h 3296"/>
                <a:gd name="T72" fmla="*/ 688 w 3413"/>
                <a:gd name="T73" fmla="*/ 2919 h 3296"/>
                <a:gd name="T74" fmla="*/ 832 w 3413"/>
                <a:gd name="T75" fmla="*/ 3018 h 3296"/>
                <a:gd name="T76" fmla="*/ 986 w 3413"/>
                <a:gd name="T77" fmla="*/ 3101 h 3296"/>
                <a:gd name="T78" fmla="*/ 1148 w 3413"/>
                <a:gd name="T79" fmla="*/ 3168 h 3296"/>
                <a:gd name="T80" fmla="*/ 1230 w 3413"/>
                <a:gd name="T81" fmla="*/ 3195 h 3296"/>
                <a:gd name="T82" fmla="*/ 1401 w 3413"/>
                <a:gd name="T83" fmla="*/ 3236 h 3296"/>
                <a:gd name="T84" fmla="*/ 1574 w 3413"/>
                <a:gd name="T85" fmla="*/ 3259 h 3296"/>
                <a:gd name="T86" fmla="*/ 1750 w 3413"/>
                <a:gd name="T87" fmla="*/ 3264 h 3296"/>
                <a:gd name="T88" fmla="*/ 1839 w 3413"/>
                <a:gd name="T89" fmla="*/ 3259 h 3296"/>
                <a:gd name="T90" fmla="*/ 2012 w 3413"/>
                <a:gd name="T91" fmla="*/ 3236 h 3296"/>
                <a:gd name="T92" fmla="*/ 2183 w 3413"/>
                <a:gd name="T93" fmla="*/ 3195 h 3296"/>
                <a:gd name="T94" fmla="*/ 2265 w 3413"/>
                <a:gd name="T95" fmla="*/ 3168 h 3296"/>
                <a:gd name="T96" fmla="*/ 2427 w 3413"/>
                <a:gd name="T97" fmla="*/ 3101 h 3296"/>
                <a:gd name="T98" fmla="*/ 2581 w 3413"/>
                <a:gd name="T99" fmla="*/ 3018 h 3296"/>
                <a:gd name="T100" fmla="*/ 2725 w 3413"/>
                <a:gd name="T101" fmla="*/ 2919 h 3296"/>
                <a:gd name="T102" fmla="*/ 2859 w 3413"/>
                <a:gd name="T103" fmla="*/ 2805 h 3296"/>
                <a:gd name="T104" fmla="*/ 2979 w 3413"/>
                <a:gd name="T105" fmla="*/ 2678 h 3296"/>
                <a:gd name="T106" fmla="*/ 3086 w 3413"/>
                <a:gd name="T107" fmla="*/ 2539 h 3296"/>
                <a:gd name="T108" fmla="*/ 3178 w 3413"/>
                <a:gd name="T109" fmla="*/ 2389 h 3296"/>
                <a:gd name="T110" fmla="*/ 3253 w 3413"/>
                <a:gd name="T111" fmla="*/ 2231 h 3296"/>
                <a:gd name="T112" fmla="*/ 3312 w 3413"/>
                <a:gd name="T113" fmla="*/ 2066 h 3296"/>
                <a:gd name="T114" fmla="*/ 3353 w 3413"/>
                <a:gd name="T115" fmla="*/ 1896 h 3296"/>
                <a:gd name="T116" fmla="*/ 3376 w 3413"/>
                <a:gd name="T117" fmla="*/ 1722 h 3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13" h="3296">
                  <a:moveTo>
                    <a:pt x="3380" y="1633"/>
                  </a:moveTo>
                  <a:cubicBezTo>
                    <a:pt x="3350" y="1612"/>
                    <a:pt x="3350" y="1567"/>
                    <a:pt x="3380" y="1547"/>
                  </a:cubicBezTo>
                  <a:cubicBezTo>
                    <a:pt x="3413" y="1525"/>
                    <a:pt x="3411" y="1476"/>
                    <a:pt x="3376" y="1458"/>
                  </a:cubicBezTo>
                  <a:cubicBezTo>
                    <a:pt x="3343" y="1440"/>
                    <a:pt x="3338" y="1395"/>
                    <a:pt x="3367" y="1372"/>
                  </a:cubicBezTo>
                  <a:cubicBezTo>
                    <a:pt x="3397" y="1347"/>
                    <a:pt x="3389" y="1298"/>
                    <a:pt x="3353" y="1284"/>
                  </a:cubicBezTo>
                  <a:cubicBezTo>
                    <a:pt x="3318" y="1270"/>
                    <a:pt x="3309" y="1226"/>
                    <a:pt x="3335" y="1200"/>
                  </a:cubicBezTo>
                  <a:cubicBezTo>
                    <a:pt x="3362" y="1171"/>
                    <a:pt x="3350" y="1124"/>
                    <a:pt x="3312" y="1113"/>
                  </a:cubicBezTo>
                  <a:cubicBezTo>
                    <a:pt x="3276" y="1103"/>
                    <a:pt x="3262" y="1060"/>
                    <a:pt x="3285" y="1031"/>
                  </a:cubicBezTo>
                  <a:cubicBezTo>
                    <a:pt x="3310" y="1001"/>
                    <a:pt x="3292" y="955"/>
                    <a:pt x="3253" y="948"/>
                  </a:cubicBezTo>
                  <a:cubicBezTo>
                    <a:pt x="3217" y="942"/>
                    <a:pt x="3198" y="901"/>
                    <a:pt x="3218" y="870"/>
                  </a:cubicBezTo>
                  <a:cubicBezTo>
                    <a:pt x="3239" y="836"/>
                    <a:pt x="3217" y="793"/>
                    <a:pt x="3178" y="790"/>
                  </a:cubicBezTo>
                  <a:cubicBezTo>
                    <a:pt x="3141" y="788"/>
                    <a:pt x="3118" y="749"/>
                    <a:pt x="3135" y="715"/>
                  </a:cubicBezTo>
                  <a:cubicBezTo>
                    <a:pt x="3152" y="680"/>
                    <a:pt x="3125" y="639"/>
                    <a:pt x="3086" y="641"/>
                  </a:cubicBezTo>
                  <a:cubicBezTo>
                    <a:pt x="3049" y="642"/>
                    <a:pt x="3022" y="606"/>
                    <a:pt x="3035" y="571"/>
                  </a:cubicBezTo>
                  <a:cubicBezTo>
                    <a:pt x="3049" y="534"/>
                    <a:pt x="3018" y="496"/>
                    <a:pt x="2979" y="502"/>
                  </a:cubicBezTo>
                  <a:cubicBezTo>
                    <a:pt x="2943" y="507"/>
                    <a:pt x="2912" y="473"/>
                    <a:pt x="2922" y="438"/>
                  </a:cubicBezTo>
                  <a:cubicBezTo>
                    <a:pt x="2931" y="400"/>
                    <a:pt x="2897" y="365"/>
                    <a:pt x="2859" y="375"/>
                  </a:cubicBezTo>
                  <a:cubicBezTo>
                    <a:pt x="2823" y="384"/>
                    <a:pt x="2789" y="354"/>
                    <a:pt x="2794" y="317"/>
                  </a:cubicBezTo>
                  <a:cubicBezTo>
                    <a:pt x="2800" y="278"/>
                    <a:pt x="2762" y="247"/>
                    <a:pt x="2725" y="261"/>
                  </a:cubicBezTo>
                  <a:cubicBezTo>
                    <a:pt x="2691" y="274"/>
                    <a:pt x="2654" y="247"/>
                    <a:pt x="2655" y="210"/>
                  </a:cubicBezTo>
                  <a:cubicBezTo>
                    <a:pt x="2657" y="171"/>
                    <a:pt x="2616" y="144"/>
                    <a:pt x="2581" y="162"/>
                  </a:cubicBezTo>
                  <a:cubicBezTo>
                    <a:pt x="2548" y="178"/>
                    <a:pt x="2508" y="155"/>
                    <a:pt x="2506" y="119"/>
                  </a:cubicBezTo>
                  <a:cubicBezTo>
                    <a:pt x="2504" y="79"/>
                    <a:pt x="2460" y="57"/>
                    <a:pt x="2427" y="78"/>
                  </a:cubicBezTo>
                  <a:cubicBezTo>
                    <a:pt x="2395" y="98"/>
                    <a:pt x="2354" y="79"/>
                    <a:pt x="2348" y="43"/>
                  </a:cubicBezTo>
                  <a:cubicBezTo>
                    <a:pt x="2344" y="18"/>
                    <a:pt x="2323" y="2"/>
                    <a:pt x="2300" y="0"/>
                  </a:cubicBezTo>
                  <a:cubicBezTo>
                    <a:pt x="2293" y="0"/>
                    <a:pt x="2293" y="0"/>
                    <a:pt x="2293" y="0"/>
                  </a:cubicBezTo>
                  <a:cubicBezTo>
                    <a:pt x="2283" y="1"/>
                    <a:pt x="2273" y="4"/>
                    <a:pt x="2265" y="11"/>
                  </a:cubicBezTo>
                  <a:cubicBezTo>
                    <a:pt x="2240" y="30"/>
                    <a:pt x="2206" y="24"/>
                    <a:pt x="2190" y="0"/>
                  </a:cubicBezTo>
                  <a:cubicBezTo>
                    <a:pt x="1798" y="0"/>
                    <a:pt x="1798" y="0"/>
                    <a:pt x="1798" y="0"/>
                  </a:cubicBezTo>
                  <a:cubicBezTo>
                    <a:pt x="1223" y="0"/>
                    <a:pt x="1223" y="0"/>
                    <a:pt x="1223" y="0"/>
                  </a:cubicBezTo>
                  <a:cubicBezTo>
                    <a:pt x="1206" y="24"/>
                    <a:pt x="1172" y="30"/>
                    <a:pt x="1148" y="11"/>
                  </a:cubicBezTo>
                  <a:cubicBezTo>
                    <a:pt x="1140" y="4"/>
                    <a:pt x="1130" y="1"/>
                    <a:pt x="1120" y="0"/>
                  </a:cubicBezTo>
                  <a:cubicBezTo>
                    <a:pt x="1112" y="0"/>
                    <a:pt x="1112" y="0"/>
                    <a:pt x="1112" y="0"/>
                  </a:cubicBezTo>
                  <a:cubicBezTo>
                    <a:pt x="1090" y="2"/>
                    <a:pt x="1069" y="18"/>
                    <a:pt x="1065" y="43"/>
                  </a:cubicBezTo>
                  <a:cubicBezTo>
                    <a:pt x="1059" y="79"/>
                    <a:pt x="1017" y="98"/>
                    <a:pt x="986" y="78"/>
                  </a:cubicBezTo>
                  <a:cubicBezTo>
                    <a:pt x="953" y="57"/>
                    <a:pt x="909" y="79"/>
                    <a:pt x="907" y="119"/>
                  </a:cubicBezTo>
                  <a:cubicBezTo>
                    <a:pt x="904" y="155"/>
                    <a:pt x="865" y="178"/>
                    <a:pt x="832" y="162"/>
                  </a:cubicBezTo>
                  <a:cubicBezTo>
                    <a:pt x="797" y="144"/>
                    <a:pt x="756" y="171"/>
                    <a:pt x="757" y="210"/>
                  </a:cubicBezTo>
                  <a:cubicBezTo>
                    <a:pt x="759" y="247"/>
                    <a:pt x="722" y="274"/>
                    <a:pt x="688" y="261"/>
                  </a:cubicBezTo>
                  <a:cubicBezTo>
                    <a:pt x="651" y="247"/>
                    <a:pt x="613" y="278"/>
                    <a:pt x="618" y="317"/>
                  </a:cubicBezTo>
                  <a:cubicBezTo>
                    <a:pt x="624" y="354"/>
                    <a:pt x="590" y="384"/>
                    <a:pt x="554" y="375"/>
                  </a:cubicBezTo>
                  <a:cubicBezTo>
                    <a:pt x="516" y="365"/>
                    <a:pt x="482" y="400"/>
                    <a:pt x="491" y="438"/>
                  </a:cubicBezTo>
                  <a:cubicBezTo>
                    <a:pt x="500" y="473"/>
                    <a:pt x="470" y="507"/>
                    <a:pt x="434" y="502"/>
                  </a:cubicBezTo>
                  <a:cubicBezTo>
                    <a:pt x="395" y="496"/>
                    <a:pt x="364" y="534"/>
                    <a:pt x="378" y="571"/>
                  </a:cubicBezTo>
                  <a:cubicBezTo>
                    <a:pt x="390" y="606"/>
                    <a:pt x="364" y="642"/>
                    <a:pt x="327" y="641"/>
                  </a:cubicBezTo>
                  <a:cubicBezTo>
                    <a:pt x="288" y="639"/>
                    <a:pt x="261" y="680"/>
                    <a:pt x="278" y="715"/>
                  </a:cubicBezTo>
                  <a:cubicBezTo>
                    <a:pt x="295" y="749"/>
                    <a:pt x="272" y="788"/>
                    <a:pt x="235" y="790"/>
                  </a:cubicBezTo>
                  <a:cubicBezTo>
                    <a:pt x="196" y="793"/>
                    <a:pt x="174" y="836"/>
                    <a:pt x="195" y="870"/>
                  </a:cubicBezTo>
                  <a:cubicBezTo>
                    <a:pt x="215" y="901"/>
                    <a:pt x="196" y="942"/>
                    <a:pt x="160" y="948"/>
                  </a:cubicBezTo>
                  <a:cubicBezTo>
                    <a:pt x="121" y="955"/>
                    <a:pt x="103" y="1001"/>
                    <a:pt x="128" y="1031"/>
                  </a:cubicBezTo>
                  <a:cubicBezTo>
                    <a:pt x="151" y="1060"/>
                    <a:pt x="137" y="1103"/>
                    <a:pt x="101" y="1113"/>
                  </a:cubicBezTo>
                  <a:cubicBezTo>
                    <a:pt x="63" y="1124"/>
                    <a:pt x="51" y="1171"/>
                    <a:pt x="78" y="1200"/>
                  </a:cubicBezTo>
                  <a:cubicBezTo>
                    <a:pt x="104" y="1226"/>
                    <a:pt x="94" y="1270"/>
                    <a:pt x="60" y="1284"/>
                  </a:cubicBezTo>
                  <a:cubicBezTo>
                    <a:pt x="24" y="1298"/>
                    <a:pt x="16" y="1347"/>
                    <a:pt x="46" y="1372"/>
                  </a:cubicBezTo>
                  <a:cubicBezTo>
                    <a:pt x="75" y="1395"/>
                    <a:pt x="70" y="1440"/>
                    <a:pt x="37" y="1458"/>
                  </a:cubicBezTo>
                  <a:cubicBezTo>
                    <a:pt x="2" y="1476"/>
                    <a:pt x="0" y="1525"/>
                    <a:pt x="32" y="1547"/>
                  </a:cubicBezTo>
                  <a:cubicBezTo>
                    <a:pt x="63" y="1567"/>
                    <a:pt x="63" y="1612"/>
                    <a:pt x="32" y="1633"/>
                  </a:cubicBezTo>
                  <a:cubicBezTo>
                    <a:pt x="0" y="1655"/>
                    <a:pt x="2" y="1704"/>
                    <a:pt x="37" y="1722"/>
                  </a:cubicBezTo>
                  <a:cubicBezTo>
                    <a:pt x="70" y="1739"/>
                    <a:pt x="75" y="1784"/>
                    <a:pt x="46" y="1808"/>
                  </a:cubicBezTo>
                  <a:cubicBezTo>
                    <a:pt x="16" y="1833"/>
                    <a:pt x="24" y="1881"/>
                    <a:pt x="60" y="1896"/>
                  </a:cubicBezTo>
                  <a:cubicBezTo>
                    <a:pt x="94" y="1909"/>
                    <a:pt x="104" y="1953"/>
                    <a:pt x="78" y="1980"/>
                  </a:cubicBezTo>
                  <a:cubicBezTo>
                    <a:pt x="51" y="2008"/>
                    <a:pt x="63" y="2055"/>
                    <a:pt x="101" y="2066"/>
                  </a:cubicBezTo>
                  <a:cubicBezTo>
                    <a:pt x="137" y="2076"/>
                    <a:pt x="151" y="2119"/>
                    <a:pt x="128" y="2148"/>
                  </a:cubicBezTo>
                  <a:cubicBezTo>
                    <a:pt x="103" y="2179"/>
                    <a:pt x="121" y="2225"/>
                    <a:pt x="160" y="2231"/>
                  </a:cubicBezTo>
                  <a:cubicBezTo>
                    <a:pt x="196" y="2237"/>
                    <a:pt x="215" y="2279"/>
                    <a:pt x="195" y="2310"/>
                  </a:cubicBezTo>
                  <a:cubicBezTo>
                    <a:pt x="174" y="2343"/>
                    <a:pt x="196" y="2387"/>
                    <a:pt x="235" y="2389"/>
                  </a:cubicBezTo>
                  <a:cubicBezTo>
                    <a:pt x="272" y="2392"/>
                    <a:pt x="295" y="2431"/>
                    <a:pt x="278" y="2464"/>
                  </a:cubicBezTo>
                  <a:cubicBezTo>
                    <a:pt x="261" y="2499"/>
                    <a:pt x="288" y="2540"/>
                    <a:pt x="327" y="2539"/>
                  </a:cubicBezTo>
                  <a:cubicBezTo>
                    <a:pt x="364" y="2537"/>
                    <a:pt x="390" y="2574"/>
                    <a:pt x="378" y="2609"/>
                  </a:cubicBezTo>
                  <a:cubicBezTo>
                    <a:pt x="364" y="2645"/>
                    <a:pt x="395" y="2683"/>
                    <a:pt x="434" y="2678"/>
                  </a:cubicBezTo>
                  <a:cubicBezTo>
                    <a:pt x="470" y="2672"/>
                    <a:pt x="500" y="2706"/>
                    <a:pt x="491" y="2742"/>
                  </a:cubicBezTo>
                  <a:cubicBezTo>
                    <a:pt x="482" y="2780"/>
                    <a:pt x="516" y="2815"/>
                    <a:pt x="554" y="2805"/>
                  </a:cubicBezTo>
                  <a:cubicBezTo>
                    <a:pt x="590" y="2796"/>
                    <a:pt x="624" y="2826"/>
                    <a:pt x="618" y="2863"/>
                  </a:cubicBezTo>
                  <a:cubicBezTo>
                    <a:pt x="613" y="2901"/>
                    <a:pt x="651" y="2932"/>
                    <a:pt x="688" y="2919"/>
                  </a:cubicBezTo>
                  <a:cubicBezTo>
                    <a:pt x="722" y="2906"/>
                    <a:pt x="759" y="2932"/>
                    <a:pt x="757" y="2969"/>
                  </a:cubicBezTo>
                  <a:cubicBezTo>
                    <a:pt x="756" y="3009"/>
                    <a:pt x="797" y="3035"/>
                    <a:pt x="832" y="3018"/>
                  </a:cubicBezTo>
                  <a:cubicBezTo>
                    <a:pt x="865" y="3001"/>
                    <a:pt x="904" y="3024"/>
                    <a:pt x="907" y="3061"/>
                  </a:cubicBezTo>
                  <a:cubicBezTo>
                    <a:pt x="909" y="3100"/>
                    <a:pt x="953" y="3122"/>
                    <a:pt x="986" y="3101"/>
                  </a:cubicBezTo>
                  <a:cubicBezTo>
                    <a:pt x="1017" y="3082"/>
                    <a:pt x="1059" y="3100"/>
                    <a:pt x="1065" y="3136"/>
                  </a:cubicBezTo>
                  <a:cubicBezTo>
                    <a:pt x="1072" y="3175"/>
                    <a:pt x="1117" y="3193"/>
                    <a:pt x="1148" y="3168"/>
                  </a:cubicBezTo>
                  <a:cubicBezTo>
                    <a:pt x="1177" y="3145"/>
                    <a:pt x="1220" y="3159"/>
                    <a:pt x="1230" y="3195"/>
                  </a:cubicBezTo>
                  <a:cubicBezTo>
                    <a:pt x="1230" y="3195"/>
                    <a:pt x="1230" y="3195"/>
                    <a:pt x="1230" y="3195"/>
                  </a:cubicBezTo>
                  <a:cubicBezTo>
                    <a:pt x="1241" y="3233"/>
                    <a:pt x="1288" y="3246"/>
                    <a:pt x="1316" y="3218"/>
                  </a:cubicBezTo>
                  <a:cubicBezTo>
                    <a:pt x="1343" y="3192"/>
                    <a:pt x="1387" y="3202"/>
                    <a:pt x="1401" y="3236"/>
                  </a:cubicBezTo>
                  <a:cubicBezTo>
                    <a:pt x="1415" y="3273"/>
                    <a:pt x="1463" y="3280"/>
                    <a:pt x="1489" y="3250"/>
                  </a:cubicBezTo>
                  <a:cubicBezTo>
                    <a:pt x="1512" y="3222"/>
                    <a:pt x="1557" y="3226"/>
                    <a:pt x="1574" y="3259"/>
                  </a:cubicBezTo>
                  <a:cubicBezTo>
                    <a:pt x="1593" y="3294"/>
                    <a:pt x="1641" y="3296"/>
                    <a:pt x="1663" y="3264"/>
                  </a:cubicBezTo>
                  <a:cubicBezTo>
                    <a:pt x="1684" y="3233"/>
                    <a:pt x="1729" y="3233"/>
                    <a:pt x="1750" y="3264"/>
                  </a:cubicBezTo>
                  <a:cubicBezTo>
                    <a:pt x="1761" y="3281"/>
                    <a:pt x="1780" y="3288"/>
                    <a:pt x="1798" y="3286"/>
                  </a:cubicBezTo>
                  <a:cubicBezTo>
                    <a:pt x="1814" y="3285"/>
                    <a:pt x="1830" y="3276"/>
                    <a:pt x="1839" y="3259"/>
                  </a:cubicBezTo>
                  <a:cubicBezTo>
                    <a:pt x="1856" y="3226"/>
                    <a:pt x="1901" y="3222"/>
                    <a:pt x="1924" y="3250"/>
                  </a:cubicBezTo>
                  <a:cubicBezTo>
                    <a:pt x="1949" y="3280"/>
                    <a:pt x="1998" y="3273"/>
                    <a:pt x="2012" y="3236"/>
                  </a:cubicBezTo>
                  <a:cubicBezTo>
                    <a:pt x="2026" y="3202"/>
                    <a:pt x="2070" y="3192"/>
                    <a:pt x="2097" y="3218"/>
                  </a:cubicBezTo>
                  <a:cubicBezTo>
                    <a:pt x="2125" y="3246"/>
                    <a:pt x="2172" y="3233"/>
                    <a:pt x="2183" y="3195"/>
                  </a:cubicBezTo>
                  <a:cubicBezTo>
                    <a:pt x="2183" y="3195"/>
                    <a:pt x="2183" y="3195"/>
                    <a:pt x="2183" y="3195"/>
                  </a:cubicBezTo>
                  <a:cubicBezTo>
                    <a:pt x="2193" y="3159"/>
                    <a:pt x="2236" y="3145"/>
                    <a:pt x="2265" y="3168"/>
                  </a:cubicBezTo>
                  <a:cubicBezTo>
                    <a:pt x="2296" y="3193"/>
                    <a:pt x="2341" y="3175"/>
                    <a:pt x="2348" y="3136"/>
                  </a:cubicBezTo>
                  <a:cubicBezTo>
                    <a:pt x="2354" y="3100"/>
                    <a:pt x="2395" y="3082"/>
                    <a:pt x="2427" y="3101"/>
                  </a:cubicBezTo>
                  <a:cubicBezTo>
                    <a:pt x="2460" y="3122"/>
                    <a:pt x="2504" y="3100"/>
                    <a:pt x="2506" y="3061"/>
                  </a:cubicBezTo>
                  <a:cubicBezTo>
                    <a:pt x="2508" y="3024"/>
                    <a:pt x="2548" y="3001"/>
                    <a:pt x="2581" y="3018"/>
                  </a:cubicBezTo>
                  <a:cubicBezTo>
                    <a:pt x="2616" y="3035"/>
                    <a:pt x="2657" y="3009"/>
                    <a:pt x="2655" y="2969"/>
                  </a:cubicBezTo>
                  <a:cubicBezTo>
                    <a:pt x="2654" y="2932"/>
                    <a:pt x="2691" y="2906"/>
                    <a:pt x="2725" y="2919"/>
                  </a:cubicBezTo>
                  <a:cubicBezTo>
                    <a:pt x="2762" y="2932"/>
                    <a:pt x="2800" y="2901"/>
                    <a:pt x="2794" y="2863"/>
                  </a:cubicBezTo>
                  <a:cubicBezTo>
                    <a:pt x="2789" y="2826"/>
                    <a:pt x="2823" y="2796"/>
                    <a:pt x="2859" y="2805"/>
                  </a:cubicBezTo>
                  <a:cubicBezTo>
                    <a:pt x="2897" y="2815"/>
                    <a:pt x="2931" y="2780"/>
                    <a:pt x="2922" y="2742"/>
                  </a:cubicBezTo>
                  <a:cubicBezTo>
                    <a:pt x="2912" y="2706"/>
                    <a:pt x="2943" y="2672"/>
                    <a:pt x="2979" y="2678"/>
                  </a:cubicBezTo>
                  <a:cubicBezTo>
                    <a:pt x="3018" y="2683"/>
                    <a:pt x="3049" y="2645"/>
                    <a:pt x="3035" y="2609"/>
                  </a:cubicBezTo>
                  <a:cubicBezTo>
                    <a:pt x="3022" y="2574"/>
                    <a:pt x="3049" y="2537"/>
                    <a:pt x="3086" y="2539"/>
                  </a:cubicBezTo>
                  <a:cubicBezTo>
                    <a:pt x="3125" y="2540"/>
                    <a:pt x="3152" y="2499"/>
                    <a:pt x="3135" y="2464"/>
                  </a:cubicBezTo>
                  <a:cubicBezTo>
                    <a:pt x="3118" y="2431"/>
                    <a:pt x="3141" y="2392"/>
                    <a:pt x="3178" y="2389"/>
                  </a:cubicBezTo>
                  <a:cubicBezTo>
                    <a:pt x="3217" y="2387"/>
                    <a:pt x="3239" y="2343"/>
                    <a:pt x="3218" y="2310"/>
                  </a:cubicBezTo>
                  <a:cubicBezTo>
                    <a:pt x="3198" y="2279"/>
                    <a:pt x="3217" y="2237"/>
                    <a:pt x="3253" y="2231"/>
                  </a:cubicBezTo>
                  <a:cubicBezTo>
                    <a:pt x="3292" y="2225"/>
                    <a:pt x="3310" y="2179"/>
                    <a:pt x="3285" y="2148"/>
                  </a:cubicBezTo>
                  <a:cubicBezTo>
                    <a:pt x="3262" y="2119"/>
                    <a:pt x="3276" y="2076"/>
                    <a:pt x="3312" y="2066"/>
                  </a:cubicBezTo>
                  <a:cubicBezTo>
                    <a:pt x="3350" y="2055"/>
                    <a:pt x="3362" y="2008"/>
                    <a:pt x="3335" y="1980"/>
                  </a:cubicBezTo>
                  <a:cubicBezTo>
                    <a:pt x="3309" y="1953"/>
                    <a:pt x="3318" y="1909"/>
                    <a:pt x="3353" y="1896"/>
                  </a:cubicBezTo>
                  <a:cubicBezTo>
                    <a:pt x="3389" y="1881"/>
                    <a:pt x="3397" y="1833"/>
                    <a:pt x="3367" y="1808"/>
                  </a:cubicBezTo>
                  <a:cubicBezTo>
                    <a:pt x="3338" y="1784"/>
                    <a:pt x="3343" y="1739"/>
                    <a:pt x="3376" y="1722"/>
                  </a:cubicBezTo>
                  <a:cubicBezTo>
                    <a:pt x="3411" y="1704"/>
                    <a:pt x="3413" y="1655"/>
                    <a:pt x="3380" y="1633"/>
                  </a:cubicBezTo>
                </a:path>
              </a:pathLst>
            </a:custGeom>
            <a:solidFill>
              <a:srgbClr val="F4000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36">
              <a:extLst>
                <a:ext uri="{FF2B5EF4-FFF2-40B4-BE49-F238E27FC236}">
                  <a16:creationId xmlns:a16="http://schemas.microsoft.com/office/drawing/2014/main" id="{EA399C9C-9C13-06C1-5F96-C94458E459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" y="2392007"/>
              <a:ext cx="2679856" cy="4464508"/>
            </a:xfrm>
            <a:custGeom>
              <a:avLst/>
              <a:gdLst>
                <a:gd name="T0" fmla="*/ 1415 w 1687"/>
                <a:gd name="T1" fmla="*/ 2471 h 2814"/>
                <a:gd name="T2" fmla="*/ 1567 w 1687"/>
                <a:gd name="T3" fmla="*/ 1591 h 2814"/>
                <a:gd name="T4" fmla="*/ 1415 w 1687"/>
                <a:gd name="T5" fmla="*/ 1338 h 2814"/>
                <a:gd name="T6" fmla="*/ 1021 w 1687"/>
                <a:gd name="T7" fmla="*/ 536 h 2814"/>
                <a:gd name="T8" fmla="*/ 749 w 1687"/>
                <a:gd name="T9" fmla="*/ 420 h 2814"/>
                <a:gd name="T10" fmla="*/ 0 w 1687"/>
                <a:gd name="T11" fmla="*/ 2 h 2814"/>
                <a:gd name="T12" fmla="*/ 0 w 1687"/>
                <a:gd name="T13" fmla="*/ 2814 h 2814"/>
                <a:gd name="T14" fmla="*/ 1374 w 1687"/>
                <a:gd name="T15" fmla="*/ 2814 h 2814"/>
                <a:gd name="T16" fmla="*/ 1389 w 1687"/>
                <a:gd name="T17" fmla="*/ 2766 h 2814"/>
                <a:gd name="T18" fmla="*/ 1415 w 1687"/>
                <a:gd name="T19" fmla="*/ 2471 h 2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87" h="2814">
                  <a:moveTo>
                    <a:pt x="1415" y="2471"/>
                  </a:moveTo>
                  <a:cubicBezTo>
                    <a:pt x="1617" y="2236"/>
                    <a:pt x="1687" y="1900"/>
                    <a:pt x="1567" y="1591"/>
                  </a:cubicBezTo>
                  <a:cubicBezTo>
                    <a:pt x="1530" y="1496"/>
                    <a:pt x="1478" y="1411"/>
                    <a:pt x="1415" y="1338"/>
                  </a:cubicBezTo>
                  <a:cubicBezTo>
                    <a:pt x="1440" y="1029"/>
                    <a:pt x="1299" y="716"/>
                    <a:pt x="1021" y="536"/>
                  </a:cubicBezTo>
                  <a:cubicBezTo>
                    <a:pt x="935" y="481"/>
                    <a:pt x="843" y="443"/>
                    <a:pt x="749" y="420"/>
                  </a:cubicBezTo>
                  <a:cubicBezTo>
                    <a:pt x="594" y="167"/>
                    <a:pt x="314" y="0"/>
                    <a:pt x="0" y="2"/>
                  </a:cubicBezTo>
                  <a:cubicBezTo>
                    <a:pt x="0" y="2814"/>
                    <a:pt x="0" y="2814"/>
                    <a:pt x="0" y="2814"/>
                  </a:cubicBezTo>
                  <a:cubicBezTo>
                    <a:pt x="1374" y="2814"/>
                    <a:pt x="1374" y="2814"/>
                    <a:pt x="1374" y="2814"/>
                  </a:cubicBezTo>
                  <a:cubicBezTo>
                    <a:pt x="1380" y="2798"/>
                    <a:pt x="1384" y="2782"/>
                    <a:pt x="1389" y="2766"/>
                  </a:cubicBezTo>
                  <a:cubicBezTo>
                    <a:pt x="1415" y="2667"/>
                    <a:pt x="1423" y="2567"/>
                    <a:pt x="1415" y="2471"/>
                  </a:cubicBezTo>
                </a:path>
              </a:pathLst>
            </a:custGeom>
            <a:solidFill>
              <a:srgbClr val="C3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37">
              <a:extLst>
                <a:ext uri="{FF2B5EF4-FFF2-40B4-BE49-F238E27FC236}">
                  <a16:creationId xmlns:a16="http://schemas.microsoft.com/office/drawing/2014/main" id="{73243704-4287-89B9-86B4-23A215AD3D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97018" y="5120797"/>
              <a:ext cx="3304483" cy="1735718"/>
            </a:xfrm>
            <a:custGeom>
              <a:avLst/>
              <a:gdLst>
                <a:gd name="T0" fmla="*/ 1481 w 2083"/>
                <a:gd name="T1" fmla="*/ 493 h 1095"/>
                <a:gd name="T2" fmla="*/ 1038 w 2083"/>
                <a:gd name="T3" fmla="*/ 50 h 1095"/>
                <a:gd name="T4" fmla="*/ 899 w 2083"/>
                <a:gd name="T5" fmla="*/ 13 h 1095"/>
                <a:gd name="T6" fmla="*/ 738 w 2083"/>
                <a:gd name="T7" fmla="*/ 56 h 1095"/>
                <a:gd name="T8" fmla="*/ 631 w 2083"/>
                <a:gd name="T9" fmla="*/ 211 h 1095"/>
                <a:gd name="T10" fmla="*/ 556 w 2083"/>
                <a:gd name="T11" fmla="*/ 353 h 1095"/>
                <a:gd name="T12" fmla="*/ 101 w 2083"/>
                <a:gd name="T13" fmla="*/ 602 h 1095"/>
                <a:gd name="T14" fmla="*/ 68 w 2083"/>
                <a:gd name="T15" fmla="*/ 831 h 1095"/>
                <a:gd name="T16" fmla="*/ 332 w 2083"/>
                <a:gd name="T17" fmla="*/ 1095 h 1095"/>
                <a:gd name="T18" fmla="*/ 1481 w 2083"/>
                <a:gd name="T19" fmla="*/ 1095 h 1095"/>
                <a:gd name="T20" fmla="*/ 2083 w 2083"/>
                <a:gd name="T21" fmla="*/ 1095 h 1095"/>
                <a:gd name="T22" fmla="*/ 1481 w 2083"/>
                <a:gd name="T23" fmla="*/ 493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3" h="1095">
                  <a:moveTo>
                    <a:pt x="1481" y="493"/>
                  </a:moveTo>
                  <a:cubicBezTo>
                    <a:pt x="1038" y="50"/>
                    <a:pt x="1038" y="50"/>
                    <a:pt x="1038" y="50"/>
                  </a:cubicBezTo>
                  <a:cubicBezTo>
                    <a:pt x="1002" y="14"/>
                    <a:pt x="949" y="0"/>
                    <a:pt x="899" y="13"/>
                  </a:cubicBezTo>
                  <a:cubicBezTo>
                    <a:pt x="738" y="56"/>
                    <a:pt x="738" y="56"/>
                    <a:pt x="738" y="56"/>
                  </a:cubicBezTo>
                  <a:cubicBezTo>
                    <a:pt x="669" y="75"/>
                    <a:pt x="624" y="140"/>
                    <a:pt x="631" y="211"/>
                  </a:cubicBezTo>
                  <a:cubicBezTo>
                    <a:pt x="637" y="269"/>
                    <a:pt x="607" y="325"/>
                    <a:pt x="556" y="353"/>
                  </a:cubicBezTo>
                  <a:cubicBezTo>
                    <a:pt x="101" y="602"/>
                    <a:pt x="101" y="602"/>
                    <a:pt x="101" y="602"/>
                  </a:cubicBezTo>
                  <a:cubicBezTo>
                    <a:pt x="16" y="648"/>
                    <a:pt x="0" y="763"/>
                    <a:pt x="68" y="831"/>
                  </a:cubicBezTo>
                  <a:cubicBezTo>
                    <a:pt x="332" y="1095"/>
                    <a:pt x="332" y="1095"/>
                    <a:pt x="332" y="1095"/>
                  </a:cubicBezTo>
                  <a:cubicBezTo>
                    <a:pt x="1481" y="1095"/>
                    <a:pt x="1481" y="1095"/>
                    <a:pt x="1481" y="1095"/>
                  </a:cubicBezTo>
                  <a:cubicBezTo>
                    <a:pt x="2083" y="1095"/>
                    <a:pt x="2083" y="1095"/>
                    <a:pt x="2083" y="1095"/>
                  </a:cubicBezTo>
                  <a:lnTo>
                    <a:pt x="1481" y="493"/>
                  </a:lnTo>
                  <a:close/>
                </a:path>
              </a:pathLst>
            </a:custGeom>
            <a:solidFill>
              <a:srgbClr val="F5F5F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38">
              <a:extLst>
                <a:ext uri="{FF2B5EF4-FFF2-40B4-BE49-F238E27FC236}">
                  <a16:creationId xmlns:a16="http://schemas.microsoft.com/office/drawing/2014/main" id="{60250D16-8B24-2EA9-CE08-908C63C8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61955" y="993071"/>
              <a:ext cx="3831244" cy="5863444"/>
            </a:xfrm>
            <a:custGeom>
              <a:avLst/>
              <a:gdLst>
                <a:gd name="T0" fmla="*/ 2414 w 2414"/>
                <a:gd name="T1" fmla="*/ 0 h 3695"/>
                <a:gd name="T2" fmla="*/ 0 w 2414"/>
                <a:gd name="T3" fmla="*/ 2423 h 3695"/>
                <a:gd name="T4" fmla="*/ 361 w 2414"/>
                <a:gd name="T5" fmla="*/ 3695 h 3695"/>
                <a:gd name="T6" fmla="*/ 2414 w 2414"/>
                <a:gd name="T7" fmla="*/ 3695 h 3695"/>
                <a:gd name="T8" fmla="*/ 2414 w 2414"/>
                <a:gd name="T9" fmla="*/ 0 h 3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4" h="3695">
                  <a:moveTo>
                    <a:pt x="2414" y="0"/>
                  </a:moveTo>
                  <a:cubicBezTo>
                    <a:pt x="1080" y="5"/>
                    <a:pt x="0" y="1088"/>
                    <a:pt x="0" y="2423"/>
                  </a:cubicBezTo>
                  <a:cubicBezTo>
                    <a:pt x="0" y="2889"/>
                    <a:pt x="132" y="3325"/>
                    <a:pt x="361" y="3695"/>
                  </a:cubicBezTo>
                  <a:cubicBezTo>
                    <a:pt x="2414" y="3695"/>
                    <a:pt x="2414" y="3695"/>
                    <a:pt x="2414" y="3695"/>
                  </a:cubicBezTo>
                  <a:lnTo>
                    <a:pt x="2414" y="0"/>
                  </a:lnTo>
                  <a:close/>
                </a:path>
              </a:pathLst>
            </a:custGeom>
            <a:solidFill>
              <a:srgbClr val="FF808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5096AC-6A3E-68B4-5EBD-E44B5359F0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082565" y="876301"/>
            <a:ext cx="3384224" cy="3449638"/>
          </a:xfrm>
        </p:spPr>
        <p:txBody>
          <a:bodyPr anchor="ctr" anchorCtr="0"/>
          <a:lstStyle>
            <a:lvl1pPr>
              <a:lnSpc>
                <a:spcPct val="85000"/>
              </a:lnSpc>
              <a:defRPr sz="5600" spc="-15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C7296-9DE3-C36F-B780-76068F9885B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779406" y="433633"/>
            <a:ext cx="2269568" cy="93320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B7082-6505-D3C5-2E7F-7D4D5014F338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C055B57-967C-4345-84C6-7AF98F3CEBDD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18B3-7409-A025-9B81-327AED2C47E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57D40-DC10-3419-AD6B-C4ED4274A943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B3AABB0-B1F7-9790-4C43-3CF698A51A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56825" y="5570538"/>
            <a:ext cx="1471138" cy="966787"/>
          </a:xfrm>
        </p:spPr>
        <p:txBody>
          <a:bodyPr/>
          <a:lstStyle>
            <a:lvl1pPr algn="r">
              <a:defRPr sz="5400" b="1"/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F0E3F1D5-97FE-EDEE-54D9-D53BAB4734B3}"/>
              </a:ext>
            </a:extLst>
          </p:cNvPr>
          <p:cNvSpPr>
            <a:spLocks/>
          </p:cNvSpPr>
          <p:nvPr userDrawn="1"/>
        </p:nvSpPr>
        <p:spPr bwMode="auto">
          <a:xfrm>
            <a:off x="6660778" y="0"/>
            <a:ext cx="3772450" cy="2360543"/>
          </a:xfrm>
          <a:custGeom>
            <a:avLst/>
            <a:gdLst>
              <a:gd name="T0" fmla="*/ 56 w 2374"/>
              <a:gd name="T1" fmla="*/ 0 h 1485"/>
              <a:gd name="T2" fmla="*/ 59 w 2374"/>
              <a:gd name="T3" fmla="*/ 11 h 1485"/>
              <a:gd name="T4" fmla="*/ 88 w 2374"/>
              <a:gd name="T5" fmla="*/ 79 h 1485"/>
              <a:gd name="T6" fmla="*/ 74 w 2374"/>
              <a:gd name="T7" fmla="*/ 178 h 1485"/>
              <a:gd name="T8" fmla="*/ 29 w 2374"/>
              <a:gd name="T9" fmla="*/ 236 h 1485"/>
              <a:gd name="T10" fmla="*/ 30 w 2374"/>
              <a:gd name="T11" fmla="*/ 360 h 1485"/>
              <a:gd name="T12" fmla="*/ 77 w 2374"/>
              <a:gd name="T13" fmla="*/ 417 h 1485"/>
              <a:gd name="T14" fmla="*/ 93 w 2374"/>
              <a:gd name="T15" fmla="*/ 516 h 1485"/>
              <a:gd name="T16" fmla="*/ 67 w 2374"/>
              <a:gd name="T17" fmla="*/ 584 h 1485"/>
              <a:gd name="T18" fmla="*/ 105 w 2374"/>
              <a:gd name="T19" fmla="*/ 703 h 1485"/>
              <a:gd name="T20" fmla="*/ 166 w 2374"/>
              <a:gd name="T21" fmla="*/ 743 h 1485"/>
              <a:gd name="T22" fmla="*/ 210 w 2374"/>
              <a:gd name="T23" fmla="*/ 833 h 1485"/>
              <a:gd name="T24" fmla="*/ 205 w 2374"/>
              <a:gd name="T25" fmla="*/ 906 h 1485"/>
              <a:gd name="T26" fmla="*/ 275 w 2374"/>
              <a:gd name="T27" fmla="*/ 1008 h 1485"/>
              <a:gd name="T28" fmla="*/ 345 w 2374"/>
              <a:gd name="T29" fmla="*/ 1028 h 1485"/>
              <a:gd name="T30" fmla="*/ 414 w 2374"/>
              <a:gd name="T31" fmla="*/ 1100 h 1485"/>
              <a:gd name="T32" fmla="*/ 430 w 2374"/>
              <a:gd name="T33" fmla="*/ 1172 h 1485"/>
              <a:gd name="T34" fmla="*/ 527 w 2374"/>
              <a:gd name="T35" fmla="*/ 1248 h 1485"/>
              <a:gd name="T36" fmla="*/ 600 w 2374"/>
              <a:gd name="T37" fmla="*/ 1246 h 1485"/>
              <a:gd name="T38" fmla="*/ 687 w 2374"/>
              <a:gd name="T39" fmla="*/ 1295 h 1485"/>
              <a:gd name="T40" fmla="*/ 723 w 2374"/>
              <a:gd name="T41" fmla="*/ 1359 h 1485"/>
              <a:gd name="T42" fmla="*/ 838 w 2374"/>
              <a:gd name="T43" fmla="*/ 1403 h 1485"/>
              <a:gd name="T44" fmla="*/ 907 w 2374"/>
              <a:gd name="T45" fmla="*/ 1379 h 1485"/>
              <a:gd name="T46" fmla="*/ 1004 w 2374"/>
              <a:gd name="T47" fmla="*/ 1400 h 1485"/>
              <a:gd name="T48" fmla="*/ 1058 w 2374"/>
              <a:gd name="T49" fmla="*/ 1450 h 1485"/>
              <a:gd name="T50" fmla="*/ 1181 w 2374"/>
              <a:gd name="T51" fmla="*/ 1458 h 1485"/>
              <a:gd name="T52" fmla="*/ 1240 w 2374"/>
              <a:gd name="T53" fmla="*/ 1415 h 1485"/>
              <a:gd name="T54" fmla="*/ 1339 w 2374"/>
              <a:gd name="T55" fmla="*/ 1406 h 1485"/>
              <a:gd name="T56" fmla="*/ 1404 w 2374"/>
              <a:gd name="T57" fmla="*/ 1437 h 1485"/>
              <a:gd name="T58" fmla="*/ 1524 w 2374"/>
              <a:gd name="T59" fmla="*/ 1408 h 1485"/>
              <a:gd name="T60" fmla="*/ 1568 w 2374"/>
              <a:gd name="T61" fmla="*/ 1349 h 1485"/>
              <a:gd name="T62" fmla="*/ 1660 w 2374"/>
              <a:gd name="T63" fmla="*/ 1311 h 1485"/>
              <a:gd name="T64" fmla="*/ 1732 w 2374"/>
              <a:gd name="T65" fmla="*/ 1322 h 1485"/>
              <a:gd name="T66" fmla="*/ 1838 w 2374"/>
              <a:gd name="T67" fmla="*/ 1258 h 1485"/>
              <a:gd name="T68" fmla="*/ 1862 w 2374"/>
              <a:gd name="T69" fmla="*/ 1189 h 1485"/>
              <a:gd name="T70" fmla="*/ 1939 w 2374"/>
              <a:gd name="T71" fmla="*/ 1125 h 1485"/>
              <a:gd name="T72" fmla="*/ 2011 w 2374"/>
              <a:gd name="T73" fmla="*/ 1114 h 1485"/>
              <a:gd name="T74" fmla="*/ 2094 w 2374"/>
              <a:gd name="T75" fmla="*/ 1021 h 1485"/>
              <a:gd name="T76" fmla="*/ 2097 w 2374"/>
              <a:gd name="T77" fmla="*/ 948 h 1485"/>
              <a:gd name="T78" fmla="*/ 2152 w 2374"/>
              <a:gd name="T79" fmla="*/ 864 h 1485"/>
              <a:gd name="T80" fmla="*/ 2218 w 2374"/>
              <a:gd name="T81" fmla="*/ 832 h 1485"/>
              <a:gd name="T82" fmla="*/ 2270 w 2374"/>
              <a:gd name="T83" fmla="*/ 719 h 1485"/>
              <a:gd name="T84" fmla="*/ 2252 w 2374"/>
              <a:gd name="T85" fmla="*/ 648 h 1485"/>
              <a:gd name="T86" fmla="*/ 2280 w 2374"/>
              <a:gd name="T87" fmla="*/ 551 h 1485"/>
              <a:gd name="T88" fmla="*/ 2333 w 2374"/>
              <a:gd name="T89" fmla="*/ 501 h 1485"/>
              <a:gd name="T90" fmla="*/ 2350 w 2374"/>
              <a:gd name="T91" fmla="*/ 378 h 1485"/>
              <a:gd name="T92" fmla="*/ 2312 w 2374"/>
              <a:gd name="T93" fmla="*/ 315 h 1485"/>
              <a:gd name="T94" fmla="*/ 2311 w 2374"/>
              <a:gd name="T95" fmla="*/ 215 h 1485"/>
              <a:gd name="T96" fmla="*/ 2347 w 2374"/>
              <a:gd name="T97" fmla="*/ 151 h 1485"/>
              <a:gd name="T98" fmla="*/ 2327 w 2374"/>
              <a:gd name="T99" fmla="*/ 28 h 1485"/>
              <a:gd name="T100" fmla="*/ 2296 w 2374"/>
              <a:gd name="T101" fmla="*/ 0 h 1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74" h="1485">
                <a:moveTo>
                  <a:pt x="56" y="0"/>
                </a:moveTo>
                <a:cubicBezTo>
                  <a:pt x="57" y="4"/>
                  <a:pt x="58" y="7"/>
                  <a:pt x="59" y="11"/>
                </a:cubicBezTo>
                <a:cubicBezTo>
                  <a:pt x="88" y="79"/>
                  <a:pt x="88" y="79"/>
                  <a:pt x="88" y="79"/>
                </a:cubicBezTo>
                <a:cubicBezTo>
                  <a:pt x="102" y="112"/>
                  <a:pt x="96" y="150"/>
                  <a:pt x="74" y="178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0" y="272"/>
                  <a:pt x="1" y="325"/>
                  <a:pt x="30" y="360"/>
                </a:cubicBezTo>
                <a:cubicBezTo>
                  <a:pt x="77" y="417"/>
                  <a:pt x="77" y="417"/>
                  <a:pt x="77" y="417"/>
                </a:cubicBezTo>
                <a:cubicBezTo>
                  <a:pt x="100" y="444"/>
                  <a:pt x="106" y="482"/>
                  <a:pt x="93" y="516"/>
                </a:cubicBezTo>
                <a:cubicBezTo>
                  <a:pt x="67" y="584"/>
                  <a:pt x="67" y="584"/>
                  <a:pt x="67" y="584"/>
                </a:cubicBezTo>
                <a:cubicBezTo>
                  <a:pt x="50" y="628"/>
                  <a:pt x="66" y="678"/>
                  <a:pt x="105" y="703"/>
                </a:cubicBezTo>
                <a:cubicBezTo>
                  <a:pt x="166" y="743"/>
                  <a:pt x="166" y="743"/>
                  <a:pt x="166" y="743"/>
                </a:cubicBezTo>
                <a:cubicBezTo>
                  <a:pt x="196" y="762"/>
                  <a:pt x="213" y="797"/>
                  <a:pt x="210" y="833"/>
                </a:cubicBezTo>
                <a:cubicBezTo>
                  <a:pt x="205" y="906"/>
                  <a:pt x="205" y="906"/>
                  <a:pt x="205" y="906"/>
                </a:cubicBezTo>
                <a:cubicBezTo>
                  <a:pt x="201" y="953"/>
                  <a:pt x="231" y="995"/>
                  <a:pt x="275" y="1008"/>
                </a:cubicBezTo>
                <a:cubicBezTo>
                  <a:pt x="345" y="1028"/>
                  <a:pt x="345" y="1028"/>
                  <a:pt x="345" y="1028"/>
                </a:cubicBezTo>
                <a:cubicBezTo>
                  <a:pt x="380" y="1037"/>
                  <a:pt x="406" y="1065"/>
                  <a:pt x="414" y="1100"/>
                </a:cubicBezTo>
                <a:cubicBezTo>
                  <a:pt x="430" y="1172"/>
                  <a:pt x="430" y="1172"/>
                  <a:pt x="430" y="1172"/>
                </a:cubicBezTo>
                <a:cubicBezTo>
                  <a:pt x="440" y="1218"/>
                  <a:pt x="481" y="1250"/>
                  <a:pt x="527" y="1248"/>
                </a:cubicBezTo>
                <a:cubicBezTo>
                  <a:pt x="600" y="1246"/>
                  <a:pt x="600" y="1246"/>
                  <a:pt x="600" y="1246"/>
                </a:cubicBezTo>
                <a:cubicBezTo>
                  <a:pt x="636" y="1245"/>
                  <a:pt x="669" y="1264"/>
                  <a:pt x="687" y="1295"/>
                </a:cubicBezTo>
                <a:cubicBezTo>
                  <a:pt x="723" y="1359"/>
                  <a:pt x="723" y="1359"/>
                  <a:pt x="723" y="1359"/>
                </a:cubicBezTo>
                <a:cubicBezTo>
                  <a:pt x="746" y="1400"/>
                  <a:pt x="794" y="1418"/>
                  <a:pt x="838" y="1403"/>
                </a:cubicBezTo>
                <a:cubicBezTo>
                  <a:pt x="907" y="1379"/>
                  <a:pt x="907" y="1379"/>
                  <a:pt x="907" y="1379"/>
                </a:cubicBezTo>
                <a:cubicBezTo>
                  <a:pt x="941" y="1368"/>
                  <a:pt x="978" y="1376"/>
                  <a:pt x="1004" y="1400"/>
                </a:cubicBezTo>
                <a:cubicBezTo>
                  <a:pt x="1058" y="1450"/>
                  <a:pt x="1058" y="1450"/>
                  <a:pt x="1058" y="1450"/>
                </a:cubicBezTo>
                <a:cubicBezTo>
                  <a:pt x="1092" y="1482"/>
                  <a:pt x="1143" y="1485"/>
                  <a:pt x="1181" y="1458"/>
                </a:cubicBezTo>
                <a:cubicBezTo>
                  <a:pt x="1240" y="1415"/>
                  <a:pt x="1240" y="1415"/>
                  <a:pt x="1240" y="1415"/>
                </a:cubicBezTo>
                <a:cubicBezTo>
                  <a:pt x="1269" y="1393"/>
                  <a:pt x="1307" y="1390"/>
                  <a:pt x="1339" y="1406"/>
                </a:cubicBezTo>
                <a:cubicBezTo>
                  <a:pt x="1404" y="1437"/>
                  <a:pt x="1404" y="1437"/>
                  <a:pt x="1404" y="1437"/>
                </a:cubicBezTo>
                <a:cubicBezTo>
                  <a:pt x="1446" y="1458"/>
                  <a:pt x="1496" y="1445"/>
                  <a:pt x="1524" y="1408"/>
                </a:cubicBezTo>
                <a:cubicBezTo>
                  <a:pt x="1568" y="1349"/>
                  <a:pt x="1568" y="1349"/>
                  <a:pt x="1568" y="1349"/>
                </a:cubicBezTo>
                <a:cubicBezTo>
                  <a:pt x="1589" y="1320"/>
                  <a:pt x="1625" y="1306"/>
                  <a:pt x="1660" y="1311"/>
                </a:cubicBezTo>
                <a:cubicBezTo>
                  <a:pt x="1732" y="1322"/>
                  <a:pt x="1732" y="1322"/>
                  <a:pt x="1732" y="1322"/>
                </a:cubicBezTo>
                <a:cubicBezTo>
                  <a:pt x="1777" y="1329"/>
                  <a:pt x="1822" y="1302"/>
                  <a:pt x="1838" y="1258"/>
                </a:cubicBezTo>
                <a:cubicBezTo>
                  <a:pt x="1862" y="1189"/>
                  <a:pt x="1862" y="1189"/>
                  <a:pt x="1862" y="1189"/>
                </a:cubicBezTo>
                <a:cubicBezTo>
                  <a:pt x="1874" y="1155"/>
                  <a:pt x="1904" y="1130"/>
                  <a:pt x="1939" y="1125"/>
                </a:cubicBezTo>
                <a:cubicBezTo>
                  <a:pt x="2011" y="1114"/>
                  <a:pt x="2011" y="1114"/>
                  <a:pt x="2011" y="1114"/>
                </a:cubicBezTo>
                <a:cubicBezTo>
                  <a:pt x="2057" y="1107"/>
                  <a:pt x="2092" y="1068"/>
                  <a:pt x="2094" y="1021"/>
                </a:cubicBezTo>
                <a:cubicBezTo>
                  <a:pt x="2097" y="948"/>
                  <a:pt x="2097" y="948"/>
                  <a:pt x="2097" y="948"/>
                </a:cubicBezTo>
                <a:cubicBezTo>
                  <a:pt x="2099" y="912"/>
                  <a:pt x="2120" y="880"/>
                  <a:pt x="2152" y="864"/>
                </a:cubicBezTo>
                <a:cubicBezTo>
                  <a:pt x="2218" y="832"/>
                  <a:pt x="2218" y="832"/>
                  <a:pt x="2218" y="832"/>
                </a:cubicBezTo>
                <a:cubicBezTo>
                  <a:pt x="2259" y="812"/>
                  <a:pt x="2281" y="764"/>
                  <a:pt x="2270" y="719"/>
                </a:cubicBezTo>
                <a:cubicBezTo>
                  <a:pt x="2252" y="648"/>
                  <a:pt x="2252" y="648"/>
                  <a:pt x="2252" y="648"/>
                </a:cubicBezTo>
                <a:cubicBezTo>
                  <a:pt x="2243" y="613"/>
                  <a:pt x="2254" y="576"/>
                  <a:pt x="2280" y="551"/>
                </a:cubicBezTo>
                <a:cubicBezTo>
                  <a:pt x="2333" y="501"/>
                  <a:pt x="2333" y="501"/>
                  <a:pt x="2333" y="501"/>
                </a:cubicBezTo>
                <a:cubicBezTo>
                  <a:pt x="2367" y="469"/>
                  <a:pt x="2374" y="418"/>
                  <a:pt x="2350" y="378"/>
                </a:cubicBezTo>
                <a:cubicBezTo>
                  <a:pt x="2312" y="315"/>
                  <a:pt x="2312" y="315"/>
                  <a:pt x="2312" y="315"/>
                </a:cubicBezTo>
                <a:cubicBezTo>
                  <a:pt x="2293" y="284"/>
                  <a:pt x="2293" y="246"/>
                  <a:pt x="2311" y="215"/>
                </a:cubicBezTo>
                <a:cubicBezTo>
                  <a:pt x="2347" y="151"/>
                  <a:pt x="2347" y="151"/>
                  <a:pt x="2347" y="151"/>
                </a:cubicBezTo>
                <a:cubicBezTo>
                  <a:pt x="2370" y="110"/>
                  <a:pt x="2362" y="59"/>
                  <a:pt x="2327" y="28"/>
                </a:cubicBezTo>
                <a:cubicBezTo>
                  <a:pt x="2296" y="0"/>
                  <a:pt x="2296" y="0"/>
                  <a:pt x="2296" y="0"/>
                </a:cubicBezTo>
              </a:path>
            </a:pathLst>
          </a:custGeom>
          <a:noFill/>
          <a:ln w="8255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6E984CCF-CB3A-7942-4B1E-7426F2D1C3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8667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line [2]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34DB1D6-35C2-51F8-46B2-E8E67E805187}"/>
              </a:ext>
            </a:extLst>
          </p:cNvPr>
          <p:cNvGrpSpPr/>
          <p:nvPr userDrawn="1"/>
        </p:nvGrpSpPr>
        <p:grpSpPr>
          <a:xfrm>
            <a:off x="-1" y="0"/>
            <a:ext cx="12193200" cy="6856515"/>
            <a:chOff x="-1" y="0"/>
            <a:chExt cx="12193200" cy="6856515"/>
          </a:xfrm>
        </p:grpSpPr>
        <p:sp>
          <p:nvSpPr>
            <p:cNvPr id="8" name="Freeform 35">
              <a:extLst>
                <a:ext uri="{FF2B5EF4-FFF2-40B4-BE49-F238E27FC236}">
                  <a16:creationId xmlns:a16="http://schemas.microsoft.com/office/drawing/2014/main" id="{506D6182-12A5-2919-72DD-B35B27D99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93287" y="0"/>
              <a:ext cx="5417280" cy="5233058"/>
            </a:xfrm>
            <a:custGeom>
              <a:avLst/>
              <a:gdLst>
                <a:gd name="T0" fmla="*/ 3380 w 3413"/>
                <a:gd name="T1" fmla="*/ 1547 h 3296"/>
                <a:gd name="T2" fmla="*/ 3367 w 3413"/>
                <a:gd name="T3" fmla="*/ 1372 h 3296"/>
                <a:gd name="T4" fmla="*/ 3335 w 3413"/>
                <a:gd name="T5" fmla="*/ 1200 h 3296"/>
                <a:gd name="T6" fmla="*/ 3285 w 3413"/>
                <a:gd name="T7" fmla="*/ 1031 h 3296"/>
                <a:gd name="T8" fmla="*/ 3218 w 3413"/>
                <a:gd name="T9" fmla="*/ 870 h 3296"/>
                <a:gd name="T10" fmla="*/ 3135 w 3413"/>
                <a:gd name="T11" fmla="*/ 715 h 3296"/>
                <a:gd name="T12" fmla="*/ 3035 w 3413"/>
                <a:gd name="T13" fmla="*/ 571 h 3296"/>
                <a:gd name="T14" fmla="*/ 2922 w 3413"/>
                <a:gd name="T15" fmla="*/ 438 h 3296"/>
                <a:gd name="T16" fmla="*/ 2794 w 3413"/>
                <a:gd name="T17" fmla="*/ 317 h 3296"/>
                <a:gd name="T18" fmla="*/ 2655 w 3413"/>
                <a:gd name="T19" fmla="*/ 210 h 3296"/>
                <a:gd name="T20" fmla="*/ 2506 w 3413"/>
                <a:gd name="T21" fmla="*/ 119 h 3296"/>
                <a:gd name="T22" fmla="*/ 2348 w 3413"/>
                <a:gd name="T23" fmla="*/ 43 h 3296"/>
                <a:gd name="T24" fmla="*/ 2293 w 3413"/>
                <a:gd name="T25" fmla="*/ 0 h 3296"/>
                <a:gd name="T26" fmla="*/ 2190 w 3413"/>
                <a:gd name="T27" fmla="*/ 0 h 3296"/>
                <a:gd name="T28" fmla="*/ 1223 w 3413"/>
                <a:gd name="T29" fmla="*/ 0 h 3296"/>
                <a:gd name="T30" fmla="*/ 1120 w 3413"/>
                <a:gd name="T31" fmla="*/ 0 h 3296"/>
                <a:gd name="T32" fmla="*/ 1065 w 3413"/>
                <a:gd name="T33" fmla="*/ 43 h 3296"/>
                <a:gd name="T34" fmla="*/ 907 w 3413"/>
                <a:gd name="T35" fmla="*/ 119 h 3296"/>
                <a:gd name="T36" fmla="*/ 757 w 3413"/>
                <a:gd name="T37" fmla="*/ 210 h 3296"/>
                <a:gd name="T38" fmla="*/ 618 w 3413"/>
                <a:gd name="T39" fmla="*/ 317 h 3296"/>
                <a:gd name="T40" fmla="*/ 491 w 3413"/>
                <a:gd name="T41" fmla="*/ 438 h 3296"/>
                <a:gd name="T42" fmla="*/ 378 w 3413"/>
                <a:gd name="T43" fmla="*/ 571 h 3296"/>
                <a:gd name="T44" fmla="*/ 278 w 3413"/>
                <a:gd name="T45" fmla="*/ 715 h 3296"/>
                <a:gd name="T46" fmla="*/ 195 w 3413"/>
                <a:gd name="T47" fmla="*/ 870 h 3296"/>
                <a:gd name="T48" fmla="*/ 128 w 3413"/>
                <a:gd name="T49" fmla="*/ 1031 h 3296"/>
                <a:gd name="T50" fmla="*/ 78 w 3413"/>
                <a:gd name="T51" fmla="*/ 1200 h 3296"/>
                <a:gd name="T52" fmla="*/ 46 w 3413"/>
                <a:gd name="T53" fmla="*/ 1372 h 3296"/>
                <a:gd name="T54" fmla="*/ 32 w 3413"/>
                <a:gd name="T55" fmla="*/ 1547 h 3296"/>
                <a:gd name="T56" fmla="*/ 37 w 3413"/>
                <a:gd name="T57" fmla="*/ 1722 h 3296"/>
                <a:gd name="T58" fmla="*/ 60 w 3413"/>
                <a:gd name="T59" fmla="*/ 1896 h 3296"/>
                <a:gd name="T60" fmla="*/ 101 w 3413"/>
                <a:gd name="T61" fmla="*/ 2066 h 3296"/>
                <a:gd name="T62" fmla="*/ 160 w 3413"/>
                <a:gd name="T63" fmla="*/ 2231 h 3296"/>
                <a:gd name="T64" fmla="*/ 235 w 3413"/>
                <a:gd name="T65" fmla="*/ 2389 h 3296"/>
                <a:gd name="T66" fmla="*/ 327 w 3413"/>
                <a:gd name="T67" fmla="*/ 2539 h 3296"/>
                <a:gd name="T68" fmla="*/ 434 w 3413"/>
                <a:gd name="T69" fmla="*/ 2678 h 3296"/>
                <a:gd name="T70" fmla="*/ 554 w 3413"/>
                <a:gd name="T71" fmla="*/ 2805 h 3296"/>
                <a:gd name="T72" fmla="*/ 688 w 3413"/>
                <a:gd name="T73" fmla="*/ 2919 h 3296"/>
                <a:gd name="T74" fmla="*/ 832 w 3413"/>
                <a:gd name="T75" fmla="*/ 3018 h 3296"/>
                <a:gd name="T76" fmla="*/ 986 w 3413"/>
                <a:gd name="T77" fmla="*/ 3101 h 3296"/>
                <a:gd name="T78" fmla="*/ 1148 w 3413"/>
                <a:gd name="T79" fmla="*/ 3168 h 3296"/>
                <a:gd name="T80" fmla="*/ 1230 w 3413"/>
                <a:gd name="T81" fmla="*/ 3195 h 3296"/>
                <a:gd name="T82" fmla="*/ 1401 w 3413"/>
                <a:gd name="T83" fmla="*/ 3236 h 3296"/>
                <a:gd name="T84" fmla="*/ 1574 w 3413"/>
                <a:gd name="T85" fmla="*/ 3259 h 3296"/>
                <a:gd name="T86" fmla="*/ 1750 w 3413"/>
                <a:gd name="T87" fmla="*/ 3264 h 3296"/>
                <a:gd name="T88" fmla="*/ 1839 w 3413"/>
                <a:gd name="T89" fmla="*/ 3259 h 3296"/>
                <a:gd name="T90" fmla="*/ 2012 w 3413"/>
                <a:gd name="T91" fmla="*/ 3236 h 3296"/>
                <a:gd name="T92" fmla="*/ 2183 w 3413"/>
                <a:gd name="T93" fmla="*/ 3195 h 3296"/>
                <a:gd name="T94" fmla="*/ 2265 w 3413"/>
                <a:gd name="T95" fmla="*/ 3168 h 3296"/>
                <a:gd name="T96" fmla="*/ 2427 w 3413"/>
                <a:gd name="T97" fmla="*/ 3101 h 3296"/>
                <a:gd name="T98" fmla="*/ 2581 w 3413"/>
                <a:gd name="T99" fmla="*/ 3018 h 3296"/>
                <a:gd name="T100" fmla="*/ 2725 w 3413"/>
                <a:gd name="T101" fmla="*/ 2919 h 3296"/>
                <a:gd name="T102" fmla="*/ 2859 w 3413"/>
                <a:gd name="T103" fmla="*/ 2805 h 3296"/>
                <a:gd name="T104" fmla="*/ 2979 w 3413"/>
                <a:gd name="T105" fmla="*/ 2678 h 3296"/>
                <a:gd name="T106" fmla="*/ 3086 w 3413"/>
                <a:gd name="T107" fmla="*/ 2539 h 3296"/>
                <a:gd name="T108" fmla="*/ 3178 w 3413"/>
                <a:gd name="T109" fmla="*/ 2389 h 3296"/>
                <a:gd name="T110" fmla="*/ 3253 w 3413"/>
                <a:gd name="T111" fmla="*/ 2231 h 3296"/>
                <a:gd name="T112" fmla="*/ 3312 w 3413"/>
                <a:gd name="T113" fmla="*/ 2066 h 3296"/>
                <a:gd name="T114" fmla="*/ 3353 w 3413"/>
                <a:gd name="T115" fmla="*/ 1896 h 3296"/>
                <a:gd name="T116" fmla="*/ 3376 w 3413"/>
                <a:gd name="T117" fmla="*/ 1722 h 3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13" h="3296">
                  <a:moveTo>
                    <a:pt x="3380" y="1633"/>
                  </a:moveTo>
                  <a:cubicBezTo>
                    <a:pt x="3350" y="1612"/>
                    <a:pt x="3350" y="1567"/>
                    <a:pt x="3380" y="1547"/>
                  </a:cubicBezTo>
                  <a:cubicBezTo>
                    <a:pt x="3413" y="1525"/>
                    <a:pt x="3411" y="1476"/>
                    <a:pt x="3376" y="1458"/>
                  </a:cubicBezTo>
                  <a:cubicBezTo>
                    <a:pt x="3343" y="1440"/>
                    <a:pt x="3338" y="1395"/>
                    <a:pt x="3367" y="1372"/>
                  </a:cubicBezTo>
                  <a:cubicBezTo>
                    <a:pt x="3397" y="1347"/>
                    <a:pt x="3389" y="1298"/>
                    <a:pt x="3353" y="1284"/>
                  </a:cubicBezTo>
                  <a:cubicBezTo>
                    <a:pt x="3318" y="1270"/>
                    <a:pt x="3309" y="1226"/>
                    <a:pt x="3335" y="1200"/>
                  </a:cubicBezTo>
                  <a:cubicBezTo>
                    <a:pt x="3362" y="1171"/>
                    <a:pt x="3350" y="1124"/>
                    <a:pt x="3312" y="1113"/>
                  </a:cubicBezTo>
                  <a:cubicBezTo>
                    <a:pt x="3276" y="1103"/>
                    <a:pt x="3262" y="1060"/>
                    <a:pt x="3285" y="1031"/>
                  </a:cubicBezTo>
                  <a:cubicBezTo>
                    <a:pt x="3310" y="1001"/>
                    <a:pt x="3292" y="955"/>
                    <a:pt x="3253" y="948"/>
                  </a:cubicBezTo>
                  <a:cubicBezTo>
                    <a:pt x="3217" y="942"/>
                    <a:pt x="3198" y="901"/>
                    <a:pt x="3218" y="870"/>
                  </a:cubicBezTo>
                  <a:cubicBezTo>
                    <a:pt x="3239" y="836"/>
                    <a:pt x="3217" y="793"/>
                    <a:pt x="3178" y="790"/>
                  </a:cubicBezTo>
                  <a:cubicBezTo>
                    <a:pt x="3141" y="788"/>
                    <a:pt x="3118" y="749"/>
                    <a:pt x="3135" y="715"/>
                  </a:cubicBezTo>
                  <a:cubicBezTo>
                    <a:pt x="3152" y="680"/>
                    <a:pt x="3125" y="639"/>
                    <a:pt x="3086" y="641"/>
                  </a:cubicBezTo>
                  <a:cubicBezTo>
                    <a:pt x="3049" y="642"/>
                    <a:pt x="3022" y="606"/>
                    <a:pt x="3035" y="571"/>
                  </a:cubicBezTo>
                  <a:cubicBezTo>
                    <a:pt x="3049" y="534"/>
                    <a:pt x="3018" y="496"/>
                    <a:pt x="2979" y="502"/>
                  </a:cubicBezTo>
                  <a:cubicBezTo>
                    <a:pt x="2943" y="507"/>
                    <a:pt x="2912" y="473"/>
                    <a:pt x="2922" y="438"/>
                  </a:cubicBezTo>
                  <a:cubicBezTo>
                    <a:pt x="2931" y="400"/>
                    <a:pt x="2897" y="365"/>
                    <a:pt x="2859" y="375"/>
                  </a:cubicBezTo>
                  <a:cubicBezTo>
                    <a:pt x="2823" y="384"/>
                    <a:pt x="2789" y="354"/>
                    <a:pt x="2794" y="317"/>
                  </a:cubicBezTo>
                  <a:cubicBezTo>
                    <a:pt x="2800" y="278"/>
                    <a:pt x="2762" y="247"/>
                    <a:pt x="2725" y="261"/>
                  </a:cubicBezTo>
                  <a:cubicBezTo>
                    <a:pt x="2691" y="274"/>
                    <a:pt x="2654" y="247"/>
                    <a:pt x="2655" y="210"/>
                  </a:cubicBezTo>
                  <a:cubicBezTo>
                    <a:pt x="2657" y="171"/>
                    <a:pt x="2616" y="144"/>
                    <a:pt x="2581" y="162"/>
                  </a:cubicBezTo>
                  <a:cubicBezTo>
                    <a:pt x="2548" y="178"/>
                    <a:pt x="2508" y="155"/>
                    <a:pt x="2506" y="119"/>
                  </a:cubicBezTo>
                  <a:cubicBezTo>
                    <a:pt x="2504" y="79"/>
                    <a:pt x="2460" y="57"/>
                    <a:pt x="2427" y="78"/>
                  </a:cubicBezTo>
                  <a:cubicBezTo>
                    <a:pt x="2395" y="98"/>
                    <a:pt x="2354" y="79"/>
                    <a:pt x="2348" y="43"/>
                  </a:cubicBezTo>
                  <a:cubicBezTo>
                    <a:pt x="2344" y="18"/>
                    <a:pt x="2323" y="2"/>
                    <a:pt x="2300" y="0"/>
                  </a:cubicBezTo>
                  <a:cubicBezTo>
                    <a:pt x="2293" y="0"/>
                    <a:pt x="2293" y="0"/>
                    <a:pt x="2293" y="0"/>
                  </a:cubicBezTo>
                  <a:cubicBezTo>
                    <a:pt x="2283" y="1"/>
                    <a:pt x="2273" y="4"/>
                    <a:pt x="2265" y="11"/>
                  </a:cubicBezTo>
                  <a:cubicBezTo>
                    <a:pt x="2240" y="30"/>
                    <a:pt x="2206" y="24"/>
                    <a:pt x="2190" y="0"/>
                  </a:cubicBezTo>
                  <a:cubicBezTo>
                    <a:pt x="1798" y="0"/>
                    <a:pt x="1798" y="0"/>
                    <a:pt x="1798" y="0"/>
                  </a:cubicBezTo>
                  <a:cubicBezTo>
                    <a:pt x="1223" y="0"/>
                    <a:pt x="1223" y="0"/>
                    <a:pt x="1223" y="0"/>
                  </a:cubicBezTo>
                  <a:cubicBezTo>
                    <a:pt x="1206" y="24"/>
                    <a:pt x="1172" y="30"/>
                    <a:pt x="1148" y="11"/>
                  </a:cubicBezTo>
                  <a:cubicBezTo>
                    <a:pt x="1140" y="4"/>
                    <a:pt x="1130" y="1"/>
                    <a:pt x="1120" y="0"/>
                  </a:cubicBezTo>
                  <a:cubicBezTo>
                    <a:pt x="1112" y="0"/>
                    <a:pt x="1112" y="0"/>
                    <a:pt x="1112" y="0"/>
                  </a:cubicBezTo>
                  <a:cubicBezTo>
                    <a:pt x="1090" y="2"/>
                    <a:pt x="1069" y="18"/>
                    <a:pt x="1065" y="43"/>
                  </a:cubicBezTo>
                  <a:cubicBezTo>
                    <a:pt x="1059" y="79"/>
                    <a:pt x="1017" y="98"/>
                    <a:pt x="986" y="78"/>
                  </a:cubicBezTo>
                  <a:cubicBezTo>
                    <a:pt x="953" y="57"/>
                    <a:pt x="909" y="79"/>
                    <a:pt x="907" y="119"/>
                  </a:cubicBezTo>
                  <a:cubicBezTo>
                    <a:pt x="904" y="155"/>
                    <a:pt x="865" y="178"/>
                    <a:pt x="832" y="162"/>
                  </a:cubicBezTo>
                  <a:cubicBezTo>
                    <a:pt x="797" y="144"/>
                    <a:pt x="756" y="171"/>
                    <a:pt x="757" y="210"/>
                  </a:cubicBezTo>
                  <a:cubicBezTo>
                    <a:pt x="759" y="247"/>
                    <a:pt x="722" y="274"/>
                    <a:pt x="688" y="261"/>
                  </a:cubicBezTo>
                  <a:cubicBezTo>
                    <a:pt x="651" y="247"/>
                    <a:pt x="613" y="278"/>
                    <a:pt x="618" y="317"/>
                  </a:cubicBezTo>
                  <a:cubicBezTo>
                    <a:pt x="624" y="354"/>
                    <a:pt x="590" y="384"/>
                    <a:pt x="554" y="375"/>
                  </a:cubicBezTo>
                  <a:cubicBezTo>
                    <a:pt x="516" y="365"/>
                    <a:pt x="482" y="400"/>
                    <a:pt x="491" y="438"/>
                  </a:cubicBezTo>
                  <a:cubicBezTo>
                    <a:pt x="500" y="473"/>
                    <a:pt x="470" y="507"/>
                    <a:pt x="434" y="502"/>
                  </a:cubicBezTo>
                  <a:cubicBezTo>
                    <a:pt x="395" y="496"/>
                    <a:pt x="364" y="534"/>
                    <a:pt x="378" y="571"/>
                  </a:cubicBezTo>
                  <a:cubicBezTo>
                    <a:pt x="390" y="606"/>
                    <a:pt x="364" y="642"/>
                    <a:pt x="327" y="641"/>
                  </a:cubicBezTo>
                  <a:cubicBezTo>
                    <a:pt x="288" y="639"/>
                    <a:pt x="261" y="680"/>
                    <a:pt x="278" y="715"/>
                  </a:cubicBezTo>
                  <a:cubicBezTo>
                    <a:pt x="295" y="749"/>
                    <a:pt x="272" y="788"/>
                    <a:pt x="235" y="790"/>
                  </a:cubicBezTo>
                  <a:cubicBezTo>
                    <a:pt x="196" y="793"/>
                    <a:pt x="174" y="836"/>
                    <a:pt x="195" y="870"/>
                  </a:cubicBezTo>
                  <a:cubicBezTo>
                    <a:pt x="215" y="901"/>
                    <a:pt x="196" y="942"/>
                    <a:pt x="160" y="948"/>
                  </a:cubicBezTo>
                  <a:cubicBezTo>
                    <a:pt x="121" y="955"/>
                    <a:pt x="103" y="1001"/>
                    <a:pt x="128" y="1031"/>
                  </a:cubicBezTo>
                  <a:cubicBezTo>
                    <a:pt x="151" y="1060"/>
                    <a:pt x="137" y="1103"/>
                    <a:pt x="101" y="1113"/>
                  </a:cubicBezTo>
                  <a:cubicBezTo>
                    <a:pt x="63" y="1124"/>
                    <a:pt x="51" y="1171"/>
                    <a:pt x="78" y="1200"/>
                  </a:cubicBezTo>
                  <a:cubicBezTo>
                    <a:pt x="104" y="1226"/>
                    <a:pt x="94" y="1270"/>
                    <a:pt x="60" y="1284"/>
                  </a:cubicBezTo>
                  <a:cubicBezTo>
                    <a:pt x="24" y="1298"/>
                    <a:pt x="16" y="1347"/>
                    <a:pt x="46" y="1372"/>
                  </a:cubicBezTo>
                  <a:cubicBezTo>
                    <a:pt x="75" y="1395"/>
                    <a:pt x="70" y="1440"/>
                    <a:pt x="37" y="1458"/>
                  </a:cubicBezTo>
                  <a:cubicBezTo>
                    <a:pt x="2" y="1476"/>
                    <a:pt x="0" y="1525"/>
                    <a:pt x="32" y="1547"/>
                  </a:cubicBezTo>
                  <a:cubicBezTo>
                    <a:pt x="63" y="1567"/>
                    <a:pt x="63" y="1612"/>
                    <a:pt x="32" y="1633"/>
                  </a:cubicBezTo>
                  <a:cubicBezTo>
                    <a:pt x="0" y="1655"/>
                    <a:pt x="2" y="1704"/>
                    <a:pt x="37" y="1722"/>
                  </a:cubicBezTo>
                  <a:cubicBezTo>
                    <a:pt x="70" y="1739"/>
                    <a:pt x="75" y="1784"/>
                    <a:pt x="46" y="1808"/>
                  </a:cubicBezTo>
                  <a:cubicBezTo>
                    <a:pt x="16" y="1833"/>
                    <a:pt x="24" y="1881"/>
                    <a:pt x="60" y="1896"/>
                  </a:cubicBezTo>
                  <a:cubicBezTo>
                    <a:pt x="94" y="1909"/>
                    <a:pt x="104" y="1953"/>
                    <a:pt x="78" y="1980"/>
                  </a:cubicBezTo>
                  <a:cubicBezTo>
                    <a:pt x="51" y="2008"/>
                    <a:pt x="63" y="2055"/>
                    <a:pt x="101" y="2066"/>
                  </a:cubicBezTo>
                  <a:cubicBezTo>
                    <a:pt x="137" y="2076"/>
                    <a:pt x="151" y="2119"/>
                    <a:pt x="128" y="2148"/>
                  </a:cubicBezTo>
                  <a:cubicBezTo>
                    <a:pt x="103" y="2179"/>
                    <a:pt x="121" y="2225"/>
                    <a:pt x="160" y="2231"/>
                  </a:cubicBezTo>
                  <a:cubicBezTo>
                    <a:pt x="196" y="2237"/>
                    <a:pt x="215" y="2279"/>
                    <a:pt x="195" y="2310"/>
                  </a:cubicBezTo>
                  <a:cubicBezTo>
                    <a:pt x="174" y="2343"/>
                    <a:pt x="196" y="2387"/>
                    <a:pt x="235" y="2389"/>
                  </a:cubicBezTo>
                  <a:cubicBezTo>
                    <a:pt x="272" y="2392"/>
                    <a:pt x="295" y="2431"/>
                    <a:pt x="278" y="2464"/>
                  </a:cubicBezTo>
                  <a:cubicBezTo>
                    <a:pt x="261" y="2499"/>
                    <a:pt x="288" y="2540"/>
                    <a:pt x="327" y="2539"/>
                  </a:cubicBezTo>
                  <a:cubicBezTo>
                    <a:pt x="364" y="2537"/>
                    <a:pt x="390" y="2574"/>
                    <a:pt x="378" y="2609"/>
                  </a:cubicBezTo>
                  <a:cubicBezTo>
                    <a:pt x="364" y="2645"/>
                    <a:pt x="395" y="2683"/>
                    <a:pt x="434" y="2678"/>
                  </a:cubicBezTo>
                  <a:cubicBezTo>
                    <a:pt x="470" y="2672"/>
                    <a:pt x="500" y="2706"/>
                    <a:pt x="491" y="2742"/>
                  </a:cubicBezTo>
                  <a:cubicBezTo>
                    <a:pt x="482" y="2780"/>
                    <a:pt x="516" y="2815"/>
                    <a:pt x="554" y="2805"/>
                  </a:cubicBezTo>
                  <a:cubicBezTo>
                    <a:pt x="590" y="2796"/>
                    <a:pt x="624" y="2826"/>
                    <a:pt x="618" y="2863"/>
                  </a:cubicBezTo>
                  <a:cubicBezTo>
                    <a:pt x="613" y="2901"/>
                    <a:pt x="651" y="2932"/>
                    <a:pt x="688" y="2919"/>
                  </a:cubicBezTo>
                  <a:cubicBezTo>
                    <a:pt x="722" y="2906"/>
                    <a:pt x="759" y="2932"/>
                    <a:pt x="757" y="2969"/>
                  </a:cubicBezTo>
                  <a:cubicBezTo>
                    <a:pt x="756" y="3009"/>
                    <a:pt x="797" y="3035"/>
                    <a:pt x="832" y="3018"/>
                  </a:cubicBezTo>
                  <a:cubicBezTo>
                    <a:pt x="865" y="3001"/>
                    <a:pt x="904" y="3024"/>
                    <a:pt x="907" y="3061"/>
                  </a:cubicBezTo>
                  <a:cubicBezTo>
                    <a:pt x="909" y="3100"/>
                    <a:pt x="953" y="3122"/>
                    <a:pt x="986" y="3101"/>
                  </a:cubicBezTo>
                  <a:cubicBezTo>
                    <a:pt x="1017" y="3082"/>
                    <a:pt x="1059" y="3100"/>
                    <a:pt x="1065" y="3136"/>
                  </a:cubicBezTo>
                  <a:cubicBezTo>
                    <a:pt x="1072" y="3175"/>
                    <a:pt x="1117" y="3193"/>
                    <a:pt x="1148" y="3168"/>
                  </a:cubicBezTo>
                  <a:cubicBezTo>
                    <a:pt x="1177" y="3145"/>
                    <a:pt x="1220" y="3159"/>
                    <a:pt x="1230" y="3195"/>
                  </a:cubicBezTo>
                  <a:cubicBezTo>
                    <a:pt x="1230" y="3195"/>
                    <a:pt x="1230" y="3195"/>
                    <a:pt x="1230" y="3195"/>
                  </a:cubicBezTo>
                  <a:cubicBezTo>
                    <a:pt x="1241" y="3233"/>
                    <a:pt x="1288" y="3246"/>
                    <a:pt x="1316" y="3218"/>
                  </a:cubicBezTo>
                  <a:cubicBezTo>
                    <a:pt x="1343" y="3192"/>
                    <a:pt x="1387" y="3202"/>
                    <a:pt x="1401" y="3236"/>
                  </a:cubicBezTo>
                  <a:cubicBezTo>
                    <a:pt x="1415" y="3273"/>
                    <a:pt x="1463" y="3280"/>
                    <a:pt x="1489" y="3250"/>
                  </a:cubicBezTo>
                  <a:cubicBezTo>
                    <a:pt x="1512" y="3222"/>
                    <a:pt x="1557" y="3226"/>
                    <a:pt x="1574" y="3259"/>
                  </a:cubicBezTo>
                  <a:cubicBezTo>
                    <a:pt x="1593" y="3294"/>
                    <a:pt x="1641" y="3296"/>
                    <a:pt x="1663" y="3264"/>
                  </a:cubicBezTo>
                  <a:cubicBezTo>
                    <a:pt x="1684" y="3233"/>
                    <a:pt x="1729" y="3233"/>
                    <a:pt x="1750" y="3264"/>
                  </a:cubicBezTo>
                  <a:cubicBezTo>
                    <a:pt x="1761" y="3281"/>
                    <a:pt x="1780" y="3288"/>
                    <a:pt x="1798" y="3286"/>
                  </a:cubicBezTo>
                  <a:cubicBezTo>
                    <a:pt x="1814" y="3285"/>
                    <a:pt x="1830" y="3276"/>
                    <a:pt x="1839" y="3259"/>
                  </a:cubicBezTo>
                  <a:cubicBezTo>
                    <a:pt x="1856" y="3226"/>
                    <a:pt x="1901" y="3222"/>
                    <a:pt x="1924" y="3250"/>
                  </a:cubicBezTo>
                  <a:cubicBezTo>
                    <a:pt x="1949" y="3280"/>
                    <a:pt x="1998" y="3273"/>
                    <a:pt x="2012" y="3236"/>
                  </a:cubicBezTo>
                  <a:cubicBezTo>
                    <a:pt x="2026" y="3202"/>
                    <a:pt x="2070" y="3192"/>
                    <a:pt x="2097" y="3218"/>
                  </a:cubicBezTo>
                  <a:cubicBezTo>
                    <a:pt x="2125" y="3246"/>
                    <a:pt x="2172" y="3233"/>
                    <a:pt x="2183" y="3195"/>
                  </a:cubicBezTo>
                  <a:cubicBezTo>
                    <a:pt x="2183" y="3195"/>
                    <a:pt x="2183" y="3195"/>
                    <a:pt x="2183" y="3195"/>
                  </a:cubicBezTo>
                  <a:cubicBezTo>
                    <a:pt x="2193" y="3159"/>
                    <a:pt x="2236" y="3145"/>
                    <a:pt x="2265" y="3168"/>
                  </a:cubicBezTo>
                  <a:cubicBezTo>
                    <a:pt x="2296" y="3193"/>
                    <a:pt x="2341" y="3175"/>
                    <a:pt x="2348" y="3136"/>
                  </a:cubicBezTo>
                  <a:cubicBezTo>
                    <a:pt x="2354" y="3100"/>
                    <a:pt x="2395" y="3082"/>
                    <a:pt x="2427" y="3101"/>
                  </a:cubicBezTo>
                  <a:cubicBezTo>
                    <a:pt x="2460" y="3122"/>
                    <a:pt x="2504" y="3100"/>
                    <a:pt x="2506" y="3061"/>
                  </a:cubicBezTo>
                  <a:cubicBezTo>
                    <a:pt x="2508" y="3024"/>
                    <a:pt x="2548" y="3001"/>
                    <a:pt x="2581" y="3018"/>
                  </a:cubicBezTo>
                  <a:cubicBezTo>
                    <a:pt x="2616" y="3035"/>
                    <a:pt x="2657" y="3009"/>
                    <a:pt x="2655" y="2969"/>
                  </a:cubicBezTo>
                  <a:cubicBezTo>
                    <a:pt x="2654" y="2932"/>
                    <a:pt x="2691" y="2906"/>
                    <a:pt x="2725" y="2919"/>
                  </a:cubicBezTo>
                  <a:cubicBezTo>
                    <a:pt x="2762" y="2932"/>
                    <a:pt x="2800" y="2901"/>
                    <a:pt x="2794" y="2863"/>
                  </a:cubicBezTo>
                  <a:cubicBezTo>
                    <a:pt x="2789" y="2826"/>
                    <a:pt x="2823" y="2796"/>
                    <a:pt x="2859" y="2805"/>
                  </a:cubicBezTo>
                  <a:cubicBezTo>
                    <a:pt x="2897" y="2815"/>
                    <a:pt x="2931" y="2780"/>
                    <a:pt x="2922" y="2742"/>
                  </a:cubicBezTo>
                  <a:cubicBezTo>
                    <a:pt x="2912" y="2706"/>
                    <a:pt x="2943" y="2672"/>
                    <a:pt x="2979" y="2678"/>
                  </a:cubicBezTo>
                  <a:cubicBezTo>
                    <a:pt x="3018" y="2683"/>
                    <a:pt x="3049" y="2645"/>
                    <a:pt x="3035" y="2609"/>
                  </a:cubicBezTo>
                  <a:cubicBezTo>
                    <a:pt x="3022" y="2574"/>
                    <a:pt x="3049" y="2537"/>
                    <a:pt x="3086" y="2539"/>
                  </a:cubicBezTo>
                  <a:cubicBezTo>
                    <a:pt x="3125" y="2540"/>
                    <a:pt x="3152" y="2499"/>
                    <a:pt x="3135" y="2464"/>
                  </a:cubicBezTo>
                  <a:cubicBezTo>
                    <a:pt x="3118" y="2431"/>
                    <a:pt x="3141" y="2392"/>
                    <a:pt x="3178" y="2389"/>
                  </a:cubicBezTo>
                  <a:cubicBezTo>
                    <a:pt x="3217" y="2387"/>
                    <a:pt x="3239" y="2343"/>
                    <a:pt x="3218" y="2310"/>
                  </a:cubicBezTo>
                  <a:cubicBezTo>
                    <a:pt x="3198" y="2279"/>
                    <a:pt x="3217" y="2237"/>
                    <a:pt x="3253" y="2231"/>
                  </a:cubicBezTo>
                  <a:cubicBezTo>
                    <a:pt x="3292" y="2225"/>
                    <a:pt x="3310" y="2179"/>
                    <a:pt x="3285" y="2148"/>
                  </a:cubicBezTo>
                  <a:cubicBezTo>
                    <a:pt x="3262" y="2119"/>
                    <a:pt x="3276" y="2076"/>
                    <a:pt x="3312" y="2066"/>
                  </a:cubicBezTo>
                  <a:cubicBezTo>
                    <a:pt x="3350" y="2055"/>
                    <a:pt x="3362" y="2008"/>
                    <a:pt x="3335" y="1980"/>
                  </a:cubicBezTo>
                  <a:cubicBezTo>
                    <a:pt x="3309" y="1953"/>
                    <a:pt x="3318" y="1909"/>
                    <a:pt x="3353" y="1896"/>
                  </a:cubicBezTo>
                  <a:cubicBezTo>
                    <a:pt x="3389" y="1881"/>
                    <a:pt x="3397" y="1833"/>
                    <a:pt x="3367" y="1808"/>
                  </a:cubicBezTo>
                  <a:cubicBezTo>
                    <a:pt x="3338" y="1784"/>
                    <a:pt x="3343" y="1739"/>
                    <a:pt x="3376" y="1722"/>
                  </a:cubicBezTo>
                  <a:cubicBezTo>
                    <a:pt x="3411" y="1704"/>
                    <a:pt x="3413" y="1655"/>
                    <a:pt x="3380" y="1633"/>
                  </a:cubicBezTo>
                </a:path>
              </a:pathLst>
            </a:custGeom>
            <a:solidFill>
              <a:srgbClr val="F4000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36">
              <a:extLst>
                <a:ext uri="{FF2B5EF4-FFF2-40B4-BE49-F238E27FC236}">
                  <a16:creationId xmlns:a16="http://schemas.microsoft.com/office/drawing/2014/main" id="{EA399C9C-9C13-06C1-5F96-C94458E459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" y="2392007"/>
              <a:ext cx="2679856" cy="4464508"/>
            </a:xfrm>
            <a:custGeom>
              <a:avLst/>
              <a:gdLst>
                <a:gd name="T0" fmla="*/ 1415 w 1687"/>
                <a:gd name="T1" fmla="*/ 2471 h 2814"/>
                <a:gd name="T2" fmla="*/ 1567 w 1687"/>
                <a:gd name="T3" fmla="*/ 1591 h 2814"/>
                <a:gd name="T4" fmla="*/ 1415 w 1687"/>
                <a:gd name="T5" fmla="*/ 1338 h 2814"/>
                <a:gd name="T6" fmla="*/ 1021 w 1687"/>
                <a:gd name="T7" fmla="*/ 536 h 2814"/>
                <a:gd name="T8" fmla="*/ 749 w 1687"/>
                <a:gd name="T9" fmla="*/ 420 h 2814"/>
                <a:gd name="T10" fmla="*/ 0 w 1687"/>
                <a:gd name="T11" fmla="*/ 2 h 2814"/>
                <a:gd name="T12" fmla="*/ 0 w 1687"/>
                <a:gd name="T13" fmla="*/ 2814 h 2814"/>
                <a:gd name="T14" fmla="*/ 1374 w 1687"/>
                <a:gd name="T15" fmla="*/ 2814 h 2814"/>
                <a:gd name="T16" fmla="*/ 1389 w 1687"/>
                <a:gd name="T17" fmla="*/ 2766 h 2814"/>
                <a:gd name="T18" fmla="*/ 1415 w 1687"/>
                <a:gd name="T19" fmla="*/ 2471 h 2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87" h="2814">
                  <a:moveTo>
                    <a:pt x="1415" y="2471"/>
                  </a:moveTo>
                  <a:cubicBezTo>
                    <a:pt x="1617" y="2236"/>
                    <a:pt x="1687" y="1900"/>
                    <a:pt x="1567" y="1591"/>
                  </a:cubicBezTo>
                  <a:cubicBezTo>
                    <a:pt x="1530" y="1496"/>
                    <a:pt x="1478" y="1411"/>
                    <a:pt x="1415" y="1338"/>
                  </a:cubicBezTo>
                  <a:cubicBezTo>
                    <a:pt x="1440" y="1029"/>
                    <a:pt x="1299" y="716"/>
                    <a:pt x="1021" y="536"/>
                  </a:cubicBezTo>
                  <a:cubicBezTo>
                    <a:pt x="935" y="481"/>
                    <a:pt x="843" y="443"/>
                    <a:pt x="749" y="420"/>
                  </a:cubicBezTo>
                  <a:cubicBezTo>
                    <a:pt x="594" y="167"/>
                    <a:pt x="314" y="0"/>
                    <a:pt x="0" y="2"/>
                  </a:cubicBezTo>
                  <a:cubicBezTo>
                    <a:pt x="0" y="2814"/>
                    <a:pt x="0" y="2814"/>
                    <a:pt x="0" y="2814"/>
                  </a:cubicBezTo>
                  <a:cubicBezTo>
                    <a:pt x="1374" y="2814"/>
                    <a:pt x="1374" y="2814"/>
                    <a:pt x="1374" y="2814"/>
                  </a:cubicBezTo>
                  <a:cubicBezTo>
                    <a:pt x="1380" y="2798"/>
                    <a:pt x="1384" y="2782"/>
                    <a:pt x="1389" y="2766"/>
                  </a:cubicBezTo>
                  <a:cubicBezTo>
                    <a:pt x="1415" y="2667"/>
                    <a:pt x="1423" y="2567"/>
                    <a:pt x="1415" y="2471"/>
                  </a:cubicBezTo>
                </a:path>
              </a:pathLst>
            </a:custGeom>
            <a:solidFill>
              <a:srgbClr val="F4000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37">
              <a:extLst>
                <a:ext uri="{FF2B5EF4-FFF2-40B4-BE49-F238E27FC236}">
                  <a16:creationId xmlns:a16="http://schemas.microsoft.com/office/drawing/2014/main" id="{73243704-4287-89B9-86B4-23A215AD3D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97018" y="5120797"/>
              <a:ext cx="3304483" cy="1735718"/>
            </a:xfrm>
            <a:custGeom>
              <a:avLst/>
              <a:gdLst>
                <a:gd name="T0" fmla="*/ 1481 w 2083"/>
                <a:gd name="T1" fmla="*/ 493 h 1095"/>
                <a:gd name="T2" fmla="*/ 1038 w 2083"/>
                <a:gd name="T3" fmla="*/ 50 h 1095"/>
                <a:gd name="T4" fmla="*/ 899 w 2083"/>
                <a:gd name="T5" fmla="*/ 13 h 1095"/>
                <a:gd name="T6" fmla="*/ 738 w 2083"/>
                <a:gd name="T7" fmla="*/ 56 h 1095"/>
                <a:gd name="T8" fmla="*/ 631 w 2083"/>
                <a:gd name="T9" fmla="*/ 211 h 1095"/>
                <a:gd name="T10" fmla="*/ 556 w 2083"/>
                <a:gd name="T11" fmla="*/ 353 h 1095"/>
                <a:gd name="T12" fmla="*/ 101 w 2083"/>
                <a:gd name="T13" fmla="*/ 602 h 1095"/>
                <a:gd name="T14" fmla="*/ 68 w 2083"/>
                <a:gd name="T15" fmla="*/ 831 h 1095"/>
                <a:gd name="T16" fmla="*/ 332 w 2083"/>
                <a:gd name="T17" fmla="*/ 1095 h 1095"/>
                <a:gd name="T18" fmla="*/ 1481 w 2083"/>
                <a:gd name="T19" fmla="*/ 1095 h 1095"/>
                <a:gd name="T20" fmla="*/ 2083 w 2083"/>
                <a:gd name="T21" fmla="*/ 1095 h 1095"/>
                <a:gd name="T22" fmla="*/ 1481 w 2083"/>
                <a:gd name="T23" fmla="*/ 493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3" h="1095">
                  <a:moveTo>
                    <a:pt x="1481" y="493"/>
                  </a:moveTo>
                  <a:cubicBezTo>
                    <a:pt x="1038" y="50"/>
                    <a:pt x="1038" y="50"/>
                    <a:pt x="1038" y="50"/>
                  </a:cubicBezTo>
                  <a:cubicBezTo>
                    <a:pt x="1002" y="14"/>
                    <a:pt x="949" y="0"/>
                    <a:pt x="899" y="13"/>
                  </a:cubicBezTo>
                  <a:cubicBezTo>
                    <a:pt x="738" y="56"/>
                    <a:pt x="738" y="56"/>
                    <a:pt x="738" y="56"/>
                  </a:cubicBezTo>
                  <a:cubicBezTo>
                    <a:pt x="669" y="75"/>
                    <a:pt x="624" y="140"/>
                    <a:pt x="631" y="211"/>
                  </a:cubicBezTo>
                  <a:cubicBezTo>
                    <a:pt x="637" y="269"/>
                    <a:pt x="607" y="325"/>
                    <a:pt x="556" y="353"/>
                  </a:cubicBezTo>
                  <a:cubicBezTo>
                    <a:pt x="101" y="602"/>
                    <a:pt x="101" y="602"/>
                    <a:pt x="101" y="602"/>
                  </a:cubicBezTo>
                  <a:cubicBezTo>
                    <a:pt x="16" y="648"/>
                    <a:pt x="0" y="763"/>
                    <a:pt x="68" y="831"/>
                  </a:cubicBezTo>
                  <a:cubicBezTo>
                    <a:pt x="332" y="1095"/>
                    <a:pt x="332" y="1095"/>
                    <a:pt x="332" y="1095"/>
                  </a:cubicBezTo>
                  <a:cubicBezTo>
                    <a:pt x="1481" y="1095"/>
                    <a:pt x="1481" y="1095"/>
                    <a:pt x="1481" y="1095"/>
                  </a:cubicBezTo>
                  <a:cubicBezTo>
                    <a:pt x="2083" y="1095"/>
                    <a:pt x="2083" y="1095"/>
                    <a:pt x="2083" y="1095"/>
                  </a:cubicBezTo>
                  <a:lnTo>
                    <a:pt x="1481" y="493"/>
                  </a:lnTo>
                  <a:close/>
                </a:path>
              </a:pathLst>
            </a:custGeom>
            <a:solidFill>
              <a:srgbClr val="F4000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38">
              <a:extLst>
                <a:ext uri="{FF2B5EF4-FFF2-40B4-BE49-F238E27FC236}">
                  <a16:creationId xmlns:a16="http://schemas.microsoft.com/office/drawing/2014/main" id="{60250D16-8B24-2EA9-CE08-908C63C8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61955" y="993071"/>
              <a:ext cx="3831244" cy="5863444"/>
            </a:xfrm>
            <a:custGeom>
              <a:avLst/>
              <a:gdLst>
                <a:gd name="T0" fmla="*/ 2414 w 2414"/>
                <a:gd name="T1" fmla="*/ 0 h 3695"/>
                <a:gd name="T2" fmla="*/ 0 w 2414"/>
                <a:gd name="T3" fmla="*/ 2423 h 3695"/>
                <a:gd name="T4" fmla="*/ 361 w 2414"/>
                <a:gd name="T5" fmla="*/ 3695 h 3695"/>
                <a:gd name="T6" fmla="*/ 2414 w 2414"/>
                <a:gd name="T7" fmla="*/ 3695 h 3695"/>
                <a:gd name="T8" fmla="*/ 2414 w 2414"/>
                <a:gd name="T9" fmla="*/ 0 h 3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4" h="3695">
                  <a:moveTo>
                    <a:pt x="2414" y="0"/>
                  </a:moveTo>
                  <a:cubicBezTo>
                    <a:pt x="1080" y="5"/>
                    <a:pt x="0" y="1088"/>
                    <a:pt x="0" y="2423"/>
                  </a:cubicBezTo>
                  <a:cubicBezTo>
                    <a:pt x="0" y="2889"/>
                    <a:pt x="132" y="3325"/>
                    <a:pt x="361" y="3695"/>
                  </a:cubicBezTo>
                  <a:cubicBezTo>
                    <a:pt x="2414" y="3695"/>
                    <a:pt x="2414" y="3695"/>
                    <a:pt x="2414" y="3695"/>
                  </a:cubicBezTo>
                  <a:lnTo>
                    <a:pt x="2414" y="0"/>
                  </a:lnTo>
                  <a:close/>
                </a:path>
              </a:pathLst>
            </a:custGeom>
            <a:solidFill>
              <a:srgbClr val="F4000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39">
              <a:extLst>
                <a:ext uri="{FF2B5EF4-FFF2-40B4-BE49-F238E27FC236}">
                  <a16:creationId xmlns:a16="http://schemas.microsoft.com/office/drawing/2014/main" id="{095E11EC-A16B-5998-D710-2532604E42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0778" y="0"/>
              <a:ext cx="3767918" cy="2357468"/>
            </a:xfrm>
            <a:custGeom>
              <a:avLst/>
              <a:gdLst>
                <a:gd name="T0" fmla="*/ 88 w 2374"/>
                <a:gd name="T1" fmla="*/ 79 h 1485"/>
                <a:gd name="T2" fmla="*/ 75 w 2374"/>
                <a:gd name="T3" fmla="*/ 178 h 1485"/>
                <a:gd name="T4" fmla="*/ 29 w 2374"/>
                <a:gd name="T5" fmla="*/ 236 h 1485"/>
                <a:gd name="T6" fmla="*/ 31 w 2374"/>
                <a:gd name="T7" fmla="*/ 360 h 1485"/>
                <a:gd name="T8" fmla="*/ 78 w 2374"/>
                <a:gd name="T9" fmla="*/ 417 h 1485"/>
                <a:gd name="T10" fmla="*/ 94 w 2374"/>
                <a:gd name="T11" fmla="*/ 516 h 1485"/>
                <a:gd name="T12" fmla="*/ 67 w 2374"/>
                <a:gd name="T13" fmla="*/ 584 h 1485"/>
                <a:gd name="T14" fmla="*/ 105 w 2374"/>
                <a:gd name="T15" fmla="*/ 703 h 1485"/>
                <a:gd name="T16" fmla="*/ 166 w 2374"/>
                <a:gd name="T17" fmla="*/ 743 h 1485"/>
                <a:gd name="T18" fmla="*/ 210 w 2374"/>
                <a:gd name="T19" fmla="*/ 833 h 1485"/>
                <a:gd name="T20" fmla="*/ 205 w 2374"/>
                <a:gd name="T21" fmla="*/ 906 h 1485"/>
                <a:gd name="T22" fmla="*/ 276 w 2374"/>
                <a:gd name="T23" fmla="*/ 1008 h 1485"/>
                <a:gd name="T24" fmla="*/ 346 w 2374"/>
                <a:gd name="T25" fmla="*/ 1028 h 1485"/>
                <a:gd name="T26" fmla="*/ 414 w 2374"/>
                <a:gd name="T27" fmla="*/ 1100 h 1485"/>
                <a:gd name="T28" fmla="*/ 430 w 2374"/>
                <a:gd name="T29" fmla="*/ 1172 h 1485"/>
                <a:gd name="T30" fmla="*/ 528 w 2374"/>
                <a:gd name="T31" fmla="*/ 1248 h 1485"/>
                <a:gd name="T32" fmla="*/ 600 w 2374"/>
                <a:gd name="T33" fmla="*/ 1246 h 1485"/>
                <a:gd name="T34" fmla="*/ 687 w 2374"/>
                <a:gd name="T35" fmla="*/ 1295 h 1485"/>
                <a:gd name="T36" fmla="*/ 723 w 2374"/>
                <a:gd name="T37" fmla="*/ 1359 h 1485"/>
                <a:gd name="T38" fmla="*/ 839 w 2374"/>
                <a:gd name="T39" fmla="*/ 1403 h 1485"/>
                <a:gd name="T40" fmla="*/ 908 w 2374"/>
                <a:gd name="T41" fmla="*/ 1379 h 1485"/>
                <a:gd name="T42" fmla="*/ 1005 w 2374"/>
                <a:gd name="T43" fmla="*/ 1400 h 1485"/>
                <a:gd name="T44" fmla="*/ 1058 w 2374"/>
                <a:gd name="T45" fmla="*/ 1450 h 1485"/>
                <a:gd name="T46" fmla="*/ 1181 w 2374"/>
                <a:gd name="T47" fmla="*/ 1458 h 1485"/>
                <a:gd name="T48" fmla="*/ 1240 w 2374"/>
                <a:gd name="T49" fmla="*/ 1415 h 1485"/>
                <a:gd name="T50" fmla="*/ 1339 w 2374"/>
                <a:gd name="T51" fmla="*/ 1406 h 1485"/>
                <a:gd name="T52" fmla="*/ 1404 w 2374"/>
                <a:gd name="T53" fmla="*/ 1437 h 1485"/>
                <a:gd name="T54" fmla="*/ 1524 w 2374"/>
                <a:gd name="T55" fmla="*/ 1408 h 1485"/>
                <a:gd name="T56" fmla="*/ 1568 w 2374"/>
                <a:gd name="T57" fmla="*/ 1349 h 1485"/>
                <a:gd name="T58" fmla="*/ 1660 w 2374"/>
                <a:gd name="T59" fmla="*/ 1311 h 1485"/>
                <a:gd name="T60" fmla="*/ 1732 w 2374"/>
                <a:gd name="T61" fmla="*/ 1322 h 1485"/>
                <a:gd name="T62" fmla="*/ 1838 w 2374"/>
                <a:gd name="T63" fmla="*/ 1258 h 1485"/>
                <a:gd name="T64" fmla="*/ 1863 w 2374"/>
                <a:gd name="T65" fmla="*/ 1189 h 1485"/>
                <a:gd name="T66" fmla="*/ 1940 w 2374"/>
                <a:gd name="T67" fmla="*/ 1125 h 1485"/>
                <a:gd name="T68" fmla="*/ 2011 w 2374"/>
                <a:gd name="T69" fmla="*/ 1114 h 1485"/>
                <a:gd name="T70" fmla="*/ 2094 w 2374"/>
                <a:gd name="T71" fmla="*/ 1022 h 1485"/>
                <a:gd name="T72" fmla="*/ 2098 w 2374"/>
                <a:gd name="T73" fmla="*/ 948 h 1485"/>
                <a:gd name="T74" fmla="*/ 2153 w 2374"/>
                <a:gd name="T75" fmla="*/ 864 h 1485"/>
                <a:gd name="T76" fmla="*/ 2218 w 2374"/>
                <a:gd name="T77" fmla="*/ 832 h 1485"/>
                <a:gd name="T78" fmla="*/ 2270 w 2374"/>
                <a:gd name="T79" fmla="*/ 719 h 1485"/>
                <a:gd name="T80" fmla="*/ 2252 w 2374"/>
                <a:gd name="T81" fmla="*/ 648 h 1485"/>
                <a:gd name="T82" fmla="*/ 2280 w 2374"/>
                <a:gd name="T83" fmla="*/ 551 h 1485"/>
                <a:gd name="T84" fmla="*/ 2333 w 2374"/>
                <a:gd name="T85" fmla="*/ 501 h 1485"/>
                <a:gd name="T86" fmla="*/ 2350 w 2374"/>
                <a:gd name="T87" fmla="*/ 378 h 1485"/>
                <a:gd name="T88" fmla="*/ 2312 w 2374"/>
                <a:gd name="T89" fmla="*/ 315 h 1485"/>
                <a:gd name="T90" fmla="*/ 2311 w 2374"/>
                <a:gd name="T91" fmla="*/ 215 h 1485"/>
                <a:gd name="T92" fmla="*/ 2347 w 2374"/>
                <a:gd name="T93" fmla="*/ 151 h 1485"/>
                <a:gd name="T94" fmla="*/ 2327 w 2374"/>
                <a:gd name="T95" fmla="*/ 28 h 1485"/>
                <a:gd name="T96" fmla="*/ 2296 w 2374"/>
                <a:gd name="T97" fmla="*/ 0 h 1485"/>
                <a:gd name="T98" fmla="*/ 56 w 2374"/>
                <a:gd name="T99" fmla="*/ 0 h 1485"/>
                <a:gd name="T100" fmla="*/ 60 w 2374"/>
                <a:gd name="T101" fmla="*/ 11 h 1485"/>
                <a:gd name="T102" fmla="*/ 88 w 2374"/>
                <a:gd name="T103" fmla="*/ 79 h 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74" h="1485">
                  <a:moveTo>
                    <a:pt x="88" y="79"/>
                  </a:moveTo>
                  <a:cubicBezTo>
                    <a:pt x="102" y="112"/>
                    <a:pt x="97" y="150"/>
                    <a:pt x="75" y="178"/>
                  </a:cubicBezTo>
                  <a:cubicBezTo>
                    <a:pt x="29" y="236"/>
                    <a:pt x="29" y="236"/>
                    <a:pt x="29" y="236"/>
                  </a:cubicBezTo>
                  <a:cubicBezTo>
                    <a:pt x="0" y="272"/>
                    <a:pt x="1" y="325"/>
                    <a:pt x="31" y="360"/>
                  </a:cubicBezTo>
                  <a:cubicBezTo>
                    <a:pt x="78" y="417"/>
                    <a:pt x="78" y="417"/>
                    <a:pt x="78" y="417"/>
                  </a:cubicBezTo>
                  <a:cubicBezTo>
                    <a:pt x="101" y="444"/>
                    <a:pt x="107" y="482"/>
                    <a:pt x="94" y="516"/>
                  </a:cubicBezTo>
                  <a:cubicBezTo>
                    <a:pt x="67" y="584"/>
                    <a:pt x="67" y="584"/>
                    <a:pt x="67" y="584"/>
                  </a:cubicBezTo>
                  <a:cubicBezTo>
                    <a:pt x="50" y="628"/>
                    <a:pt x="66" y="678"/>
                    <a:pt x="105" y="703"/>
                  </a:cubicBezTo>
                  <a:cubicBezTo>
                    <a:pt x="166" y="743"/>
                    <a:pt x="166" y="743"/>
                    <a:pt x="166" y="743"/>
                  </a:cubicBezTo>
                  <a:cubicBezTo>
                    <a:pt x="196" y="762"/>
                    <a:pt x="213" y="797"/>
                    <a:pt x="210" y="833"/>
                  </a:cubicBezTo>
                  <a:cubicBezTo>
                    <a:pt x="205" y="906"/>
                    <a:pt x="205" y="906"/>
                    <a:pt x="205" y="906"/>
                  </a:cubicBezTo>
                  <a:cubicBezTo>
                    <a:pt x="201" y="953"/>
                    <a:pt x="231" y="995"/>
                    <a:pt x="276" y="1008"/>
                  </a:cubicBezTo>
                  <a:cubicBezTo>
                    <a:pt x="346" y="1028"/>
                    <a:pt x="346" y="1028"/>
                    <a:pt x="346" y="1028"/>
                  </a:cubicBezTo>
                  <a:cubicBezTo>
                    <a:pt x="380" y="1037"/>
                    <a:pt x="406" y="1065"/>
                    <a:pt x="414" y="1100"/>
                  </a:cubicBezTo>
                  <a:cubicBezTo>
                    <a:pt x="430" y="1172"/>
                    <a:pt x="430" y="1172"/>
                    <a:pt x="430" y="1172"/>
                  </a:cubicBezTo>
                  <a:cubicBezTo>
                    <a:pt x="441" y="1218"/>
                    <a:pt x="481" y="1250"/>
                    <a:pt x="528" y="1248"/>
                  </a:cubicBezTo>
                  <a:cubicBezTo>
                    <a:pt x="600" y="1246"/>
                    <a:pt x="600" y="1246"/>
                    <a:pt x="600" y="1246"/>
                  </a:cubicBezTo>
                  <a:cubicBezTo>
                    <a:pt x="636" y="1245"/>
                    <a:pt x="669" y="1264"/>
                    <a:pt x="687" y="1295"/>
                  </a:cubicBezTo>
                  <a:cubicBezTo>
                    <a:pt x="723" y="1359"/>
                    <a:pt x="723" y="1359"/>
                    <a:pt x="723" y="1359"/>
                  </a:cubicBezTo>
                  <a:cubicBezTo>
                    <a:pt x="747" y="1400"/>
                    <a:pt x="795" y="1418"/>
                    <a:pt x="839" y="1403"/>
                  </a:cubicBezTo>
                  <a:cubicBezTo>
                    <a:pt x="908" y="1379"/>
                    <a:pt x="908" y="1379"/>
                    <a:pt x="908" y="1379"/>
                  </a:cubicBezTo>
                  <a:cubicBezTo>
                    <a:pt x="941" y="1368"/>
                    <a:pt x="979" y="1376"/>
                    <a:pt x="1005" y="1400"/>
                  </a:cubicBezTo>
                  <a:cubicBezTo>
                    <a:pt x="1058" y="1450"/>
                    <a:pt x="1058" y="1450"/>
                    <a:pt x="1058" y="1450"/>
                  </a:cubicBezTo>
                  <a:cubicBezTo>
                    <a:pt x="1092" y="1482"/>
                    <a:pt x="1143" y="1485"/>
                    <a:pt x="1181" y="1458"/>
                  </a:cubicBezTo>
                  <a:cubicBezTo>
                    <a:pt x="1240" y="1415"/>
                    <a:pt x="1240" y="1415"/>
                    <a:pt x="1240" y="1415"/>
                  </a:cubicBezTo>
                  <a:cubicBezTo>
                    <a:pt x="1269" y="1393"/>
                    <a:pt x="1307" y="1390"/>
                    <a:pt x="1339" y="1406"/>
                  </a:cubicBezTo>
                  <a:cubicBezTo>
                    <a:pt x="1404" y="1437"/>
                    <a:pt x="1404" y="1437"/>
                    <a:pt x="1404" y="1437"/>
                  </a:cubicBezTo>
                  <a:cubicBezTo>
                    <a:pt x="1446" y="1458"/>
                    <a:pt x="1496" y="1445"/>
                    <a:pt x="1524" y="1408"/>
                  </a:cubicBezTo>
                  <a:cubicBezTo>
                    <a:pt x="1568" y="1349"/>
                    <a:pt x="1568" y="1349"/>
                    <a:pt x="1568" y="1349"/>
                  </a:cubicBezTo>
                  <a:cubicBezTo>
                    <a:pt x="1590" y="1320"/>
                    <a:pt x="1625" y="1306"/>
                    <a:pt x="1660" y="1311"/>
                  </a:cubicBezTo>
                  <a:cubicBezTo>
                    <a:pt x="1732" y="1322"/>
                    <a:pt x="1732" y="1322"/>
                    <a:pt x="1732" y="1322"/>
                  </a:cubicBezTo>
                  <a:cubicBezTo>
                    <a:pt x="1778" y="1329"/>
                    <a:pt x="1822" y="1302"/>
                    <a:pt x="1838" y="1258"/>
                  </a:cubicBezTo>
                  <a:cubicBezTo>
                    <a:pt x="1863" y="1189"/>
                    <a:pt x="1863" y="1189"/>
                    <a:pt x="1863" y="1189"/>
                  </a:cubicBezTo>
                  <a:cubicBezTo>
                    <a:pt x="1875" y="1155"/>
                    <a:pt x="1904" y="1131"/>
                    <a:pt x="1940" y="1125"/>
                  </a:cubicBezTo>
                  <a:cubicBezTo>
                    <a:pt x="2011" y="1114"/>
                    <a:pt x="2011" y="1114"/>
                    <a:pt x="2011" y="1114"/>
                  </a:cubicBezTo>
                  <a:cubicBezTo>
                    <a:pt x="2057" y="1107"/>
                    <a:pt x="2092" y="1068"/>
                    <a:pt x="2094" y="1022"/>
                  </a:cubicBezTo>
                  <a:cubicBezTo>
                    <a:pt x="2098" y="948"/>
                    <a:pt x="2098" y="948"/>
                    <a:pt x="2098" y="948"/>
                  </a:cubicBezTo>
                  <a:cubicBezTo>
                    <a:pt x="2099" y="912"/>
                    <a:pt x="2120" y="880"/>
                    <a:pt x="2153" y="864"/>
                  </a:cubicBezTo>
                  <a:cubicBezTo>
                    <a:pt x="2218" y="832"/>
                    <a:pt x="2218" y="832"/>
                    <a:pt x="2218" y="832"/>
                  </a:cubicBezTo>
                  <a:cubicBezTo>
                    <a:pt x="2260" y="812"/>
                    <a:pt x="2282" y="764"/>
                    <a:pt x="2270" y="719"/>
                  </a:cubicBezTo>
                  <a:cubicBezTo>
                    <a:pt x="2252" y="648"/>
                    <a:pt x="2252" y="648"/>
                    <a:pt x="2252" y="648"/>
                  </a:cubicBezTo>
                  <a:cubicBezTo>
                    <a:pt x="2243" y="613"/>
                    <a:pt x="2254" y="576"/>
                    <a:pt x="2280" y="551"/>
                  </a:cubicBezTo>
                  <a:cubicBezTo>
                    <a:pt x="2333" y="501"/>
                    <a:pt x="2333" y="501"/>
                    <a:pt x="2333" y="501"/>
                  </a:cubicBezTo>
                  <a:cubicBezTo>
                    <a:pt x="2367" y="469"/>
                    <a:pt x="2374" y="418"/>
                    <a:pt x="2350" y="378"/>
                  </a:cubicBezTo>
                  <a:cubicBezTo>
                    <a:pt x="2312" y="315"/>
                    <a:pt x="2312" y="315"/>
                    <a:pt x="2312" y="315"/>
                  </a:cubicBezTo>
                  <a:cubicBezTo>
                    <a:pt x="2293" y="284"/>
                    <a:pt x="2293" y="246"/>
                    <a:pt x="2311" y="215"/>
                  </a:cubicBezTo>
                  <a:cubicBezTo>
                    <a:pt x="2347" y="151"/>
                    <a:pt x="2347" y="151"/>
                    <a:pt x="2347" y="151"/>
                  </a:cubicBezTo>
                  <a:cubicBezTo>
                    <a:pt x="2370" y="110"/>
                    <a:pt x="2362" y="59"/>
                    <a:pt x="2327" y="28"/>
                  </a:cubicBezTo>
                  <a:cubicBezTo>
                    <a:pt x="2296" y="0"/>
                    <a:pt x="2296" y="0"/>
                    <a:pt x="229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4"/>
                    <a:pt x="58" y="7"/>
                    <a:pt x="60" y="11"/>
                  </a:cubicBezTo>
                  <a:lnTo>
                    <a:pt x="88" y="79"/>
                  </a:lnTo>
                  <a:close/>
                </a:path>
              </a:pathLst>
            </a:custGeom>
            <a:solidFill>
              <a:srgbClr val="F40009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5096AC-6A3E-68B4-5EBD-E44B5359F0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082565" y="876301"/>
            <a:ext cx="3384224" cy="3449638"/>
          </a:xfrm>
        </p:spPr>
        <p:txBody>
          <a:bodyPr anchor="ctr" anchorCtr="0"/>
          <a:lstStyle>
            <a:lvl1pPr>
              <a:lnSpc>
                <a:spcPct val="85000"/>
              </a:lnSpc>
              <a:defRPr sz="5600" spc="-150">
                <a:solidFill>
                  <a:srgbClr val="240000"/>
                </a:solidFill>
              </a:defRPr>
            </a:lvl1pPr>
          </a:lstStyle>
          <a:p>
            <a:r>
              <a:rPr lang="en-GB"/>
              <a:t>Click to edit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C7296-9DE3-C36F-B780-76068F9885B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779406" y="433633"/>
            <a:ext cx="2269568" cy="933205"/>
          </a:xfrm>
        </p:spPr>
        <p:txBody>
          <a:bodyPr/>
          <a:lstStyle>
            <a:lvl1pPr marL="0" indent="0">
              <a:buNone/>
              <a:defRPr sz="1600">
                <a:solidFill>
                  <a:srgbClr val="24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B7082-6505-D3C5-2E7F-7D4D5014F338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C055B57-967C-4345-84C6-7AF98F3CEBDD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18B3-7409-A025-9B81-327AED2C47E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57D40-DC10-3419-AD6B-C4ED4274A943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B3AABB0-B1F7-9790-4C43-3CF698A51AC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156825" y="5570538"/>
            <a:ext cx="1471138" cy="966787"/>
          </a:xfrm>
        </p:spPr>
        <p:txBody>
          <a:bodyPr/>
          <a:lstStyle>
            <a:lvl1pPr algn="r">
              <a:defRPr sz="5400" b="1">
                <a:solidFill>
                  <a:srgbClr val="240000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D458DE5A-5D1B-43F9-C712-5FCEEDD9E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9491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line [3]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96AC-6A3E-68B4-5EBD-E44B5359F0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082565" y="876301"/>
            <a:ext cx="3384224" cy="3449638"/>
          </a:xfrm>
        </p:spPr>
        <p:txBody>
          <a:bodyPr anchor="ctr" anchorCtr="0"/>
          <a:lstStyle>
            <a:lvl1pPr>
              <a:lnSpc>
                <a:spcPct val="85000"/>
              </a:lnSpc>
              <a:defRPr sz="5600" spc="-150">
                <a:solidFill>
                  <a:srgbClr val="240000"/>
                </a:solidFill>
              </a:defRPr>
            </a:lvl1pPr>
          </a:lstStyle>
          <a:p>
            <a:r>
              <a:rPr lang="en-GB"/>
              <a:t>Click to edit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C7296-9DE3-C36F-B780-76068F9885B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779406" y="433633"/>
            <a:ext cx="2269568" cy="933205"/>
          </a:xfrm>
        </p:spPr>
        <p:txBody>
          <a:bodyPr/>
          <a:lstStyle>
            <a:lvl1pPr marL="0" indent="0">
              <a:buNone/>
              <a:defRPr sz="1600">
                <a:solidFill>
                  <a:srgbClr val="24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B7082-6505-D3C5-2E7F-7D4D5014F338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C055B57-967C-4345-84C6-7AF98F3CEBDD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918B3-7409-A025-9B81-327AED2C47E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57D40-DC10-3419-AD6B-C4ED4274A943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B3AABB0-B1F7-9790-4C43-3CF698A51AC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156825" y="5570538"/>
            <a:ext cx="1471138" cy="966787"/>
          </a:xfrm>
        </p:spPr>
        <p:txBody>
          <a:bodyPr/>
          <a:lstStyle>
            <a:lvl1pPr algn="r">
              <a:defRPr sz="5400" b="1">
                <a:solidFill>
                  <a:srgbClr val="240000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5AE7F710-AD42-B7C9-95F4-E566FF24442C}"/>
              </a:ext>
            </a:extLst>
          </p:cNvPr>
          <p:cNvSpPr>
            <a:spLocks/>
          </p:cNvSpPr>
          <p:nvPr userDrawn="1"/>
        </p:nvSpPr>
        <p:spPr bwMode="auto">
          <a:xfrm>
            <a:off x="1795463" y="1588"/>
            <a:ext cx="5411788" cy="5230813"/>
          </a:xfrm>
          <a:custGeom>
            <a:avLst/>
            <a:gdLst>
              <a:gd name="T0" fmla="*/ 1148 w 3413"/>
              <a:gd name="T1" fmla="*/ 11 h 3297"/>
              <a:gd name="T2" fmla="*/ 1112 w 3413"/>
              <a:gd name="T3" fmla="*/ 0 h 3297"/>
              <a:gd name="T4" fmla="*/ 986 w 3413"/>
              <a:gd name="T5" fmla="*/ 78 h 3297"/>
              <a:gd name="T6" fmla="*/ 832 w 3413"/>
              <a:gd name="T7" fmla="*/ 162 h 3297"/>
              <a:gd name="T8" fmla="*/ 688 w 3413"/>
              <a:gd name="T9" fmla="*/ 261 h 3297"/>
              <a:gd name="T10" fmla="*/ 554 w 3413"/>
              <a:gd name="T11" fmla="*/ 375 h 3297"/>
              <a:gd name="T12" fmla="*/ 434 w 3413"/>
              <a:gd name="T13" fmla="*/ 502 h 3297"/>
              <a:gd name="T14" fmla="*/ 327 w 3413"/>
              <a:gd name="T15" fmla="*/ 641 h 3297"/>
              <a:gd name="T16" fmla="*/ 235 w 3413"/>
              <a:gd name="T17" fmla="*/ 790 h 3297"/>
              <a:gd name="T18" fmla="*/ 160 w 3413"/>
              <a:gd name="T19" fmla="*/ 948 h 3297"/>
              <a:gd name="T20" fmla="*/ 101 w 3413"/>
              <a:gd name="T21" fmla="*/ 1114 h 3297"/>
              <a:gd name="T22" fmla="*/ 60 w 3413"/>
              <a:gd name="T23" fmla="*/ 1284 h 3297"/>
              <a:gd name="T24" fmla="*/ 37 w 3413"/>
              <a:gd name="T25" fmla="*/ 1458 h 3297"/>
              <a:gd name="T26" fmla="*/ 33 w 3413"/>
              <a:gd name="T27" fmla="*/ 1633 h 3297"/>
              <a:gd name="T28" fmla="*/ 46 w 3413"/>
              <a:gd name="T29" fmla="*/ 1808 h 3297"/>
              <a:gd name="T30" fmla="*/ 78 w 3413"/>
              <a:gd name="T31" fmla="*/ 1980 h 3297"/>
              <a:gd name="T32" fmla="*/ 128 w 3413"/>
              <a:gd name="T33" fmla="*/ 2148 h 3297"/>
              <a:gd name="T34" fmla="*/ 195 w 3413"/>
              <a:gd name="T35" fmla="*/ 2310 h 3297"/>
              <a:gd name="T36" fmla="*/ 278 w 3413"/>
              <a:gd name="T37" fmla="*/ 2464 h 3297"/>
              <a:gd name="T38" fmla="*/ 378 w 3413"/>
              <a:gd name="T39" fmla="*/ 2609 h 3297"/>
              <a:gd name="T40" fmla="*/ 491 w 3413"/>
              <a:gd name="T41" fmla="*/ 2742 h 3297"/>
              <a:gd name="T42" fmla="*/ 618 w 3413"/>
              <a:gd name="T43" fmla="*/ 2863 h 3297"/>
              <a:gd name="T44" fmla="*/ 757 w 3413"/>
              <a:gd name="T45" fmla="*/ 2970 h 3297"/>
              <a:gd name="T46" fmla="*/ 907 w 3413"/>
              <a:gd name="T47" fmla="*/ 3061 h 3297"/>
              <a:gd name="T48" fmla="*/ 1065 w 3413"/>
              <a:gd name="T49" fmla="*/ 3137 h 3297"/>
              <a:gd name="T50" fmla="*/ 1230 w 3413"/>
              <a:gd name="T51" fmla="*/ 3195 h 3297"/>
              <a:gd name="T52" fmla="*/ 1316 w 3413"/>
              <a:gd name="T53" fmla="*/ 3218 h 3297"/>
              <a:gd name="T54" fmla="*/ 1489 w 3413"/>
              <a:gd name="T55" fmla="*/ 3250 h 3297"/>
              <a:gd name="T56" fmla="*/ 1663 w 3413"/>
              <a:gd name="T57" fmla="*/ 3264 h 3297"/>
              <a:gd name="T58" fmla="*/ 1798 w 3413"/>
              <a:gd name="T59" fmla="*/ 3287 h 3297"/>
              <a:gd name="T60" fmla="*/ 1924 w 3413"/>
              <a:gd name="T61" fmla="*/ 3250 h 3297"/>
              <a:gd name="T62" fmla="*/ 2097 w 3413"/>
              <a:gd name="T63" fmla="*/ 3218 h 3297"/>
              <a:gd name="T64" fmla="*/ 2183 w 3413"/>
              <a:gd name="T65" fmla="*/ 3195 h 3297"/>
              <a:gd name="T66" fmla="*/ 2348 w 3413"/>
              <a:gd name="T67" fmla="*/ 3137 h 3297"/>
              <a:gd name="T68" fmla="*/ 2506 w 3413"/>
              <a:gd name="T69" fmla="*/ 3061 h 3297"/>
              <a:gd name="T70" fmla="*/ 2656 w 3413"/>
              <a:gd name="T71" fmla="*/ 2970 h 3297"/>
              <a:gd name="T72" fmla="*/ 2795 w 3413"/>
              <a:gd name="T73" fmla="*/ 2863 h 3297"/>
              <a:gd name="T74" fmla="*/ 2922 w 3413"/>
              <a:gd name="T75" fmla="*/ 2742 h 3297"/>
              <a:gd name="T76" fmla="*/ 3035 w 3413"/>
              <a:gd name="T77" fmla="*/ 2609 h 3297"/>
              <a:gd name="T78" fmla="*/ 3135 w 3413"/>
              <a:gd name="T79" fmla="*/ 2464 h 3297"/>
              <a:gd name="T80" fmla="*/ 3218 w 3413"/>
              <a:gd name="T81" fmla="*/ 2310 h 3297"/>
              <a:gd name="T82" fmla="*/ 3285 w 3413"/>
              <a:gd name="T83" fmla="*/ 2148 h 3297"/>
              <a:gd name="T84" fmla="*/ 3335 w 3413"/>
              <a:gd name="T85" fmla="*/ 1980 h 3297"/>
              <a:gd name="T86" fmla="*/ 3367 w 3413"/>
              <a:gd name="T87" fmla="*/ 1808 h 3297"/>
              <a:gd name="T88" fmla="*/ 3380 w 3413"/>
              <a:gd name="T89" fmla="*/ 1633 h 3297"/>
              <a:gd name="T90" fmla="*/ 3376 w 3413"/>
              <a:gd name="T91" fmla="*/ 1458 h 3297"/>
              <a:gd name="T92" fmla="*/ 3353 w 3413"/>
              <a:gd name="T93" fmla="*/ 1284 h 3297"/>
              <a:gd name="T94" fmla="*/ 3312 w 3413"/>
              <a:gd name="T95" fmla="*/ 1114 h 3297"/>
              <a:gd name="T96" fmla="*/ 3253 w 3413"/>
              <a:gd name="T97" fmla="*/ 948 h 3297"/>
              <a:gd name="T98" fmla="*/ 3178 w 3413"/>
              <a:gd name="T99" fmla="*/ 790 h 3297"/>
              <a:gd name="T100" fmla="*/ 3086 w 3413"/>
              <a:gd name="T101" fmla="*/ 641 h 3297"/>
              <a:gd name="T102" fmla="*/ 2979 w 3413"/>
              <a:gd name="T103" fmla="*/ 502 h 3297"/>
              <a:gd name="T104" fmla="*/ 2859 w 3413"/>
              <a:gd name="T105" fmla="*/ 375 h 3297"/>
              <a:gd name="T106" fmla="*/ 2725 w 3413"/>
              <a:gd name="T107" fmla="*/ 261 h 3297"/>
              <a:gd name="T108" fmla="*/ 2581 w 3413"/>
              <a:gd name="T109" fmla="*/ 162 h 3297"/>
              <a:gd name="T110" fmla="*/ 2427 w 3413"/>
              <a:gd name="T111" fmla="*/ 78 h 3297"/>
              <a:gd name="T112" fmla="*/ 2301 w 3413"/>
              <a:gd name="T113" fmla="*/ 0 h 3297"/>
              <a:gd name="T114" fmla="*/ 2265 w 3413"/>
              <a:gd name="T115" fmla="*/ 11 h 3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13" h="3297">
                <a:moveTo>
                  <a:pt x="1223" y="0"/>
                </a:moveTo>
                <a:cubicBezTo>
                  <a:pt x="1207" y="24"/>
                  <a:pt x="1172" y="30"/>
                  <a:pt x="1148" y="11"/>
                </a:cubicBezTo>
                <a:cubicBezTo>
                  <a:pt x="1140" y="5"/>
                  <a:pt x="1130" y="1"/>
                  <a:pt x="1120" y="0"/>
                </a:cubicBezTo>
                <a:cubicBezTo>
                  <a:pt x="1112" y="0"/>
                  <a:pt x="1112" y="0"/>
                  <a:pt x="1112" y="0"/>
                </a:cubicBezTo>
                <a:cubicBezTo>
                  <a:pt x="1090" y="2"/>
                  <a:pt x="1069" y="18"/>
                  <a:pt x="1065" y="43"/>
                </a:cubicBezTo>
                <a:cubicBezTo>
                  <a:pt x="1059" y="80"/>
                  <a:pt x="1018" y="98"/>
                  <a:pt x="986" y="78"/>
                </a:cubicBezTo>
                <a:cubicBezTo>
                  <a:pt x="953" y="57"/>
                  <a:pt x="909" y="79"/>
                  <a:pt x="907" y="119"/>
                </a:cubicBezTo>
                <a:cubicBezTo>
                  <a:pt x="905" y="156"/>
                  <a:pt x="865" y="178"/>
                  <a:pt x="832" y="162"/>
                </a:cubicBezTo>
                <a:cubicBezTo>
                  <a:pt x="797" y="144"/>
                  <a:pt x="756" y="171"/>
                  <a:pt x="757" y="210"/>
                </a:cubicBezTo>
                <a:cubicBezTo>
                  <a:pt x="759" y="247"/>
                  <a:pt x="722" y="274"/>
                  <a:pt x="688" y="261"/>
                </a:cubicBezTo>
                <a:cubicBezTo>
                  <a:pt x="651" y="247"/>
                  <a:pt x="613" y="278"/>
                  <a:pt x="618" y="317"/>
                </a:cubicBezTo>
                <a:cubicBezTo>
                  <a:pt x="624" y="354"/>
                  <a:pt x="590" y="384"/>
                  <a:pt x="554" y="375"/>
                </a:cubicBezTo>
                <a:cubicBezTo>
                  <a:pt x="516" y="365"/>
                  <a:pt x="482" y="400"/>
                  <a:pt x="491" y="438"/>
                </a:cubicBezTo>
                <a:cubicBezTo>
                  <a:pt x="501" y="474"/>
                  <a:pt x="470" y="507"/>
                  <a:pt x="434" y="502"/>
                </a:cubicBezTo>
                <a:cubicBezTo>
                  <a:pt x="395" y="496"/>
                  <a:pt x="364" y="534"/>
                  <a:pt x="378" y="571"/>
                </a:cubicBezTo>
                <a:cubicBezTo>
                  <a:pt x="390" y="606"/>
                  <a:pt x="364" y="642"/>
                  <a:pt x="327" y="641"/>
                </a:cubicBezTo>
                <a:cubicBezTo>
                  <a:pt x="288" y="639"/>
                  <a:pt x="261" y="680"/>
                  <a:pt x="278" y="716"/>
                </a:cubicBezTo>
                <a:cubicBezTo>
                  <a:pt x="295" y="749"/>
                  <a:pt x="272" y="788"/>
                  <a:pt x="235" y="790"/>
                </a:cubicBezTo>
                <a:cubicBezTo>
                  <a:pt x="196" y="793"/>
                  <a:pt x="174" y="836"/>
                  <a:pt x="195" y="870"/>
                </a:cubicBezTo>
                <a:cubicBezTo>
                  <a:pt x="215" y="901"/>
                  <a:pt x="196" y="942"/>
                  <a:pt x="160" y="948"/>
                </a:cubicBezTo>
                <a:cubicBezTo>
                  <a:pt x="121" y="955"/>
                  <a:pt x="103" y="1001"/>
                  <a:pt x="128" y="1032"/>
                </a:cubicBezTo>
                <a:cubicBezTo>
                  <a:pt x="151" y="1061"/>
                  <a:pt x="137" y="1104"/>
                  <a:pt x="101" y="1114"/>
                </a:cubicBezTo>
                <a:cubicBezTo>
                  <a:pt x="63" y="1124"/>
                  <a:pt x="51" y="1172"/>
                  <a:pt x="78" y="1200"/>
                </a:cubicBezTo>
                <a:cubicBezTo>
                  <a:pt x="104" y="1226"/>
                  <a:pt x="95" y="1270"/>
                  <a:pt x="60" y="1284"/>
                </a:cubicBezTo>
                <a:cubicBezTo>
                  <a:pt x="24" y="1299"/>
                  <a:pt x="16" y="1347"/>
                  <a:pt x="46" y="1372"/>
                </a:cubicBezTo>
                <a:cubicBezTo>
                  <a:pt x="75" y="1396"/>
                  <a:pt x="70" y="1441"/>
                  <a:pt x="37" y="1458"/>
                </a:cubicBezTo>
                <a:cubicBezTo>
                  <a:pt x="2" y="1476"/>
                  <a:pt x="0" y="1525"/>
                  <a:pt x="33" y="1547"/>
                </a:cubicBezTo>
                <a:cubicBezTo>
                  <a:pt x="63" y="1567"/>
                  <a:pt x="63" y="1613"/>
                  <a:pt x="33" y="1633"/>
                </a:cubicBezTo>
                <a:cubicBezTo>
                  <a:pt x="0" y="1655"/>
                  <a:pt x="2" y="1704"/>
                  <a:pt x="37" y="1722"/>
                </a:cubicBezTo>
                <a:cubicBezTo>
                  <a:pt x="70" y="1739"/>
                  <a:pt x="75" y="1784"/>
                  <a:pt x="46" y="1808"/>
                </a:cubicBezTo>
                <a:cubicBezTo>
                  <a:pt x="16" y="1833"/>
                  <a:pt x="24" y="1881"/>
                  <a:pt x="60" y="1896"/>
                </a:cubicBezTo>
                <a:cubicBezTo>
                  <a:pt x="95" y="1909"/>
                  <a:pt x="104" y="1954"/>
                  <a:pt x="78" y="1980"/>
                </a:cubicBezTo>
                <a:cubicBezTo>
                  <a:pt x="51" y="2008"/>
                  <a:pt x="63" y="2056"/>
                  <a:pt x="101" y="2066"/>
                </a:cubicBezTo>
                <a:cubicBezTo>
                  <a:pt x="137" y="2076"/>
                  <a:pt x="151" y="2119"/>
                  <a:pt x="128" y="2148"/>
                </a:cubicBezTo>
                <a:cubicBezTo>
                  <a:pt x="103" y="2179"/>
                  <a:pt x="121" y="2225"/>
                  <a:pt x="160" y="2231"/>
                </a:cubicBezTo>
                <a:cubicBezTo>
                  <a:pt x="196" y="2238"/>
                  <a:pt x="215" y="2279"/>
                  <a:pt x="195" y="2310"/>
                </a:cubicBezTo>
                <a:cubicBezTo>
                  <a:pt x="174" y="2343"/>
                  <a:pt x="196" y="2387"/>
                  <a:pt x="235" y="2390"/>
                </a:cubicBezTo>
                <a:cubicBezTo>
                  <a:pt x="272" y="2392"/>
                  <a:pt x="295" y="2431"/>
                  <a:pt x="278" y="2464"/>
                </a:cubicBezTo>
                <a:cubicBezTo>
                  <a:pt x="261" y="2500"/>
                  <a:pt x="288" y="2541"/>
                  <a:pt x="327" y="2539"/>
                </a:cubicBezTo>
                <a:cubicBezTo>
                  <a:pt x="364" y="2537"/>
                  <a:pt x="390" y="2574"/>
                  <a:pt x="378" y="2609"/>
                </a:cubicBezTo>
                <a:cubicBezTo>
                  <a:pt x="364" y="2646"/>
                  <a:pt x="395" y="2684"/>
                  <a:pt x="434" y="2678"/>
                </a:cubicBezTo>
                <a:cubicBezTo>
                  <a:pt x="470" y="2673"/>
                  <a:pt x="501" y="2706"/>
                  <a:pt x="491" y="2742"/>
                </a:cubicBezTo>
                <a:cubicBezTo>
                  <a:pt x="482" y="2780"/>
                  <a:pt x="516" y="2815"/>
                  <a:pt x="554" y="2805"/>
                </a:cubicBezTo>
                <a:cubicBezTo>
                  <a:pt x="590" y="2796"/>
                  <a:pt x="624" y="2826"/>
                  <a:pt x="618" y="2863"/>
                </a:cubicBezTo>
                <a:cubicBezTo>
                  <a:pt x="613" y="2902"/>
                  <a:pt x="651" y="2933"/>
                  <a:pt x="688" y="2919"/>
                </a:cubicBezTo>
                <a:cubicBezTo>
                  <a:pt x="722" y="2906"/>
                  <a:pt x="759" y="2933"/>
                  <a:pt x="757" y="2970"/>
                </a:cubicBezTo>
                <a:cubicBezTo>
                  <a:pt x="756" y="3009"/>
                  <a:pt x="797" y="3036"/>
                  <a:pt x="832" y="3018"/>
                </a:cubicBezTo>
                <a:cubicBezTo>
                  <a:pt x="865" y="3002"/>
                  <a:pt x="905" y="3024"/>
                  <a:pt x="907" y="3061"/>
                </a:cubicBezTo>
                <a:cubicBezTo>
                  <a:pt x="909" y="3100"/>
                  <a:pt x="953" y="3123"/>
                  <a:pt x="986" y="3102"/>
                </a:cubicBezTo>
                <a:cubicBezTo>
                  <a:pt x="1018" y="3082"/>
                  <a:pt x="1059" y="3100"/>
                  <a:pt x="1065" y="3137"/>
                </a:cubicBezTo>
                <a:cubicBezTo>
                  <a:pt x="1072" y="3175"/>
                  <a:pt x="1117" y="3193"/>
                  <a:pt x="1148" y="3169"/>
                </a:cubicBezTo>
                <a:cubicBezTo>
                  <a:pt x="1177" y="3146"/>
                  <a:pt x="1220" y="3160"/>
                  <a:pt x="1230" y="3195"/>
                </a:cubicBezTo>
                <a:cubicBezTo>
                  <a:pt x="1230" y="3195"/>
                  <a:pt x="1230" y="3195"/>
                  <a:pt x="1230" y="3195"/>
                </a:cubicBezTo>
                <a:cubicBezTo>
                  <a:pt x="1241" y="3233"/>
                  <a:pt x="1288" y="3246"/>
                  <a:pt x="1316" y="3218"/>
                </a:cubicBezTo>
                <a:cubicBezTo>
                  <a:pt x="1343" y="3192"/>
                  <a:pt x="1387" y="3202"/>
                  <a:pt x="1401" y="3236"/>
                </a:cubicBezTo>
                <a:cubicBezTo>
                  <a:pt x="1415" y="3273"/>
                  <a:pt x="1464" y="3280"/>
                  <a:pt x="1489" y="3250"/>
                </a:cubicBezTo>
                <a:cubicBezTo>
                  <a:pt x="1512" y="3222"/>
                  <a:pt x="1557" y="3226"/>
                  <a:pt x="1574" y="3259"/>
                </a:cubicBezTo>
                <a:cubicBezTo>
                  <a:pt x="1593" y="3294"/>
                  <a:pt x="1642" y="3297"/>
                  <a:pt x="1663" y="3264"/>
                </a:cubicBezTo>
                <a:cubicBezTo>
                  <a:pt x="1684" y="3233"/>
                  <a:pt x="1729" y="3233"/>
                  <a:pt x="1750" y="3264"/>
                </a:cubicBezTo>
                <a:cubicBezTo>
                  <a:pt x="1761" y="3281"/>
                  <a:pt x="1780" y="3288"/>
                  <a:pt x="1798" y="3287"/>
                </a:cubicBezTo>
                <a:cubicBezTo>
                  <a:pt x="1814" y="3285"/>
                  <a:pt x="1830" y="3276"/>
                  <a:pt x="1839" y="3259"/>
                </a:cubicBezTo>
                <a:cubicBezTo>
                  <a:pt x="1856" y="3226"/>
                  <a:pt x="1901" y="3222"/>
                  <a:pt x="1924" y="3250"/>
                </a:cubicBezTo>
                <a:cubicBezTo>
                  <a:pt x="1949" y="3280"/>
                  <a:pt x="1998" y="3273"/>
                  <a:pt x="2012" y="3236"/>
                </a:cubicBezTo>
                <a:cubicBezTo>
                  <a:pt x="2026" y="3202"/>
                  <a:pt x="2070" y="3192"/>
                  <a:pt x="2097" y="3218"/>
                </a:cubicBezTo>
                <a:cubicBezTo>
                  <a:pt x="2125" y="3246"/>
                  <a:pt x="2172" y="3233"/>
                  <a:pt x="2183" y="3195"/>
                </a:cubicBezTo>
                <a:cubicBezTo>
                  <a:pt x="2183" y="3195"/>
                  <a:pt x="2183" y="3195"/>
                  <a:pt x="2183" y="3195"/>
                </a:cubicBezTo>
                <a:cubicBezTo>
                  <a:pt x="2193" y="3160"/>
                  <a:pt x="2236" y="3146"/>
                  <a:pt x="2265" y="3169"/>
                </a:cubicBezTo>
                <a:cubicBezTo>
                  <a:pt x="2296" y="3193"/>
                  <a:pt x="2341" y="3175"/>
                  <a:pt x="2348" y="3137"/>
                </a:cubicBezTo>
                <a:cubicBezTo>
                  <a:pt x="2354" y="3100"/>
                  <a:pt x="2395" y="3082"/>
                  <a:pt x="2427" y="3102"/>
                </a:cubicBezTo>
                <a:cubicBezTo>
                  <a:pt x="2460" y="3123"/>
                  <a:pt x="2504" y="3100"/>
                  <a:pt x="2506" y="3061"/>
                </a:cubicBezTo>
                <a:cubicBezTo>
                  <a:pt x="2508" y="3024"/>
                  <a:pt x="2548" y="3002"/>
                  <a:pt x="2581" y="3018"/>
                </a:cubicBezTo>
                <a:cubicBezTo>
                  <a:pt x="2616" y="3036"/>
                  <a:pt x="2657" y="3009"/>
                  <a:pt x="2656" y="2970"/>
                </a:cubicBezTo>
                <a:cubicBezTo>
                  <a:pt x="2654" y="2933"/>
                  <a:pt x="2691" y="2906"/>
                  <a:pt x="2725" y="2919"/>
                </a:cubicBezTo>
                <a:cubicBezTo>
                  <a:pt x="2762" y="2933"/>
                  <a:pt x="2800" y="2902"/>
                  <a:pt x="2795" y="2863"/>
                </a:cubicBezTo>
                <a:cubicBezTo>
                  <a:pt x="2789" y="2826"/>
                  <a:pt x="2823" y="2796"/>
                  <a:pt x="2859" y="2805"/>
                </a:cubicBezTo>
                <a:cubicBezTo>
                  <a:pt x="2897" y="2815"/>
                  <a:pt x="2931" y="2780"/>
                  <a:pt x="2922" y="2742"/>
                </a:cubicBezTo>
                <a:cubicBezTo>
                  <a:pt x="2912" y="2706"/>
                  <a:pt x="2943" y="2673"/>
                  <a:pt x="2979" y="2678"/>
                </a:cubicBezTo>
                <a:cubicBezTo>
                  <a:pt x="3018" y="2684"/>
                  <a:pt x="3049" y="2646"/>
                  <a:pt x="3035" y="2609"/>
                </a:cubicBezTo>
                <a:cubicBezTo>
                  <a:pt x="3023" y="2574"/>
                  <a:pt x="3049" y="2537"/>
                  <a:pt x="3086" y="2539"/>
                </a:cubicBezTo>
                <a:cubicBezTo>
                  <a:pt x="3125" y="2541"/>
                  <a:pt x="3152" y="2500"/>
                  <a:pt x="3135" y="2464"/>
                </a:cubicBezTo>
                <a:cubicBezTo>
                  <a:pt x="3118" y="2431"/>
                  <a:pt x="3141" y="2392"/>
                  <a:pt x="3178" y="2390"/>
                </a:cubicBezTo>
                <a:cubicBezTo>
                  <a:pt x="3217" y="2387"/>
                  <a:pt x="3239" y="2343"/>
                  <a:pt x="3218" y="2310"/>
                </a:cubicBezTo>
                <a:cubicBezTo>
                  <a:pt x="3198" y="2279"/>
                  <a:pt x="3217" y="2238"/>
                  <a:pt x="3253" y="2231"/>
                </a:cubicBezTo>
                <a:cubicBezTo>
                  <a:pt x="3292" y="2225"/>
                  <a:pt x="3310" y="2179"/>
                  <a:pt x="3285" y="2148"/>
                </a:cubicBezTo>
                <a:cubicBezTo>
                  <a:pt x="3262" y="2119"/>
                  <a:pt x="3276" y="2076"/>
                  <a:pt x="3312" y="2066"/>
                </a:cubicBezTo>
                <a:cubicBezTo>
                  <a:pt x="3350" y="2056"/>
                  <a:pt x="3362" y="2008"/>
                  <a:pt x="3335" y="1980"/>
                </a:cubicBezTo>
                <a:cubicBezTo>
                  <a:pt x="3309" y="1954"/>
                  <a:pt x="3318" y="1909"/>
                  <a:pt x="3353" y="1896"/>
                </a:cubicBezTo>
                <a:cubicBezTo>
                  <a:pt x="3389" y="1881"/>
                  <a:pt x="3397" y="1833"/>
                  <a:pt x="3367" y="1808"/>
                </a:cubicBezTo>
                <a:cubicBezTo>
                  <a:pt x="3338" y="1784"/>
                  <a:pt x="3343" y="1739"/>
                  <a:pt x="3376" y="1722"/>
                </a:cubicBezTo>
                <a:cubicBezTo>
                  <a:pt x="3411" y="1704"/>
                  <a:pt x="3413" y="1655"/>
                  <a:pt x="3380" y="1633"/>
                </a:cubicBezTo>
                <a:cubicBezTo>
                  <a:pt x="3350" y="1613"/>
                  <a:pt x="3350" y="1567"/>
                  <a:pt x="3380" y="1547"/>
                </a:cubicBezTo>
                <a:cubicBezTo>
                  <a:pt x="3413" y="1525"/>
                  <a:pt x="3411" y="1476"/>
                  <a:pt x="3376" y="1458"/>
                </a:cubicBezTo>
                <a:cubicBezTo>
                  <a:pt x="3343" y="1441"/>
                  <a:pt x="3338" y="1396"/>
                  <a:pt x="3367" y="1372"/>
                </a:cubicBezTo>
                <a:cubicBezTo>
                  <a:pt x="3397" y="1347"/>
                  <a:pt x="3389" y="1299"/>
                  <a:pt x="3353" y="1284"/>
                </a:cubicBezTo>
                <a:cubicBezTo>
                  <a:pt x="3318" y="1270"/>
                  <a:pt x="3309" y="1226"/>
                  <a:pt x="3335" y="1200"/>
                </a:cubicBezTo>
                <a:cubicBezTo>
                  <a:pt x="3362" y="1172"/>
                  <a:pt x="3350" y="1124"/>
                  <a:pt x="3312" y="1114"/>
                </a:cubicBezTo>
                <a:cubicBezTo>
                  <a:pt x="3276" y="1104"/>
                  <a:pt x="3262" y="1061"/>
                  <a:pt x="3285" y="1032"/>
                </a:cubicBezTo>
                <a:cubicBezTo>
                  <a:pt x="3310" y="1001"/>
                  <a:pt x="3292" y="955"/>
                  <a:pt x="3253" y="948"/>
                </a:cubicBezTo>
                <a:cubicBezTo>
                  <a:pt x="3217" y="942"/>
                  <a:pt x="3198" y="901"/>
                  <a:pt x="3218" y="870"/>
                </a:cubicBezTo>
                <a:cubicBezTo>
                  <a:pt x="3239" y="836"/>
                  <a:pt x="3217" y="793"/>
                  <a:pt x="3178" y="790"/>
                </a:cubicBezTo>
                <a:cubicBezTo>
                  <a:pt x="3141" y="788"/>
                  <a:pt x="3118" y="749"/>
                  <a:pt x="3135" y="716"/>
                </a:cubicBezTo>
                <a:cubicBezTo>
                  <a:pt x="3152" y="680"/>
                  <a:pt x="3125" y="639"/>
                  <a:pt x="3086" y="641"/>
                </a:cubicBezTo>
                <a:cubicBezTo>
                  <a:pt x="3049" y="642"/>
                  <a:pt x="3023" y="606"/>
                  <a:pt x="3035" y="571"/>
                </a:cubicBezTo>
                <a:cubicBezTo>
                  <a:pt x="3049" y="534"/>
                  <a:pt x="3018" y="496"/>
                  <a:pt x="2979" y="502"/>
                </a:cubicBezTo>
                <a:cubicBezTo>
                  <a:pt x="2943" y="507"/>
                  <a:pt x="2912" y="474"/>
                  <a:pt x="2922" y="438"/>
                </a:cubicBezTo>
                <a:cubicBezTo>
                  <a:pt x="2931" y="400"/>
                  <a:pt x="2897" y="365"/>
                  <a:pt x="2859" y="375"/>
                </a:cubicBezTo>
                <a:cubicBezTo>
                  <a:pt x="2823" y="384"/>
                  <a:pt x="2789" y="354"/>
                  <a:pt x="2795" y="317"/>
                </a:cubicBezTo>
                <a:cubicBezTo>
                  <a:pt x="2800" y="278"/>
                  <a:pt x="2762" y="247"/>
                  <a:pt x="2725" y="261"/>
                </a:cubicBezTo>
                <a:cubicBezTo>
                  <a:pt x="2691" y="274"/>
                  <a:pt x="2654" y="247"/>
                  <a:pt x="2656" y="210"/>
                </a:cubicBezTo>
                <a:cubicBezTo>
                  <a:pt x="2657" y="171"/>
                  <a:pt x="2616" y="144"/>
                  <a:pt x="2581" y="162"/>
                </a:cubicBezTo>
                <a:cubicBezTo>
                  <a:pt x="2548" y="178"/>
                  <a:pt x="2508" y="156"/>
                  <a:pt x="2506" y="119"/>
                </a:cubicBezTo>
                <a:cubicBezTo>
                  <a:pt x="2504" y="79"/>
                  <a:pt x="2460" y="57"/>
                  <a:pt x="2427" y="78"/>
                </a:cubicBezTo>
                <a:cubicBezTo>
                  <a:pt x="2395" y="98"/>
                  <a:pt x="2354" y="80"/>
                  <a:pt x="2348" y="43"/>
                </a:cubicBezTo>
                <a:cubicBezTo>
                  <a:pt x="2344" y="18"/>
                  <a:pt x="2323" y="2"/>
                  <a:pt x="2301" y="0"/>
                </a:cubicBezTo>
                <a:cubicBezTo>
                  <a:pt x="2293" y="0"/>
                  <a:pt x="2293" y="0"/>
                  <a:pt x="2293" y="0"/>
                </a:cubicBezTo>
                <a:cubicBezTo>
                  <a:pt x="2283" y="1"/>
                  <a:pt x="2273" y="5"/>
                  <a:pt x="2265" y="11"/>
                </a:cubicBezTo>
                <a:cubicBezTo>
                  <a:pt x="2241" y="30"/>
                  <a:pt x="2207" y="24"/>
                  <a:pt x="2190" y="0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F42020BA-E9C8-A948-6B49-343F935B1A08}"/>
              </a:ext>
            </a:extLst>
          </p:cNvPr>
          <p:cNvSpPr>
            <a:spLocks/>
          </p:cNvSpPr>
          <p:nvPr userDrawn="1"/>
        </p:nvSpPr>
        <p:spPr bwMode="auto">
          <a:xfrm>
            <a:off x="0" y="2390775"/>
            <a:ext cx="2674938" cy="4464050"/>
          </a:xfrm>
          <a:custGeom>
            <a:avLst/>
            <a:gdLst>
              <a:gd name="T0" fmla="*/ 1374 w 1687"/>
              <a:gd name="T1" fmla="*/ 2814 h 2814"/>
              <a:gd name="T2" fmla="*/ 1389 w 1687"/>
              <a:gd name="T3" fmla="*/ 2766 h 2814"/>
              <a:gd name="T4" fmla="*/ 1415 w 1687"/>
              <a:gd name="T5" fmla="*/ 2471 h 2814"/>
              <a:gd name="T6" fmla="*/ 1567 w 1687"/>
              <a:gd name="T7" fmla="*/ 1591 h 2814"/>
              <a:gd name="T8" fmla="*/ 1415 w 1687"/>
              <a:gd name="T9" fmla="*/ 1338 h 2814"/>
              <a:gd name="T10" fmla="*/ 1021 w 1687"/>
              <a:gd name="T11" fmla="*/ 536 h 2814"/>
              <a:gd name="T12" fmla="*/ 749 w 1687"/>
              <a:gd name="T13" fmla="*/ 421 h 2814"/>
              <a:gd name="T14" fmla="*/ 0 w 1687"/>
              <a:gd name="T15" fmla="*/ 3 h 2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87" h="2814">
                <a:moveTo>
                  <a:pt x="1374" y="2814"/>
                </a:moveTo>
                <a:cubicBezTo>
                  <a:pt x="1380" y="2798"/>
                  <a:pt x="1384" y="2782"/>
                  <a:pt x="1389" y="2766"/>
                </a:cubicBezTo>
                <a:cubicBezTo>
                  <a:pt x="1415" y="2667"/>
                  <a:pt x="1423" y="2568"/>
                  <a:pt x="1415" y="2471"/>
                </a:cubicBezTo>
                <a:cubicBezTo>
                  <a:pt x="1617" y="2236"/>
                  <a:pt x="1687" y="1901"/>
                  <a:pt x="1567" y="1591"/>
                </a:cubicBezTo>
                <a:cubicBezTo>
                  <a:pt x="1530" y="1496"/>
                  <a:pt x="1478" y="1411"/>
                  <a:pt x="1415" y="1338"/>
                </a:cubicBezTo>
                <a:cubicBezTo>
                  <a:pt x="1440" y="1029"/>
                  <a:pt x="1299" y="716"/>
                  <a:pt x="1021" y="536"/>
                </a:cubicBezTo>
                <a:cubicBezTo>
                  <a:pt x="935" y="481"/>
                  <a:pt x="843" y="443"/>
                  <a:pt x="749" y="421"/>
                </a:cubicBezTo>
                <a:cubicBezTo>
                  <a:pt x="595" y="167"/>
                  <a:pt x="315" y="0"/>
                  <a:pt x="0" y="3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76E0222D-73EE-B885-A0AF-9FB56987B59B}"/>
              </a:ext>
            </a:extLst>
          </p:cNvPr>
          <p:cNvSpPr>
            <a:spLocks/>
          </p:cNvSpPr>
          <p:nvPr userDrawn="1"/>
        </p:nvSpPr>
        <p:spPr bwMode="auto">
          <a:xfrm>
            <a:off x="2297113" y="5118100"/>
            <a:ext cx="3303588" cy="1736725"/>
          </a:xfrm>
          <a:custGeom>
            <a:avLst/>
            <a:gdLst>
              <a:gd name="T0" fmla="*/ 2083 w 2083"/>
              <a:gd name="T1" fmla="*/ 1095 h 1095"/>
              <a:gd name="T2" fmla="*/ 1481 w 2083"/>
              <a:gd name="T3" fmla="*/ 493 h 1095"/>
              <a:gd name="T4" fmla="*/ 1038 w 2083"/>
              <a:gd name="T5" fmla="*/ 51 h 1095"/>
              <a:gd name="T6" fmla="*/ 899 w 2083"/>
              <a:gd name="T7" fmla="*/ 13 h 1095"/>
              <a:gd name="T8" fmla="*/ 738 w 2083"/>
              <a:gd name="T9" fmla="*/ 56 h 1095"/>
              <a:gd name="T10" fmla="*/ 631 w 2083"/>
              <a:gd name="T11" fmla="*/ 211 h 1095"/>
              <a:gd name="T12" fmla="*/ 556 w 2083"/>
              <a:gd name="T13" fmla="*/ 354 h 1095"/>
              <a:gd name="T14" fmla="*/ 101 w 2083"/>
              <a:gd name="T15" fmla="*/ 602 h 1095"/>
              <a:gd name="T16" fmla="*/ 68 w 2083"/>
              <a:gd name="T17" fmla="*/ 831 h 1095"/>
              <a:gd name="T18" fmla="*/ 332 w 2083"/>
              <a:gd name="T19" fmla="*/ 1095 h 10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83" h="1095">
                <a:moveTo>
                  <a:pt x="2083" y="1095"/>
                </a:moveTo>
                <a:cubicBezTo>
                  <a:pt x="1481" y="493"/>
                  <a:pt x="1481" y="493"/>
                  <a:pt x="1481" y="493"/>
                </a:cubicBezTo>
                <a:cubicBezTo>
                  <a:pt x="1038" y="51"/>
                  <a:pt x="1038" y="51"/>
                  <a:pt x="1038" y="51"/>
                </a:cubicBezTo>
                <a:cubicBezTo>
                  <a:pt x="1002" y="14"/>
                  <a:pt x="949" y="0"/>
                  <a:pt x="899" y="13"/>
                </a:cubicBezTo>
                <a:cubicBezTo>
                  <a:pt x="738" y="56"/>
                  <a:pt x="738" y="56"/>
                  <a:pt x="738" y="56"/>
                </a:cubicBezTo>
                <a:cubicBezTo>
                  <a:pt x="669" y="75"/>
                  <a:pt x="624" y="141"/>
                  <a:pt x="631" y="211"/>
                </a:cubicBezTo>
                <a:cubicBezTo>
                  <a:pt x="637" y="269"/>
                  <a:pt x="608" y="326"/>
                  <a:pt x="556" y="354"/>
                </a:cubicBezTo>
                <a:cubicBezTo>
                  <a:pt x="101" y="602"/>
                  <a:pt x="101" y="602"/>
                  <a:pt x="101" y="602"/>
                </a:cubicBezTo>
                <a:cubicBezTo>
                  <a:pt x="16" y="648"/>
                  <a:pt x="0" y="763"/>
                  <a:pt x="68" y="831"/>
                </a:cubicBezTo>
                <a:cubicBezTo>
                  <a:pt x="332" y="1095"/>
                  <a:pt x="332" y="1095"/>
                  <a:pt x="332" y="1095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93668FF7-6C7F-334A-E463-84D5054E3E74}"/>
              </a:ext>
            </a:extLst>
          </p:cNvPr>
          <p:cNvSpPr>
            <a:spLocks/>
          </p:cNvSpPr>
          <p:nvPr userDrawn="1"/>
        </p:nvSpPr>
        <p:spPr bwMode="auto">
          <a:xfrm>
            <a:off x="8356600" y="993775"/>
            <a:ext cx="3827463" cy="5861050"/>
          </a:xfrm>
          <a:custGeom>
            <a:avLst/>
            <a:gdLst>
              <a:gd name="T0" fmla="*/ 2413 w 2413"/>
              <a:gd name="T1" fmla="*/ 0 h 3695"/>
              <a:gd name="T2" fmla="*/ 0 w 2413"/>
              <a:gd name="T3" fmla="*/ 2423 h 3695"/>
              <a:gd name="T4" fmla="*/ 360 w 2413"/>
              <a:gd name="T5" fmla="*/ 3695 h 3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13" h="3695">
                <a:moveTo>
                  <a:pt x="2413" y="0"/>
                </a:moveTo>
                <a:cubicBezTo>
                  <a:pt x="1079" y="5"/>
                  <a:pt x="0" y="1088"/>
                  <a:pt x="0" y="2423"/>
                </a:cubicBezTo>
                <a:cubicBezTo>
                  <a:pt x="0" y="2890"/>
                  <a:pt x="132" y="3325"/>
                  <a:pt x="360" y="3695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3D59BD7-2677-1ACE-2A65-E77E0056FBDD}"/>
              </a:ext>
            </a:extLst>
          </p:cNvPr>
          <p:cNvSpPr>
            <a:spLocks/>
          </p:cNvSpPr>
          <p:nvPr userDrawn="1"/>
        </p:nvSpPr>
        <p:spPr bwMode="auto">
          <a:xfrm>
            <a:off x="6657975" y="1588"/>
            <a:ext cx="3763963" cy="2355850"/>
          </a:xfrm>
          <a:custGeom>
            <a:avLst/>
            <a:gdLst>
              <a:gd name="T0" fmla="*/ 56 w 2374"/>
              <a:gd name="T1" fmla="*/ 0 h 1485"/>
              <a:gd name="T2" fmla="*/ 60 w 2374"/>
              <a:gd name="T3" fmla="*/ 11 h 1485"/>
              <a:gd name="T4" fmla="*/ 88 w 2374"/>
              <a:gd name="T5" fmla="*/ 79 h 1485"/>
              <a:gd name="T6" fmla="*/ 75 w 2374"/>
              <a:gd name="T7" fmla="*/ 179 h 1485"/>
              <a:gd name="T8" fmla="*/ 29 w 2374"/>
              <a:gd name="T9" fmla="*/ 236 h 1485"/>
              <a:gd name="T10" fmla="*/ 31 w 2374"/>
              <a:gd name="T11" fmla="*/ 361 h 1485"/>
              <a:gd name="T12" fmla="*/ 78 w 2374"/>
              <a:gd name="T13" fmla="*/ 417 h 1485"/>
              <a:gd name="T14" fmla="*/ 94 w 2374"/>
              <a:gd name="T15" fmla="*/ 516 h 1485"/>
              <a:gd name="T16" fmla="*/ 67 w 2374"/>
              <a:gd name="T17" fmla="*/ 585 h 1485"/>
              <a:gd name="T18" fmla="*/ 105 w 2374"/>
              <a:gd name="T19" fmla="*/ 703 h 1485"/>
              <a:gd name="T20" fmla="*/ 166 w 2374"/>
              <a:gd name="T21" fmla="*/ 743 h 1485"/>
              <a:gd name="T22" fmla="*/ 211 w 2374"/>
              <a:gd name="T23" fmla="*/ 833 h 1485"/>
              <a:gd name="T24" fmla="*/ 205 w 2374"/>
              <a:gd name="T25" fmla="*/ 906 h 1485"/>
              <a:gd name="T26" fmla="*/ 276 w 2374"/>
              <a:gd name="T27" fmla="*/ 1008 h 1485"/>
              <a:gd name="T28" fmla="*/ 346 w 2374"/>
              <a:gd name="T29" fmla="*/ 1028 h 1485"/>
              <a:gd name="T30" fmla="*/ 414 w 2374"/>
              <a:gd name="T31" fmla="*/ 1101 h 1485"/>
              <a:gd name="T32" fmla="*/ 430 w 2374"/>
              <a:gd name="T33" fmla="*/ 1172 h 1485"/>
              <a:gd name="T34" fmla="*/ 528 w 2374"/>
              <a:gd name="T35" fmla="*/ 1249 h 1485"/>
              <a:gd name="T36" fmla="*/ 600 w 2374"/>
              <a:gd name="T37" fmla="*/ 1247 h 1485"/>
              <a:gd name="T38" fmla="*/ 687 w 2374"/>
              <a:gd name="T39" fmla="*/ 1296 h 1485"/>
              <a:gd name="T40" fmla="*/ 724 w 2374"/>
              <a:gd name="T41" fmla="*/ 1359 h 1485"/>
              <a:gd name="T42" fmla="*/ 839 w 2374"/>
              <a:gd name="T43" fmla="*/ 1403 h 1485"/>
              <a:gd name="T44" fmla="*/ 908 w 2374"/>
              <a:gd name="T45" fmla="*/ 1379 h 1485"/>
              <a:gd name="T46" fmla="*/ 1005 w 2374"/>
              <a:gd name="T47" fmla="*/ 1400 h 1485"/>
              <a:gd name="T48" fmla="*/ 1058 w 2374"/>
              <a:gd name="T49" fmla="*/ 1450 h 1485"/>
              <a:gd name="T50" fmla="*/ 1181 w 2374"/>
              <a:gd name="T51" fmla="*/ 1458 h 1485"/>
              <a:gd name="T52" fmla="*/ 1240 w 2374"/>
              <a:gd name="T53" fmla="*/ 1415 h 1485"/>
              <a:gd name="T54" fmla="*/ 1339 w 2374"/>
              <a:gd name="T55" fmla="*/ 1406 h 1485"/>
              <a:gd name="T56" fmla="*/ 1405 w 2374"/>
              <a:gd name="T57" fmla="*/ 1438 h 1485"/>
              <a:gd name="T58" fmla="*/ 1524 w 2374"/>
              <a:gd name="T59" fmla="*/ 1408 h 1485"/>
              <a:gd name="T60" fmla="*/ 1568 w 2374"/>
              <a:gd name="T61" fmla="*/ 1349 h 1485"/>
              <a:gd name="T62" fmla="*/ 1660 w 2374"/>
              <a:gd name="T63" fmla="*/ 1311 h 1485"/>
              <a:gd name="T64" fmla="*/ 1732 w 2374"/>
              <a:gd name="T65" fmla="*/ 1322 h 1485"/>
              <a:gd name="T66" fmla="*/ 1838 w 2374"/>
              <a:gd name="T67" fmla="*/ 1258 h 1485"/>
              <a:gd name="T68" fmla="*/ 1863 w 2374"/>
              <a:gd name="T69" fmla="*/ 1189 h 1485"/>
              <a:gd name="T70" fmla="*/ 1940 w 2374"/>
              <a:gd name="T71" fmla="*/ 1125 h 1485"/>
              <a:gd name="T72" fmla="*/ 2012 w 2374"/>
              <a:gd name="T73" fmla="*/ 1114 h 1485"/>
              <a:gd name="T74" fmla="*/ 2094 w 2374"/>
              <a:gd name="T75" fmla="*/ 1022 h 1485"/>
              <a:gd name="T76" fmla="*/ 2098 w 2374"/>
              <a:gd name="T77" fmla="*/ 948 h 1485"/>
              <a:gd name="T78" fmla="*/ 2153 w 2374"/>
              <a:gd name="T79" fmla="*/ 864 h 1485"/>
              <a:gd name="T80" fmla="*/ 2218 w 2374"/>
              <a:gd name="T81" fmla="*/ 832 h 1485"/>
              <a:gd name="T82" fmla="*/ 2270 w 2374"/>
              <a:gd name="T83" fmla="*/ 719 h 1485"/>
              <a:gd name="T84" fmla="*/ 2252 w 2374"/>
              <a:gd name="T85" fmla="*/ 648 h 1485"/>
              <a:gd name="T86" fmla="*/ 2280 w 2374"/>
              <a:gd name="T87" fmla="*/ 552 h 1485"/>
              <a:gd name="T88" fmla="*/ 2333 w 2374"/>
              <a:gd name="T89" fmla="*/ 502 h 1485"/>
              <a:gd name="T90" fmla="*/ 2350 w 2374"/>
              <a:gd name="T91" fmla="*/ 378 h 1485"/>
              <a:gd name="T92" fmla="*/ 2312 w 2374"/>
              <a:gd name="T93" fmla="*/ 315 h 1485"/>
              <a:gd name="T94" fmla="*/ 2311 w 2374"/>
              <a:gd name="T95" fmla="*/ 215 h 1485"/>
              <a:gd name="T96" fmla="*/ 2347 w 2374"/>
              <a:gd name="T97" fmla="*/ 151 h 1485"/>
              <a:gd name="T98" fmla="*/ 2327 w 2374"/>
              <a:gd name="T99" fmla="*/ 28 h 1485"/>
              <a:gd name="T100" fmla="*/ 2296 w 2374"/>
              <a:gd name="T101" fmla="*/ 0 h 1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374" h="1485">
                <a:moveTo>
                  <a:pt x="56" y="0"/>
                </a:moveTo>
                <a:cubicBezTo>
                  <a:pt x="57" y="4"/>
                  <a:pt x="58" y="8"/>
                  <a:pt x="60" y="11"/>
                </a:cubicBezTo>
                <a:cubicBezTo>
                  <a:pt x="88" y="79"/>
                  <a:pt x="88" y="79"/>
                  <a:pt x="88" y="79"/>
                </a:cubicBezTo>
                <a:cubicBezTo>
                  <a:pt x="102" y="112"/>
                  <a:pt x="97" y="150"/>
                  <a:pt x="75" y="179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0" y="273"/>
                  <a:pt x="1" y="325"/>
                  <a:pt x="31" y="361"/>
                </a:cubicBezTo>
                <a:cubicBezTo>
                  <a:pt x="78" y="417"/>
                  <a:pt x="78" y="417"/>
                  <a:pt x="78" y="417"/>
                </a:cubicBezTo>
                <a:cubicBezTo>
                  <a:pt x="101" y="444"/>
                  <a:pt x="107" y="483"/>
                  <a:pt x="94" y="516"/>
                </a:cubicBezTo>
                <a:cubicBezTo>
                  <a:pt x="67" y="585"/>
                  <a:pt x="67" y="585"/>
                  <a:pt x="67" y="585"/>
                </a:cubicBezTo>
                <a:cubicBezTo>
                  <a:pt x="50" y="628"/>
                  <a:pt x="66" y="678"/>
                  <a:pt x="105" y="703"/>
                </a:cubicBezTo>
                <a:cubicBezTo>
                  <a:pt x="166" y="743"/>
                  <a:pt x="166" y="743"/>
                  <a:pt x="166" y="743"/>
                </a:cubicBezTo>
                <a:cubicBezTo>
                  <a:pt x="196" y="762"/>
                  <a:pt x="213" y="797"/>
                  <a:pt x="211" y="833"/>
                </a:cubicBezTo>
                <a:cubicBezTo>
                  <a:pt x="205" y="906"/>
                  <a:pt x="205" y="906"/>
                  <a:pt x="205" y="906"/>
                </a:cubicBezTo>
                <a:cubicBezTo>
                  <a:pt x="202" y="953"/>
                  <a:pt x="231" y="996"/>
                  <a:pt x="276" y="1008"/>
                </a:cubicBezTo>
                <a:cubicBezTo>
                  <a:pt x="346" y="1028"/>
                  <a:pt x="346" y="1028"/>
                  <a:pt x="346" y="1028"/>
                </a:cubicBezTo>
                <a:cubicBezTo>
                  <a:pt x="380" y="1038"/>
                  <a:pt x="406" y="1065"/>
                  <a:pt x="414" y="1101"/>
                </a:cubicBezTo>
                <a:cubicBezTo>
                  <a:pt x="430" y="1172"/>
                  <a:pt x="430" y="1172"/>
                  <a:pt x="430" y="1172"/>
                </a:cubicBezTo>
                <a:cubicBezTo>
                  <a:pt x="441" y="1218"/>
                  <a:pt x="481" y="1250"/>
                  <a:pt x="528" y="1249"/>
                </a:cubicBezTo>
                <a:cubicBezTo>
                  <a:pt x="600" y="1247"/>
                  <a:pt x="600" y="1247"/>
                  <a:pt x="600" y="1247"/>
                </a:cubicBezTo>
                <a:cubicBezTo>
                  <a:pt x="636" y="1246"/>
                  <a:pt x="669" y="1264"/>
                  <a:pt x="687" y="1296"/>
                </a:cubicBezTo>
                <a:cubicBezTo>
                  <a:pt x="724" y="1359"/>
                  <a:pt x="724" y="1359"/>
                  <a:pt x="724" y="1359"/>
                </a:cubicBezTo>
                <a:cubicBezTo>
                  <a:pt x="747" y="1400"/>
                  <a:pt x="795" y="1418"/>
                  <a:pt x="839" y="1403"/>
                </a:cubicBezTo>
                <a:cubicBezTo>
                  <a:pt x="908" y="1379"/>
                  <a:pt x="908" y="1379"/>
                  <a:pt x="908" y="1379"/>
                </a:cubicBezTo>
                <a:cubicBezTo>
                  <a:pt x="941" y="1368"/>
                  <a:pt x="979" y="1376"/>
                  <a:pt x="1005" y="1400"/>
                </a:cubicBezTo>
                <a:cubicBezTo>
                  <a:pt x="1058" y="1450"/>
                  <a:pt x="1058" y="1450"/>
                  <a:pt x="1058" y="1450"/>
                </a:cubicBezTo>
                <a:cubicBezTo>
                  <a:pt x="1092" y="1482"/>
                  <a:pt x="1144" y="1485"/>
                  <a:pt x="1181" y="1458"/>
                </a:cubicBezTo>
                <a:cubicBezTo>
                  <a:pt x="1240" y="1415"/>
                  <a:pt x="1240" y="1415"/>
                  <a:pt x="1240" y="1415"/>
                </a:cubicBezTo>
                <a:cubicBezTo>
                  <a:pt x="1269" y="1394"/>
                  <a:pt x="1307" y="1390"/>
                  <a:pt x="1339" y="1406"/>
                </a:cubicBezTo>
                <a:cubicBezTo>
                  <a:pt x="1405" y="1438"/>
                  <a:pt x="1405" y="1438"/>
                  <a:pt x="1405" y="1438"/>
                </a:cubicBezTo>
                <a:cubicBezTo>
                  <a:pt x="1446" y="1458"/>
                  <a:pt x="1496" y="1446"/>
                  <a:pt x="1524" y="1408"/>
                </a:cubicBezTo>
                <a:cubicBezTo>
                  <a:pt x="1568" y="1349"/>
                  <a:pt x="1568" y="1349"/>
                  <a:pt x="1568" y="1349"/>
                </a:cubicBezTo>
                <a:cubicBezTo>
                  <a:pt x="1590" y="1321"/>
                  <a:pt x="1625" y="1306"/>
                  <a:pt x="1660" y="1311"/>
                </a:cubicBezTo>
                <a:cubicBezTo>
                  <a:pt x="1732" y="1322"/>
                  <a:pt x="1732" y="1322"/>
                  <a:pt x="1732" y="1322"/>
                </a:cubicBezTo>
                <a:cubicBezTo>
                  <a:pt x="1778" y="1329"/>
                  <a:pt x="1822" y="1302"/>
                  <a:pt x="1838" y="1258"/>
                </a:cubicBezTo>
                <a:cubicBezTo>
                  <a:pt x="1863" y="1189"/>
                  <a:pt x="1863" y="1189"/>
                  <a:pt x="1863" y="1189"/>
                </a:cubicBezTo>
                <a:cubicBezTo>
                  <a:pt x="1875" y="1155"/>
                  <a:pt x="1904" y="1131"/>
                  <a:pt x="1940" y="1125"/>
                </a:cubicBezTo>
                <a:cubicBezTo>
                  <a:pt x="2012" y="1114"/>
                  <a:pt x="2012" y="1114"/>
                  <a:pt x="2012" y="1114"/>
                </a:cubicBezTo>
                <a:cubicBezTo>
                  <a:pt x="2057" y="1107"/>
                  <a:pt x="2092" y="1069"/>
                  <a:pt x="2094" y="1022"/>
                </a:cubicBezTo>
                <a:cubicBezTo>
                  <a:pt x="2098" y="948"/>
                  <a:pt x="2098" y="948"/>
                  <a:pt x="2098" y="948"/>
                </a:cubicBezTo>
                <a:cubicBezTo>
                  <a:pt x="2099" y="912"/>
                  <a:pt x="2120" y="880"/>
                  <a:pt x="2153" y="864"/>
                </a:cubicBezTo>
                <a:cubicBezTo>
                  <a:pt x="2218" y="832"/>
                  <a:pt x="2218" y="832"/>
                  <a:pt x="2218" y="832"/>
                </a:cubicBezTo>
                <a:cubicBezTo>
                  <a:pt x="2260" y="812"/>
                  <a:pt x="2282" y="765"/>
                  <a:pt x="2270" y="719"/>
                </a:cubicBezTo>
                <a:cubicBezTo>
                  <a:pt x="2252" y="648"/>
                  <a:pt x="2252" y="648"/>
                  <a:pt x="2252" y="648"/>
                </a:cubicBezTo>
                <a:cubicBezTo>
                  <a:pt x="2243" y="613"/>
                  <a:pt x="2254" y="576"/>
                  <a:pt x="2280" y="552"/>
                </a:cubicBezTo>
                <a:cubicBezTo>
                  <a:pt x="2333" y="502"/>
                  <a:pt x="2333" y="502"/>
                  <a:pt x="2333" y="502"/>
                </a:cubicBezTo>
                <a:cubicBezTo>
                  <a:pt x="2367" y="470"/>
                  <a:pt x="2374" y="418"/>
                  <a:pt x="2350" y="378"/>
                </a:cubicBezTo>
                <a:cubicBezTo>
                  <a:pt x="2312" y="315"/>
                  <a:pt x="2312" y="315"/>
                  <a:pt x="2312" y="315"/>
                </a:cubicBezTo>
                <a:cubicBezTo>
                  <a:pt x="2294" y="285"/>
                  <a:pt x="2293" y="246"/>
                  <a:pt x="2311" y="215"/>
                </a:cubicBezTo>
                <a:cubicBezTo>
                  <a:pt x="2347" y="151"/>
                  <a:pt x="2347" y="151"/>
                  <a:pt x="2347" y="151"/>
                </a:cubicBezTo>
                <a:cubicBezTo>
                  <a:pt x="2371" y="110"/>
                  <a:pt x="2362" y="59"/>
                  <a:pt x="2327" y="28"/>
                </a:cubicBezTo>
                <a:cubicBezTo>
                  <a:pt x="2296" y="0"/>
                  <a:pt x="2296" y="0"/>
                  <a:pt x="2296" y="0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5CA4998-3160-7146-6879-A8A1E507B5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5363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Shaped Images [2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49" y="344905"/>
            <a:ext cx="5149457" cy="3196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FEAC8A7-D5A7-9F58-244B-944EC9175F00}"/>
              </a:ext>
            </a:extLst>
          </p:cNvPr>
          <p:cNvSpPr>
            <a:spLocks/>
          </p:cNvSpPr>
          <p:nvPr userDrawn="1"/>
        </p:nvSpPr>
        <p:spPr bwMode="auto">
          <a:xfrm>
            <a:off x="9077984" y="3337210"/>
            <a:ext cx="2874428" cy="1560545"/>
          </a:xfrm>
          <a:custGeom>
            <a:avLst/>
            <a:gdLst>
              <a:gd name="T0" fmla="*/ 177 w 2706"/>
              <a:gd name="T1" fmla="*/ 1468 h 1468"/>
              <a:gd name="T2" fmla="*/ 1343 w 2706"/>
              <a:gd name="T3" fmla="*/ 1468 h 1468"/>
              <a:gd name="T4" fmla="*/ 2508 w 2706"/>
              <a:gd name="T5" fmla="*/ 1468 h 1468"/>
              <a:gd name="T6" fmla="*/ 2542 w 2706"/>
              <a:gd name="T7" fmla="*/ 1465 h 1468"/>
              <a:gd name="T8" fmla="*/ 2677 w 2706"/>
              <a:gd name="T9" fmla="*/ 1247 h 1468"/>
              <a:gd name="T10" fmla="*/ 2509 w 2706"/>
              <a:gd name="T11" fmla="*/ 677 h 1468"/>
              <a:gd name="T12" fmla="*/ 2496 w 2706"/>
              <a:gd name="T13" fmla="*/ 610 h 1468"/>
              <a:gd name="T14" fmla="*/ 2560 w 2706"/>
              <a:gd name="T15" fmla="*/ 477 h 1468"/>
              <a:gd name="T16" fmla="*/ 2599 w 2706"/>
              <a:gd name="T17" fmla="*/ 255 h 1468"/>
              <a:gd name="T18" fmla="*/ 2501 w 2706"/>
              <a:gd name="T19" fmla="*/ 86 h 1468"/>
              <a:gd name="T20" fmla="*/ 2353 w 2706"/>
              <a:gd name="T21" fmla="*/ 1 h 1468"/>
              <a:gd name="T22" fmla="*/ 335 w 2706"/>
              <a:gd name="T23" fmla="*/ 1 h 1468"/>
              <a:gd name="T24" fmla="*/ 188 w 2706"/>
              <a:gd name="T25" fmla="*/ 84 h 1468"/>
              <a:gd name="T26" fmla="*/ 86 w 2706"/>
              <a:gd name="T27" fmla="*/ 259 h 1468"/>
              <a:gd name="T28" fmla="*/ 66 w 2706"/>
              <a:gd name="T29" fmla="*/ 370 h 1468"/>
              <a:gd name="T30" fmla="*/ 128 w 2706"/>
              <a:gd name="T31" fmla="*/ 477 h 1468"/>
              <a:gd name="T32" fmla="*/ 191 w 2706"/>
              <a:gd name="T33" fmla="*/ 611 h 1468"/>
              <a:gd name="T34" fmla="*/ 179 w 2706"/>
              <a:gd name="T35" fmla="*/ 675 h 1468"/>
              <a:gd name="T36" fmla="*/ 12 w 2706"/>
              <a:gd name="T37" fmla="*/ 1243 h 1468"/>
              <a:gd name="T38" fmla="*/ 9 w 2706"/>
              <a:gd name="T39" fmla="*/ 1342 h 1468"/>
              <a:gd name="T40" fmla="*/ 177 w 2706"/>
              <a:gd name="T41" fmla="*/ 1468 h 1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706" h="1468">
                <a:moveTo>
                  <a:pt x="177" y="1468"/>
                </a:moveTo>
                <a:cubicBezTo>
                  <a:pt x="566" y="1468"/>
                  <a:pt x="954" y="1468"/>
                  <a:pt x="1343" y="1468"/>
                </a:cubicBezTo>
                <a:cubicBezTo>
                  <a:pt x="1731" y="1468"/>
                  <a:pt x="2120" y="1468"/>
                  <a:pt x="2508" y="1468"/>
                </a:cubicBezTo>
                <a:cubicBezTo>
                  <a:pt x="2520" y="1468"/>
                  <a:pt x="2531" y="1468"/>
                  <a:pt x="2542" y="1465"/>
                </a:cubicBezTo>
                <a:cubicBezTo>
                  <a:pt x="2645" y="1446"/>
                  <a:pt x="2706" y="1347"/>
                  <a:pt x="2677" y="1247"/>
                </a:cubicBezTo>
                <a:cubicBezTo>
                  <a:pt x="2621" y="1057"/>
                  <a:pt x="2565" y="867"/>
                  <a:pt x="2509" y="677"/>
                </a:cubicBezTo>
                <a:cubicBezTo>
                  <a:pt x="2502" y="655"/>
                  <a:pt x="2496" y="633"/>
                  <a:pt x="2496" y="610"/>
                </a:cubicBezTo>
                <a:cubicBezTo>
                  <a:pt x="2497" y="556"/>
                  <a:pt x="2518" y="511"/>
                  <a:pt x="2560" y="477"/>
                </a:cubicBezTo>
                <a:cubicBezTo>
                  <a:pt x="2627" y="421"/>
                  <a:pt x="2643" y="330"/>
                  <a:pt x="2599" y="255"/>
                </a:cubicBezTo>
                <a:cubicBezTo>
                  <a:pt x="2567" y="199"/>
                  <a:pt x="2534" y="142"/>
                  <a:pt x="2501" y="86"/>
                </a:cubicBezTo>
                <a:cubicBezTo>
                  <a:pt x="2468" y="30"/>
                  <a:pt x="2417" y="1"/>
                  <a:pt x="2353" y="1"/>
                </a:cubicBezTo>
                <a:cubicBezTo>
                  <a:pt x="1680" y="0"/>
                  <a:pt x="1007" y="0"/>
                  <a:pt x="335" y="1"/>
                </a:cubicBezTo>
                <a:cubicBezTo>
                  <a:pt x="271" y="1"/>
                  <a:pt x="221" y="29"/>
                  <a:pt x="188" y="84"/>
                </a:cubicBezTo>
                <a:cubicBezTo>
                  <a:pt x="153" y="142"/>
                  <a:pt x="119" y="200"/>
                  <a:pt x="86" y="259"/>
                </a:cubicBezTo>
                <a:cubicBezTo>
                  <a:pt x="66" y="293"/>
                  <a:pt x="60" y="330"/>
                  <a:pt x="66" y="370"/>
                </a:cubicBezTo>
                <a:cubicBezTo>
                  <a:pt x="73" y="414"/>
                  <a:pt x="94" y="449"/>
                  <a:pt x="128" y="477"/>
                </a:cubicBezTo>
                <a:cubicBezTo>
                  <a:pt x="170" y="512"/>
                  <a:pt x="191" y="557"/>
                  <a:pt x="191" y="611"/>
                </a:cubicBezTo>
                <a:cubicBezTo>
                  <a:pt x="191" y="633"/>
                  <a:pt x="186" y="654"/>
                  <a:pt x="179" y="675"/>
                </a:cubicBezTo>
                <a:cubicBezTo>
                  <a:pt x="123" y="864"/>
                  <a:pt x="68" y="1054"/>
                  <a:pt x="12" y="1243"/>
                </a:cubicBezTo>
                <a:cubicBezTo>
                  <a:pt x="2" y="1276"/>
                  <a:pt x="0" y="1309"/>
                  <a:pt x="9" y="1342"/>
                </a:cubicBezTo>
                <a:cubicBezTo>
                  <a:pt x="31" y="1418"/>
                  <a:pt x="97" y="1468"/>
                  <a:pt x="177" y="1468"/>
                </a:cubicBezTo>
              </a:path>
            </a:pathLst>
          </a:custGeom>
          <a:solidFill>
            <a:srgbClr val="FF8080"/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96B345-87FD-3272-2ADF-25B101E52A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77984" y="1575175"/>
            <a:ext cx="2849795" cy="1561349"/>
          </a:xfrm>
          <a:custGeom>
            <a:avLst/>
            <a:gdLst>
              <a:gd name="connsiteX0" fmla="*/ 352639 w 2849795"/>
              <a:gd name="connsiteY0" fmla="*/ 798 h 1561349"/>
              <a:gd name="connsiteX1" fmla="*/ 2497714 w 2849795"/>
              <a:gd name="connsiteY1" fmla="*/ 798 h 1561349"/>
              <a:gd name="connsiteX2" fmla="*/ 2655034 w 2849795"/>
              <a:gd name="connsiteY2" fmla="*/ 91218 h 1561349"/>
              <a:gd name="connsiteX3" fmla="*/ 2759205 w 2849795"/>
              <a:gd name="connsiteY3" fmla="*/ 270996 h 1561349"/>
              <a:gd name="connsiteX4" fmla="*/ 2717749 w 2849795"/>
              <a:gd name="connsiteY4" fmla="*/ 507153 h 1561349"/>
              <a:gd name="connsiteX5" fmla="*/ 2649719 w 2849795"/>
              <a:gd name="connsiteY5" fmla="*/ 648634 h 1561349"/>
              <a:gd name="connsiteX6" fmla="*/ 2663538 w 2849795"/>
              <a:gd name="connsiteY6" fmla="*/ 719907 h 1561349"/>
              <a:gd name="connsiteX7" fmla="*/ 2842117 w 2849795"/>
              <a:gd name="connsiteY7" fmla="*/ 1326256 h 1561349"/>
              <a:gd name="connsiteX8" fmla="*/ 2698616 w 2849795"/>
              <a:gd name="connsiteY8" fmla="*/ 1558158 h 1561349"/>
              <a:gd name="connsiteX9" fmla="*/ 2662475 w 2849795"/>
              <a:gd name="connsiteY9" fmla="*/ 1561349 h 1561349"/>
              <a:gd name="connsiteX10" fmla="*/ 1424113 w 2849795"/>
              <a:gd name="connsiteY10" fmla="*/ 1561349 h 1561349"/>
              <a:gd name="connsiteX11" fmla="*/ 184689 w 2849795"/>
              <a:gd name="connsiteY11" fmla="*/ 1561349 h 1561349"/>
              <a:gd name="connsiteX12" fmla="*/ 6110 w 2849795"/>
              <a:gd name="connsiteY12" fmla="*/ 1427314 h 1561349"/>
              <a:gd name="connsiteX13" fmla="*/ 9299 w 2849795"/>
              <a:gd name="connsiteY13" fmla="*/ 1322001 h 1561349"/>
              <a:gd name="connsiteX14" fmla="*/ 186815 w 2849795"/>
              <a:gd name="connsiteY14" fmla="*/ 717779 h 1561349"/>
              <a:gd name="connsiteX15" fmla="*/ 199571 w 2849795"/>
              <a:gd name="connsiteY15" fmla="*/ 649698 h 1561349"/>
              <a:gd name="connsiteX16" fmla="*/ 132604 w 2849795"/>
              <a:gd name="connsiteY16" fmla="*/ 507153 h 1561349"/>
              <a:gd name="connsiteX17" fmla="*/ 66699 w 2849795"/>
              <a:gd name="connsiteY17" fmla="*/ 393329 h 1561349"/>
              <a:gd name="connsiteX18" fmla="*/ 87959 w 2849795"/>
              <a:gd name="connsiteY18" fmla="*/ 275251 h 1561349"/>
              <a:gd name="connsiteX19" fmla="*/ 196382 w 2849795"/>
              <a:gd name="connsiteY19" fmla="*/ 89091 h 1561349"/>
              <a:gd name="connsiteX20" fmla="*/ 352639 w 2849795"/>
              <a:gd name="connsiteY20" fmla="*/ 798 h 156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49795" h="1561349">
                <a:moveTo>
                  <a:pt x="352639" y="798"/>
                </a:moveTo>
                <a:cubicBezTo>
                  <a:pt x="1066955" y="-266"/>
                  <a:pt x="1782335" y="-266"/>
                  <a:pt x="2497714" y="798"/>
                </a:cubicBezTo>
                <a:cubicBezTo>
                  <a:pt x="2565744" y="798"/>
                  <a:pt x="2619956" y="31647"/>
                  <a:pt x="2655034" y="91218"/>
                </a:cubicBezTo>
                <a:cubicBezTo>
                  <a:pt x="2690112" y="150790"/>
                  <a:pt x="2725190" y="211424"/>
                  <a:pt x="2759205" y="270996"/>
                </a:cubicBezTo>
                <a:cubicBezTo>
                  <a:pt x="2805976" y="350778"/>
                  <a:pt x="2788968" y="447581"/>
                  <a:pt x="2717749" y="507153"/>
                </a:cubicBezTo>
                <a:cubicBezTo>
                  <a:pt x="2673105" y="543321"/>
                  <a:pt x="2650782" y="591191"/>
                  <a:pt x="2649719" y="648634"/>
                </a:cubicBezTo>
                <a:cubicBezTo>
                  <a:pt x="2649719" y="673101"/>
                  <a:pt x="2656097" y="696504"/>
                  <a:pt x="2663538" y="719907"/>
                </a:cubicBezTo>
                <a:cubicBezTo>
                  <a:pt x="2723064" y="922023"/>
                  <a:pt x="2782591" y="1124140"/>
                  <a:pt x="2842117" y="1326256"/>
                </a:cubicBezTo>
                <a:cubicBezTo>
                  <a:pt x="2872943" y="1432633"/>
                  <a:pt x="2808102" y="1537946"/>
                  <a:pt x="2698616" y="1558158"/>
                </a:cubicBezTo>
                <a:cubicBezTo>
                  <a:pt x="2686923" y="1561349"/>
                  <a:pt x="2675230" y="1561349"/>
                  <a:pt x="2662475" y="1561349"/>
                </a:cubicBezTo>
                <a:cubicBezTo>
                  <a:pt x="2250042" y="1561349"/>
                  <a:pt x="1836546" y="1561349"/>
                  <a:pt x="1424113" y="1561349"/>
                </a:cubicBezTo>
                <a:cubicBezTo>
                  <a:pt x="1010618" y="1561349"/>
                  <a:pt x="598185" y="1561349"/>
                  <a:pt x="184689" y="1561349"/>
                </a:cubicBezTo>
                <a:cubicBezTo>
                  <a:pt x="99651" y="1561349"/>
                  <a:pt x="29495" y="1508161"/>
                  <a:pt x="6110" y="1427314"/>
                </a:cubicBezTo>
                <a:cubicBezTo>
                  <a:pt x="-3457" y="1392210"/>
                  <a:pt x="-1331" y="1357105"/>
                  <a:pt x="9299" y="1322001"/>
                </a:cubicBezTo>
                <a:cubicBezTo>
                  <a:pt x="68825" y="1120948"/>
                  <a:pt x="127289" y="918832"/>
                  <a:pt x="186815" y="717779"/>
                </a:cubicBezTo>
                <a:cubicBezTo>
                  <a:pt x="194256" y="695440"/>
                  <a:pt x="199571" y="673101"/>
                  <a:pt x="199571" y="649698"/>
                </a:cubicBezTo>
                <a:cubicBezTo>
                  <a:pt x="199571" y="592254"/>
                  <a:pt x="177248" y="544385"/>
                  <a:pt x="132604" y="507153"/>
                </a:cubicBezTo>
                <a:cubicBezTo>
                  <a:pt x="96463" y="477367"/>
                  <a:pt x="74140" y="440135"/>
                  <a:pt x="66699" y="393329"/>
                </a:cubicBezTo>
                <a:cubicBezTo>
                  <a:pt x="60322" y="350778"/>
                  <a:pt x="66699" y="311419"/>
                  <a:pt x="87959" y="275251"/>
                </a:cubicBezTo>
                <a:cubicBezTo>
                  <a:pt x="123037" y="212488"/>
                  <a:pt x="159178" y="150790"/>
                  <a:pt x="196382" y="89091"/>
                </a:cubicBezTo>
                <a:cubicBezTo>
                  <a:pt x="231460" y="30583"/>
                  <a:pt x="284608" y="798"/>
                  <a:pt x="352639" y="798"/>
                </a:cubicBezTo>
                <a:close/>
              </a:path>
            </a:pathLst>
          </a:custGeom>
        </p:spPr>
        <p:txBody>
          <a:bodyPr wrap="square" tIns="27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B02EEC7-5E6A-E28C-1035-2A2AF080FC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77984" y="5098441"/>
            <a:ext cx="2849795" cy="1561349"/>
          </a:xfrm>
          <a:custGeom>
            <a:avLst/>
            <a:gdLst>
              <a:gd name="connsiteX0" fmla="*/ 352639 w 2849795"/>
              <a:gd name="connsiteY0" fmla="*/ 798 h 1561349"/>
              <a:gd name="connsiteX1" fmla="*/ 2497714 w 2849795"/>
              <a:gd name="connsiteY1" fmla="*/ 798 h 1561349"/>
              <a:gd name="connsiteX2" fmla="*/ 2655034 w 2849795"/>
              <a:gd name="connsiteY2" fmla="*/ 91218 h 1561349"/>
              <a:gd name="connsiteX3" fmla="*/ 2759205 w 2849795"/>
              <a:gd name="connsiteY3" fmla="*/ 270996 h 1561349"/>
              <a:gd name="connsiteX4" fmla="*/ 2717749 w 2849795"/>
              <a:gd name="connsiteY4" fmla="*/ 507153 h 1561349"/>
              <a:gd name="connsiteX5" fmla="*/ 2649719 w 2849795"/>
              <a:gd name="connsiteY5" fmla="*/ 648634 h 1561349"/>
              <a:gd name="connsiteX6" fmla="*/ 2663538 w 2849795"/>
              <a:gd name="connsiteY6" fmla="*/ 719907 h 1561349"/>
              <a:gd name="connsiteX7" fmla="*/ 2842117 w 2849795"/>
              <a:gd name="connsiteY7" fmla="*/ 1326256 h 1561349"/>
              <a:gd name="connsiteX8" fmla="*/ 2698616 w 2849795"/>
              <a:gd name="connsiteY8" fmla="*/ 1558158 h 1561349"/>
              <a:gd name="connsiteX9" fmla="*/ 2662475 w 2849795"/>
              <a:gd name="connsiteY9" fmla="*/ 1561349 h 1561349"/>
              <a:gd name="connsiteX10" fmla="*/ 1424113 w 2849795"/>
              <a:gd name="connsiteY10" fmla="*/ 1561349 h 1561349"/>
              <a:gd name="connsiteX11" fmla="*/ 184689 w 2849795"/>
              <a:gd name="connsiteY11" fmla="*/ 1561349 h 1561349"/>
              <a:gd name="connsiteX12" fmla="*/ 6110 w 2849795"/>
              <a:gd name="connsiteY12" fmla="*/ 1427314 h 1561349"/>
              <a:gd name="connsiteX13" fmla="*/ 9299 w 2849795"/>
              <a:gd name="connsiteY13" fmla="*/ 1322001 h 1561349"/>
              <a:gd name="connsiteX14" fmla="*/ 186815 w 2849795"/>
              <a:gd name="connsiteY14" fmla="*/ 717779 h 1561349"/>
              <a:gd name="connsiteX15" fmla="*/ 199571 w 2849795"/>
              <a:gd name="connsiteY15" fmla="*/ 649698 h 1561349"/>
              <a:gd name="connsiteX16" fmla="*/ 132604 w 2849795"/>
              <a:gd name="connsiteY16" fmla="*/ 507153 h 1561349"/>
              <a:gd name="connsiteX17" fmla="*/ 66699 w 2849795"/>
              <a:gd name="connsiteY17" fmla="*/ 393329 h 1561349"/>
              <a:gd name="connsiteX18" fmla="*/ 87959 w 2849795"/>
              <a:gd name="connsiteY18" fmla="*/ 275251 h 1561349"/>
              <a:gd name="connsiteX19" fmla="*/ 196382 w 2849795"/>
              <a:gd name="connsiteY19" fmla="*/ 89091 h 1561349"/>
              <a:gd name="connsiteX20" fmla="*/ 352639 w 2849795"/>
              <a:gd name="connsiteY20" fmla="*/ 798 h 156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49795" h="1561349">
                <a:moveTo>
                  <a:pt x="352639" y="798"/>
                </a:moveTo>
                <a:cubicBezTo>
                  <a:pt x="1066955" y="-266"/>
                  <a:pt x="1782335" y="-266"/>
                  <a:pt x="2497714" y="798"/>
                </a:cubicBezTo>
                <a:cubicBezTo>
                  <a:pt x="2565744" y="798"/>
                  <a:pt x="2619956" y="31647"/>
                  <a:pt x="2655034" y="91218"/>
                </a:cubicBezTo>
                <a:cubicBezTo>
                  <a:pt x="2690112" y="150790"/>
                  <a:pt x="2725190" y="211424"/>
                  <a:pt x="2759205" y="270996"/>
                </a:cubicBezTo>
                <a:cubicBezTo>
                  <a:pt x="2805976" y="350778"/>
                  <a:pt x="2788968" y="447581"/>
                  <a:pt x="2717749" y="507153"/>
                </a:cubicBezTo>
                <a:cubicBezTo>
                  <a:pt x="2673105" y="543321"/>
                  <a:pt x="2650782" y="591191"/>
                  <a:pt x="2649719" y="648634"/>
                </a:cubicBezTo>
                <a:cubicBezTo>
                  <a:pt x="2649719" y="673101"/>
                  <a:pt x="2656097" y="696504"/>
                  <a:pt x="2663538" y="719907"/>
                </a:cubicBezTo>
                <a:cubicBezTo>
                  <a:pt x="2723064" y="922023"/>
                  <a:pt x="2782591" y="1124140"/>
                  <a:pt x="2842117" y="1326256"/>
                </a:cubicBezTo>
                <a:cubicBezTo>
                  <a:pt x="2872943" y="1432633"/>
                  <a:pt x="2808102" y="1537946"/>
                  <a:pt x="2698616" y="1558158"/>
                </a:cubicBezTo>
                <a:cubicBezTo>
                  <a:pt x="2686923" y="1561349"/>
                  <a:pt x="2675230" y="1561349"/>
                  <a:pt x="2662475" y="1561349"/>
                </a:cubicBezTo>
                <a:cubicBezTo>
                  <a:pt x="2250042" y="1561349"/>
                  <a:pt x="1836546" y="1561349"/>
                  <a:pt x="1424113" y="1561349"/>
                </a:cubicBezTo>
                <a:cubicBezTo>
                  <a:pt x="1010618" y="1561349"/>
                  <a:pt x="598185" y="1561349"/>
                  <a:pt x="184689" y="1561349"/>
                </a:cubicBezTo>
                <a:cubicBezTo>
                  <a:pt x="99651" y="1561349"/>
                  <a:pt x="29495" y="1508161"/>
                  <a:pt x="6110" y="1427314"/>
                </a:cubicBezTo>
                <a:cubicBezTo>
                  <a:pt x="-3457" y="1392210"/>
                  <a:pt x="-1331" y="1357105"/>
                  <a:pt x="9299" y="1322001"/>
                </a:cubicBezTo>
                <a:cubicBezTo>
                  <a:pt x="68825" y="1120948"/>
                  <a:pt x="127289" y="918832"/>
                  <a:pt x="186815" y="717779"/>
                </a:cubicBezTo>
                <a:cubicBezTo>
                  <a:pt x="194256" y="695440"/>
                  <a:pt x="199571" y="673101"/>
                  <a:pt x="199571" y="649698"/>
                </a:cubicBezTo>
                <a:cubicBezTo>
                  <a:pt x="199571" y="592254"/>
                  <a:pt x="177248" y="544385"/>
                  <a:pt x="132604" y="507153"/>
                </a:cubicBezTo>
                <a:cubicBezTo>
                  <a:pt x="96463" y="477367"/>
                  <a:pt x="74140" y="440135"/>
                  <a:pt x="66699" y="393329"/>
                </a:cubicBezTo>
                <a:cubicBezTo>
                  <a:pt x="60322" y="350778"/>
                  <a:pt x="66699" y="311419"/>
                  <a:pt x="87959" y="275251"/>
                </a:cubicBezTo>
                <a:cubicBezTo>
                  <a:pt x="123037" y="212488"/>
                  <a:pt x="159178" y="150790"/>
                  <a:pt x="196382" y="89091"/>
                </a:cubicBezTo>
                <a:cubicBezTo>
                  <a:pt x="231460" y="30583"/>
                  <a:pt x="284608" y="798"/>
                  <a:pt x="352639" y="798"/>
                </a:cubicBezTo>
                <a:close/>
              </a:path>
            </a:pathLst>
          </a:custGeom>
        </p:spPr>
        <p:txBody>
          <a:bodyPr wrap="square" tIns="27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CDA9A135-96E6-983F-E6DB-1867A35731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86913" y="2847976"/>
            <a:ext cx="2876400" cy="1561615"/>
          </a:xfrm>
          <a:custGeom>
            <a:avLst/>
            <a:gdLst>
              <a:gd name="T0" fmla="*/ 2529 w 2706"/>
              <a:gd name="T1" fmla="*/ 1 h 1468"/>
              <a:gd name="T2" fmla="*/ 1363 w 2706"/>
              <a:gd name="T3" fmla="*/ 0 h 1468"/>
              <a:gd name="T4" fmla="*/ 198 w 2706"/>
              <a:gd name="T5" fmla="*/ 1 h 1468"/>
              <a:gd name="T6" fmla="*/ 164 w 2706"/>
              <a:gd name="T7" fmla="*/ 3 h 1468"/>
              <a:gd name="T8" fmla="*/ 30 w 2706"/>
              <a:gd name="T9" fmla="*/ 222 h 1468"/>
              <a:gd name="T10" fmla="*/ 198 w 2706"/>
              <a:gd name="T11" fmla="*/ 792 h 1468"/>
              <a:gd name="T12" fmla="*/ 210 w 2706"/>
              <a:gd name="T13" fmla="*/ 859 h 1468"/>
              <a:gd name="T14" fmla="*/ 146 w 2706"/>
              <a:gd name="T15" fmla="*/ 992 h 1468"/>
              <a:gd name="T16" fmla="*/ 107 w 2706"/>
              <a:gd name="T17" fmla="*/ 1213 h 1468"/>
              <a:gd name="T18" fmla="*/ 205 w 2706"/>
              <a:gd name="T19" fmla="*/ 1382 h 1468"/>
              <a:gd name="T20" fmla="*/ 354 w 2706"/>
              <a:gd name="T21" fmla="*/ 1468 h 1468"/>
              <a:gd name="T22" fmla="*/ 2372 w 2706"/>
              <a:gd name="T23" fmla="*/ 1468 h 1468"/>
              <a:gd name="T24" fmla="*/ 2519 w 2706"/>
              <a:gd name="T25" fmla="*/ 1384 h 1468"/>
              <a:gd name="T26" fmla="*/ 2620 w 2706"/>
              <a:gd name="T27" fmla="*/ 1209 h 1468"/>
              <a:gd name="T28" fmla="*/ 2640 w 2706"/>
              <a:gd name="T29" fmla="*/ 1099 h 1468"/>
              <a:gd name="T30" fmla="*/ 2578 w 2706"/>
              <a:gd name="T31" fmla="*/ 991 h 1468"/>
              <a:gd name="T32" fmla="*/ 2515 w 2706"/>
              <a:gd name="T33" fmla="*/ 857 h 1468"/>
              <a:gd name="T34" fmla="*/ 2527 w 2706"/>
              <a:gd name="T35" fmla="*/ 794 h 1468"/>
              <a:gd name="T36" fmla="*/ 2695 w 2706"/>
              <a:gd name="T37" fmla="*/ 225 h 1468"/>
              <a:gd name="T38" fmla="*/ 2697 w 2706"/>
              <a:gd name="T39" fmla="*/ 127 h 1468"/>
              <a:gd name="T40" fmla="*/ 2529 w 2706"/>
              <a:gd name="T41" fmla="*/ 1 h 1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706" h="1468">
                <a:moveTo>
                  <a:pt x="2529" y="1"/>
                </a:moveTo>
                <a:cubicBezTo>
                  <a:pt x="2140" y="0"/>
                  <a:pt x="1752" y="0"/>
                  <a:pt x="1363" y="0"/>
                </a:cubicBezTo>
                <a:cubicBezTo>
                  <a:pt x="975" y="0"/>
                  <a:pt x="587" y="0"/>
                  <a:pt x="198" y="1"/>
                </a:cubicBezTo>
                <a:cubicBezTo>
                  <a:pt x="187" y="1"/>
                  <a:pt x="175" y="1"/>
                  <a:pt x="164" y="3"/>
                </a:cubicBezTo>
                <a:cubicBezTo>
                  <a:pt x="61" y="22"/>
                  <a:pt x="0" y="121"/>
                  <a:pt x="30" y="222"/>
                </a:cubicBezTo>
                <a:cubicBezTo>
                  <a:pt x="85" y="412"/>
                  <a:pt x="142" y="602"/>
                  <a:pt x="198" y="792"/>
                </a:cubicBezTo>
                <a:cubicBezTo>
                  <a:pt x="204" y="814"/>
                  <a:pt x="210" y="835"/>
                  <a:pt x="210" y="859"/>
                </a:cubicBezTo>
                <a:cubicBezTo>
                  <a:pt x="209" y="913"/>
                  <a:pt x="188" y="957"/>
                  <a:pt x="146" y="992"/>
                </a:cubicBezTo>
                <a:cubicBezTo>
                  <a:pt x="80" y="1047"/>
                  <a:pt x="63" y="1138"/>
                  <a:pt x="107" y="1213"/>
                </a:cubicBezTo>
                <a:cubicBezTo>
                  <a:pt x="139" y="1270"/>
                  <a:pt x="172" y="1326"/>
                  <a:pt x="205" y="1382"/>
                </a:cubicBezTo>
                <a:cubicBezTo>
                  <a:pt x="239" y="1438"/>
                  <a:pt x="289" y="1468"/>
                  <a:pt x="354" y="1468"/>
                </a:cubicBezTo>
                <a:cubicBezTo>
                  <a:pt x="1026" y="1468"/>
                  <a:pt x="1699" y="1468"/>
                  <a:pt x="2372" y="1468"/>
                </a:cubicBezTo>
                <a:cubicBezTo>
                  <a:pt x="2435" y="1468"/>
                  <a:pt x="2486" y="1439"/>
                  <a:pt x="2519" y="1384"/>
                </a:cubicBezTo>
                <a:cubicBezTo>
                  <a:pt x="2554" y="1326"/>
                  <a:pt x="2587" y="1268"/>
                  <a:pt x="2620" y="1209"/>
                </a:cubicBezTo>
                <a:cubicBezTo>
                  <a:pt x="2640" y="1175"/>
                  <a:pt x="2646" y="1138"/>
                  <a:pt x="2640" y="1099"/>
                </a:cubicBezTo>
                <a:cubicBezTo>
                  <a:pt x="2633" y="1055"/>
                  <a:pt x="2612" y="1020"/>
                  <a:pt x="2578" y="991"/>
                </a:cubicBezTo>
                <a:cubicBezTo>
                  <a:pt x="2537" y="956"/>
                  <a:pt x="2516" y="912"/>
                  <a:pt x="2515" y="857"/>
                </a:cubicBezTo>
                <a:cubicBezTo>
                  <a:pt x="2515" y="835"/>
                  <a:pt x="2521" y="815"/>
                  <a:pt x="2527" y="794"/>
                </a:cubicBezTo>
                <a:cubicBezTo>
                  <a:pt x="2583" y="604"/>
                  <a:pt x="2639" y="415"/>
                  <a:pt x="2695" y="225"/>
                </a:cubicBezTo>
                <a:cubicBezTo>
                  <a:pt x="2704" y="192"/>
                  <a:pt x="2706" y="160"/>
                  <a:pt x="2697" y="127"/>
                </a:cubicBezTo>
                <a:cubicBezTo>
                  <a:pt x="2675" y="50"/>
                  <a:pt x="2610" y="1"/>
                  <a:pt x="2529" y="1"/>
                </a:cubicBezTo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D81C32E-3DD5-5D89-CE51-3F8ABD93D4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5649" y="4619301"/>
            <a:ext cx="2849279" cy="1561615"/>
          </a:xfrm>
          <a:custGeom>
            <a:avLst/>
            <a:gdLst>
              <a:gd name="connsiteX0" fmla="*/ 1425076 w 2849279"/>
              <a:gd name="connsiteY0" fmla="*/ 0 h 1561615"/>
              <a:gd name="connsiteX1" fmla="*/ 2664500 w 2849279"/>
              <a:gd name="connsiteY1" fmla="*/ 1064 h 1561615"/>
              <a:gd name="connsiteX2" fmla="*/ 2843079 w 2849279"/>
              <a:gd name="connsiteY2" fmla="*/ 135099 h 1561615"/>
              <a:gd name="connsiteX3" fmla="*/ 2840953 w 2849279"/>
              <a:gd name="connsiteY3" fmla="*/ 239348 h 1561615"/>
              <a:gd name="connsiteX4" fmla="*/ 2662374 w 2849279"/>
              <a:gd name="connsiteY4" fmla="*/ 844634 h 1561615"/>
              <a:gd name="connsiteX5" fmla="*/ 2649619 w 2849279"/>
              <a:gd name="connsiteY5" fmla="*/ 911651 h 1561615"/>
              <a:gd name="connsiteX6" fmla="*/ 2716586 w 2849279"/>
              <a:gd name="connsiteY6" fmla="*/ 1054197 h 1561615"/>
              <a:gd name="connsiteX7" fmla="*/ 2782490 w 2849279"/>
              <a:gd name="connsiteY7" fmla="*/ 1169084 h 1561615"/>
              <a:gd name="connsiteX8" fmla="*/ 2761231 w 2849279"/>
              <a:gd name="connsiteY8" fmla="*/ 1286099 h 1561615"/>
              <a:gd name="connsiteX9" fmla="*/ 2653871 w 2849279"/>
              <a:gd name="connsiteY9" fmla="*/ 1472258 h 1561615"/>
              <a:gd name="connsiteX10" fmla="*/ 2497614 w 2849279"/>
              <a:gd name="connsiteY10" fmla="*/ 1561615 h 1561615"/>
              <a:gd name="connsiteX11" fmla="*/ 352538 w 2849279"/>
              <a:gd name="connsiteY11" fmla="*/ 1561615 h 1561615"/>
              <a:gd name="connsiteX12" fmla="*/ 194155 w 2849279"/>
              <a:gd name="connsiteY12" fmla="*/ 1470131 h 1561615"/>
              <a:gd name="connsiteX13" fmla="*/ 89984 w 2849279"/>
              <a:gd name="connsiteY13" fmla="*/ 1290354 h 1561615"/>
              <a:gd name="connsiteX14" fmla="*/ 131440 w 2849279"/>
              <a:gd name="connsiteY14" fmla="*/ 1055260 h 1561615"/>
              <a:gd name="connsiteX15" fmla="*/ 199470 w 2849279"/>
              <a:gd name="connsiteY15" fmla="*/ 913779 h 1561615"/>
              <a:gd name="connsiteX16" fmla="*/ 186715 w 2849279"/>
              <a:gd name="connsiteY16" fmla="*/ 842506 h 1561615"/>
              <a:gd name="connsiteX17" fmla="*/ 8135 w 2849279"/>
              <a:gd name="connsiteY17" fmla="*/ 236157 h 1561615"/>
              <a:gd name="connsiteX18" fmla="*/ 150573 w 2849279"/>
              <a:gd name="connsiteY18" fmla="*/ 3191 h 1561615"/>
              <a:gd name="connsiteX19" fmla="*/ 186715 w 2849279"/>
              <a:gd name="connsiteY19" fmla="*/ 1064 h 1561615"/>
              <a:gd name="connsiteX20" fmla="*/ 1425076 w 2849279"/>
              <a:gd name="connsiteY20" fmla="*/ 0 h 156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49279" h="1561615">
                <a:moveTo>
                  <a:pt x="1425076" y="0"/>
                </a:moveTo>
                <a:cubicBezTo>
                  <a:pt x="1838572" y="0"/>
                  <a:pt x="2251004" y="0"/>
                  <a:pt x="2664500" y="1064"/>
                </a:cubicBezTo>
                <a:cubicBezTo>
                  <a:pt x="2750601" y="1064"/>
                  <a:pt x="2819694" y="53189"/>
                  <a:pt x="2843079" y="135099"/>
                </a:cubicBezTo>
                <a:cubicBezTo>
                  <a:pt x="2852646" y="170203"/>
                  <a:pt x="2850520" y="204244"/>
                  <a:pt x="2840953" y="239348"/>
                </a:cubicBezTo>
                <a:cubicBezTo>
                  <a:pt x="2781427" y="441465"/>
                  <a:pt x="2721901" y="642517"/>
                  <a:pt x="2662374" y="844634"/>
                </a:cubicBezTo>
                <a:cubicBezTo>
                  <a:pt x="2655996" y="866973"/>
                  <a:pt x="2649619" y="888248"/>
                  <a:pt x="2649619" y="911651"/>
                </a:cubicBezTo>
                <a:cubicBezTo>
                  <a:pt x="2650682" y="970159"/>
                  <a:pt x="2673004" y="1016965"/>
                  <a:pt x="2716586" y="1054197"/>
                </a:cubicBezTo>
                <a:cubicBezTo>
                  <a:pt x="2752727" y="1085046"/>
                  <a:pt x="2775049" y="1122278"/>
                  <a:pt x="2782490" y="1169084"/>
                </a:cubicBezTo>
                <a:cubicBezTo>
                  <a:pt x="2788868" y="1210571"/>
                  <a:pt x="2782490" y="1249930"/>
                  <a:pt x="2761231" y="1286099"/>
                </a:cubicBezTo>
                <a:cubicBezTo>
                  <a:pt x="2726153" y="1348861"/>
                  <a:pt x="2691075" y="1410560"/>
                  <a:pt x="2653871" y="1472258"/>
                </a:cubicBezTo>
                <a:cubicBezTo>
                  <a:pt x="2618792" y="1530766"/>
                  <a:pt x="2564581" y="1561615"/>
                  <a:pt x="2497614" y="1561615"/>
                </a:cubicBezTo>
                <a:cubicBezTo>
                  <a:pt x="1782234" y="1561615"/>
                  <a:pt x="1066855" y="1561615"/>
                  <a:pt x="352538" y="1561615"/>
                </a:cubicBezTo>
                <a:cubicBezTo>
                  <a:pt x="283445" y="1561615"/>
                  <a:pt x="230296" y="1529702"/>
                  <a:pt x="194155" y="1470131"/>
                </a:cubicBezTo>
                <a:cubicBezTo>
                  <a:pt x="159077" y="1410560"/>
                  <a:pt x="123999" y="1350989"/>
                  <a:pt x="89984" y="1290354"/>
                </a:cubicBezTo>
                <a:cubicBezTo>
                  <a:pt x="43213" y="1210571"/>
                  <a:pt x="61284" y="1113768"/>
                  <a:pt x="131440" y="1055260"/>
                </a:cubicBezTo>
                <a:cubicBezTo>
                  <a:pt x="176085" y="1018028"/>
                  <a:pt x="198407" y="971223"/>
                  <a:pt x="199470" y="913779"/>
                </a:cubicBezTo>
                <a:cubicBezTo>
                  <a:pt x="199470" y="888248"/>
                  <a:pt x="193092" y="865909"/>
                  <a:pt x="186715" y="842506"/>
                </a:cubicBezTo>
                <a:cubicBezTo>
                  <a:pt x="127188" y="640390"/>
                  <a:pt x="66599" y="438274"/>
                  <a:pt x="8135" y="236157"/>
                </a:cubicBezTo>
                <a:cubicBezTo>
                  <a:pt x="-23754" y="128716"/>
                  <a:pt x="41087" y="23403"/>
                  <a:pt x="150573" y="3191"/>
                </a:cubicBezTo>
                <a:cubicBezTo>
                  <a:pt x="162266" y="1064"/>
                  <a:pt x="175022" y="1064"/>
                  <a:pt x="186715" y="1064"/>
                </a:cubicBezTo>
                <a:cubicBezTo>
                  <a:pt x="600210" y="0"/>
                  <a:pt x="1012643" y="0"/>
                  <a:pt x="1425076" y="0"/>
                </a:cubicBezTo>
                <a:close/>
              </a:path>
            </a:pathLst>
          </a:custGeom>
        </p:spPr>
        <p:txBody>
          <a:bodyPr wrap="square" tIns="27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F0F51A6-64BD-86E8-348C-78FBF75352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5649" y="1081330"/>
            <a:ext cx="2849279" cy="1561615"/>
          </a:xfrm>
          <a:custGeom>
            <a:avLst/>
            <a:gdLst>
              <a:gd name="connsiteX0" fmla="*/ 1425076 w 2849279"/>
              <a:gd name="connsiteY0" fmla="*/ 0 h 1561615"/>
              <a:gd name="connsiteX1" fmla="*/ 2664500 w 2849279"/>
              <a:gd name="connsiteY1" fmla="*/ 1064 h 1561615"/>
              <a:gd name="connsiteX2" fmla="*/ 2843079 w 2849279"/>
              <a:gd name="connsiteY2" fmla="*/ 135099 h 1561615"/>
              <a:gd name="connsiteX3" fmla="*/ 2840953 w 2849279"/>
              <a:gd name="connsiteY3" fmla="*/ 239348 h 1561615"/>
              <a:gd name="connsiteX4" fmla="*/ 2662374 w 2849279"/>
              <a:gd name="connsiteY4" fmla="*/ 844634 h 1561615"/>
              <a:gd name="connsiteX5" fmla="*/ 2649619 w 2849279"/>
              <a:gd name="connsiteY5" fmla="*/ 911651 h 1561615"/>
              <a:gd name="connsiteX6" fmla="*/ 2716586 w 2849279"/>
              <a:gd name="connsiteY6" fmla="*/ 1054197 h 1561615"/>
              <a:gd name="connsiteX7" fmla="*/ 2782490 w 2849279"/>
              <a:gd name="connsiteY7" fmla="*/ 1169084 h 1561615"/>
              <a:gd name="connsiteX8" fmla="*/ 2761231 w 2849279"/>
              <a:gd name="connsiteY8" fmla="*/ 1286099 h 1561615"/>
              <a:gd name="connsiteX9" fmla="*/ 2653871 w 2849279"/>
              <a:gd name="connsiteY9" fmla="*/ 1472258 h 1561615"/>
              <a:gd name="connsiteX10" fmla="*/ 2497614 w 2849279"/>
              <a:gd name="connsiteY10" fmla="*/ 1561615 h 1561615"/>
              <a:gd name="connsiteX11" fmla="*/ 352538 w 2849279"/>
              <a:gd name="connsiteY11" fmla="*/ 1561615 h 1561615"/>
              <a:gd name="connsiteX12" fmla="*/ 194155 w 2849279"/>
              <a:gd name="connsiteY12" fmla="*/ 1470131 h 1561615"/>
              <a:gd name="connsiteX13" fmla="*/ 89984 w 2849279"/>
              <a:gd name="connsiteY13" fmla="*/ 1290354 h 1561615"/>
              <a:gd name="connsiteX14" fmla="*/ 131440 w 2849279"/>
              <a:gd name="connsiteY14" fmla="*/ 1055260 h 1561615"/>
              <a:gd name="connsiteX15" fmla="*/ 199470 w 2849279"/>
              <a:gd name="connsiteY15" fmla="*/ 913779 h 1561615"/>
              <a:gd name="connsiteX16" fmla="*/ 186715 w 2849279"/>
              <a:gd name="connsiteY16" fmla="*/ 842506 h 1561615"/>
              <a:gd name="connsiteX17" fmla="*/ 8135 w 2849279"/>
              <a:gd name="connsiteY17" fmla="*/ 236157 h 1561615"/>
              <a:gd name="connsiteX18" fmla="*/ 150573 w 2849279"/>
              <a:gd name="connsiteY18" fmla="*/ 3191 h 1561615"/>
              <a:gd name="connsiteX19" fmla="*/ 186715 w 2849279"/>
              <a:gd name="connsiteY19" fmla="*/ 1064 h 1561615"/>
              <a:gd name="connsiteX20" fmla="*/ 1425076 w 2849279"/>
              <a:gd name="connsiteY20" fmla="*/ 0 h 156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49279" h="1561615">
                <a:moveTo>
                  <a:pt x="1425076" y="0"/>
                </a:moveTo>
                <a:cubicBezTo>
                  <a:pt x="1838572" y="0"/>
                  <a:pt x="2251004" y="0"/>
                  <a:pt x="2664500" y="1064"/>
                </a:cubicBezTo>
                <a:cubicBezTo>
                  <a:pt x="2750601" y="1064"/>
                  <a:pt x="2819694" y="53189"/>
                  <a:pt x="2843079" y="135099"/>
                </a:cubicBezTo>
                <a:cubicBezTo>
                  <a:pt x="2852646" y="170203"/>
                  <a:pt x="2850520" y="204244"/>
                  <a:pt x="2840953" y="239348"/>
                </a:cubicBezTo>
                <a:cubicBezTo>
                  <a:pt x="2781427" y="441465"/>
                  <a:pt x="2721901" y="642517"/>
                  <a:pt x="2662374" y="844634"/>
                </a:cubicBezTo>
                <a:cubicBezTo>
                  <a:pt x="2655996" y="866973"/>
                  <a:pt x="2649619" y="888248"/>
                  <a:pt x="2649619" y="911651"/>
                </a:cubicBezTo>
                <a:cubicBezTo>
                  <a:pt x="2650682" y="970159"/>
                  <a:pt x="2673004" y="1016965"/>
                  <a:pt x="2716586" y="1054197"/>
                </a:cubicBezTo>
                <a:cubicBezTo>
                  <a:pt x="2752727" y="1085046"/>
                  <a:pt x="2775049" y="1122278"/>
                  <a:pt x="2782490" y="1169084"/>
                </a:cubicBezTo>
                <a:cubicBezTo>
                  <a:pt x="2788868" y="1210571"/>
                  <a:pt x="2782490" y="1249930"/>
                  <a:pt x="2761231" y="1286099"/>
                </a:cubicBezTo>
                <a:cubicBezTo>
                  <a:pt x="2726153" y="1348861"/>
                  <a:pt x="2691075" y="1410560"/>
                  <a:pt x="2653871" y="1472258"/>
                </a:cubicBezTo>
                <a:cubicBezTo>
                  <a:pt x="2618792" y="1530766"/>
                  <a:pt x="2564581" y="1561615"/>
                  <a:pt x="2497614" y="1561615"/>
                </a:cubicBezTo>
                <a:cubicBezTo>
                  <a:pt x="1782234" y="1561615"/>
                  <a:pt x="1066855" y="1561615"/>
                  <a:pt x="352538" y="1561615"/>
                </a:cubicBezTo>
                <a:cubicBezTo>
                  <a:pt x="283445" y="1561615"/>
                  <a:pt x="230296" y="1529702"/>
                  <a:pt x="194155" y="1470131"/>
                </a:cubicBezTo>
                <a:cubicBezTo>
                  <a:pt x="159077" y="1410560"/>
                  <a:pt x="123999" y="1350989"/>
                  <a:pt x="89984" y="1290354"/>
                </a:cubicBezTo>
                <a:cubicBezTo>
                  <a:pt x="43213" y="1210571"/>
                  <a:pt x="61284" y="1113768"/>
                  <a:pt x="131440" y="1055260"/>
                </a:cubicBezTo>
                <a:cubicBezTo>
                  <a:pt x="176085" y="1018028"/>
                  <a:pt x="198407" y="971223"/>
                  <a:pt x="199470" y="913779"/>
                </a:cubicBezTo>
                <a:cubicBezTo>
                  <a:pt x="199470" y="888248"/>
                  <a:pt x="193092" y="865909"/>
                  <a:pt x="186715" y="842506"/>
                </a:cubicBezTo>
                <a:cubicBezTo>
                  <a:pt x="127188" y="640390"/>
                  <a:pt x="66599" y="438274"/>
                  <a:pt x="8135" y="236157"/>
                </a:cubicBezTo>
                <a:cubicBezTo>
                  <a:pt x="-23754" y="128716"/>
                  <a:pt x="41087" y="23403"/>
                  <a:pt x="150573" y="3191"/>
                </a:cubicBezTo>
                <a:cubicBezTo>
                  <a:pt x="162266" y="1064"/>
                  <a:pt x="175022" y="1064"/>
                  <a:pt x="186715" y="1064"/>
                </a:cubicBezTo>
                <a:cubicBezTo>
                  <a:pt x="600210" y="0"/>
                  <a:pt x="1012643" y="0"/>
                  <a:pt x="1425076" y="0"/>
                </a:cubicBezTo>
                <a:close/>
              </a:path>
            </a:pathLst>
          </a:custGeom>
        </p:spPr>
        <p:txBody>
          <a:bodyPr wrap="square" tIns="27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Freeform 13">
            <a:extLst>
              <a:ext uri="{FF2B5EF4-FFF2-40B4-BE49-F238E27FC236}">
                <a16:creationId xmlns:a16="http://schemas.microsoft.com/office/drawing/2014/main" id="{7022908B-0201-341E-8E0D-BFB4D4CA36E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078449" y="0"/>
            <a:ext cx="2876400" cy="1377052"/>
          </a:xfrm>
          <a:custGeom>
            <a:avLst/>
            <a:gdLst>
              <a:gd name="T0" fmla="*/ 66 w 2706"/>
              <a:gd name="T1" fmla="*/ 196 h 1294"/>
              <a:gd name="T2" fmla="*/ 128 w 2706"/>
              <a:gd name="T3" fmla="*/ 303 h 1294"/>
              <a:gd name="T4" fmla="*/ 191 w 2706"/>
              <a:gd name="T5" fmla="*/ 437 h 1294"/>
              <a:gd name="T6" fmla="*/ 179 w 2706"/>
              <a:gd name="T7" fmla="*/ 501 h 1294"/>
              <a:gd name="T8" fmla="*/ 12 w 2706"/>
              <a:gd name="T9" fmla="*/ 1069 h 1294"/>
              <a:gd name="T10" fmla="*/ 9 w 2706"/>
              <a:gd name="T11" fmla="*/ 1168 h 1294"/>
              <a:gd name="T12" fmla="*/ 177 w 2706"/>
              <a:gd name="T13" fmla="*/ 1294 h 1294"/>
              <a:gd name="T14" fmla="*/ 1343 w 2706"/>
              <a:gd name="T15" fmla="*/ 1294 h 1294"/>
              <a:gd name="T16" fmla="*/ 2508 w 2706"/>
              <a:gd name="T17" fmla="*/ 1294 h 1294"/>
              <a:gd name="T18" fmla="*/ 2542 w 2706"/>
              <a:gd name="T19" fmla="*/ 1291 h 1294"/>
              <a:gd name="T20" fmla="*/ 2677 w 2706"/>
              <a:gd name="T21" fmla="*/ 1073 h 1294"/>
              <a:gd name="T22" fmla="*/ 2509 w 2706"/>
              <a:gd name="T23" fmla="*/ 503 h 1294"/>
              <a:gd name="T24" fmla="*/ 2496 w 2706"/>
              <a:gd name="T25" fmla="*/ 436 h 1294"/>
              <a:gd name="T26" fmla="*/ 2560 w 2706"/>
              <a:gd name="T27" fmla="*/ 303 h 1294"/>
              <a:gd name="T28" fmla="*/ 2599 w 2706"/>
              <a:gd name="T29" fmla="*/ 81 h 1294"/>
              <a:gd name="T30" fmla="*/ 2553 w 2706"/>
              <a:gd name="T31" fmla="*/ 0 h 1294"/>
              <a:gd name="T32" fmla="*/ 134 w 2706"/>
              <a:gd name="T33" fmla="*/ 0 h 1294"/>
              <a:gd name="T34" fmla="*/ 86 w 2706"/>
              <a:gd name="T35" fmla="*/ 85 h 1294"/>
              <a:gd name="T36" fmla="*/ 66 w 2706"/>
              <a:gd name="T37" fmla="*/ 196 h 1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06" h="1294">
                <a:moveTo>
                  <a:pt x="66" y="196"/>
                </a:moveTo>
                <a:cubicBezTo>
                  <a:pt x="73" y="239"/>
                  <a:pt x="94" y="275"/>
                  <a:pt x="128" y="303"/>
                </a:cubicBezTo>
                <a:cubicBezTo>
                  <a:pt x="170" y="338"/>
                  <a:pt x="191" y="383"/>
                  <a:pt x="191" y="437"/>
                </a:cubicBezTo>
                <a:cubicBezTo>
                  <a:pt x="191" y="459"/>
                  <a:pt x="186" y="480"/>
                  <a:pt x="179" y="501"/>
                </a:cubicBezTo>
                <a:cubicBezTo>
                  <a:pt x="123" y="690"/>
                  <a:pt x="68" y="880"/>
                  <a:pt x="12" y="1069"/>
                </a:cubicBezTo>
                <a:cubicBezTo>
                  <a:pt x="2" y="1102"/>
                  <a:pt x="0" y="1135"/>
                  <a:pt x="9" y="1168"/>
                </a:cubicBezTo>
                <a:cubicBezTo>
                  <a:pt x="31" y="1244"/>
                  <a:pt x="97" y="1294"/>
                  <a:pt x="177" y="1294"/>
                </a:cubicBezTo>
                <a:cubicBezTo>
                  <a:pt x="566" y="1294"/>
                  <a:pt x="954" y="1294"/>
                  <a:pt x="1343" y="1294"/>
                </a:cubicBezTo>
                <a:cubicBezTo>
                  <a:pt x="1731" y="1294"/>
                  <a:pt x="2120" y="1294"/>
                  <a:pt x="2508" y="1294"/>
                </a:cubicBezTo>
                <a:cubicBezTo>
                  <a:pt x="2520" y="1294"/>
                  <a:pt x="2531" y="1293"/>
                  <a:pt x="2542" y="1291"/>
                </a:cubicBezTo>
                <a:cubicBezTo>
                  <a:pt x="2645" y="1272"/>
                  <a:pt x="2706" y="1173"/>
                  <a:pt x="2677" y="1073"/>
                </a:cubicBezTo>
                <a:cubicBezTo>
                  <a:pt x="2621" y="883"/>
                  <a:pt x="2565" y="693"/>
                  <a:pt x="2509" y="503"/>
                </a:cubicBezTo>
                <a:cubicBezTo>
                  <a:pt x="2502" y="481"/>
                  <a:pt x="2496" y="459"/>
                  <a:pt x="2496" y="436"/>
                </a:cubicBezTo>
                <a:cubicBezTo>
                  <a:pt x="2497" y="382"/>
                  <a:pt x="2518" y="337"/>
                  <a:pt x="2560" y="303"/>
                </a:cubicBezTo>
                <a:cubicBezTo>
                  <a:pt x="2627" y="247"/>
                  <a:pt x="2643" y="156"/>
                  <a:pt x="2599" y="81"/>
                </a:cubicBezTo>
                <a:cubicBezTo>
                  <a:pt x="2584" y="54"/>
                  <a:pt x="2568" y="27"/>
                  <a:pt x="2553" y="0"/>
                </a:cubicBezTo>
                <a:cubicBezTo>
                  <a:pt x="134" y="0"/>
                  <a:pt x="134" y="0"/>
                  <a:pt x="134" y="0"/>
                </a:cubicBezTo>
                <a:cubicBezTo>
                  <a:pt x="118" y="29"/>
                  <a:pt x="102" y="57"/>
                  <a:pt x="86" y="85"/>
                </a:cubicBezTo>
                <a:cubicBezTo>
                  <a:pt x="66" y="119"/>
                  <a:pt x="60" y="156"/>
                  <a:pt x="66" y="196"/>
                </a:cubicBezTo>
              </a:path>
            </a:pathLst>
          </a:custGeom>
          <a:solidFill>
            <a:srgbClr val="24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97BC5B2E-8D02-A15A-8C83-E21B2513385A}"/>
              </a:ext>
            </a:extLst>
          </p:cNvPr>
          <p:cNvSpPr>
            <a:spLocks/>
          </p:cNvSpPr>
          <p:nvPr userDrawn="1"/>
        </p:nvSpPr>
        <p:spPr bwMode="auto">
          <a:xfrm>
            <a:off x="6089038" y="6380303"/>
            <a:ext cx="2880361" cy="478267"/>
          </a:xfrm>
          <a:custGeom>
            <a:avLst/>
            <a:gdLst>
              <a:gd name="T0" fmla="*/ 1753 w 1804"/>
              <a:gd name="T1" fmla="*/ 297 h 297"/>
              <a:gd name="T2" fmla="*/ 1796 w 1804"/>
              <a:gd name="T3" fmla="*/ 150 h 297"/>
              <a:gd name="T4" fmla="*/ 1798 w 1804"/>
              <a:gd name="T5" fmla="*/ 84 h 297"/>
              <a:gd name="T6" fmla="*/ 1686 w 1804"/>
              <a:gd name="T7" fmla="*/ 0 h 297"/>
              <a:gd name="T8" fmla="*/ 909 w 1804"/>
              <a:gd name="T9" fmla="*/ 0 h 297"/>
              <a:gd name="T10" fmla="*/ 132 w 1804"/>
              <a:gd name="T11" fmla="*/ 0 h 297"/>
              <a:gd name="T12" fmla="*/ 109 w 1804"/>
              <a:gd name="T13" fmla="*/ 2 h 297"/>
              <a:gd name="T14" fmla="*/ 20 w 1804"/>
              <a:gd name="T15" fmla="*/ 147 h 297"/>
              <a:gd name="T16" fmla="*/ 64 w 1804"/>
              <a:gd name="T17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04" h="297">
                <a:moveTo>
                  <a:pt x="1753" y="297"/>
                </a:moveTo>
                <a:cubicBezTo>
                  <a:pt x="1767" y="248"/>
                  <a:pt x="1782" y="199"/>
                  <a:pt x="1796" y="150"/>
                </a:cubicBezTo>
                <a:cubicBezTo>
                  <a:pt x="1803" y="128"/>
                  <a:pt x="1804" y="106"/>
                  <a:pt x="1798" y="84"/>
                </a:cubicBezTo>
                <a:cubicBezTo>
                  <a:pt x="1783" y="33"/>
                  <a:pt x="1740" y="0"/>
                  <a:pt x="1686" y="0"/>
                </a:cubicBezTo>
                <a:cubicBezTo>
                  <a:pt x="1427" y="0"/>
                  <a:pt x="1168" y="0"/>
                  <a:pt x="909" y="0"/>
                </a:cubicBezTo>
                <a:cubicBezTo>
                  <a:pt x="650" y="0"/>
                  <a:pt x="391" y="0"/>
                  <a:pt x="132" y="0"/>
                </a:cubicBezTo>
                <a:cubicBezTo>
                  <a:pt x="124" y="0"/>
                  <a:pt x="116" y="0"/>
                  <a:pt x="109" y="2"/>
                </a:cubicBezTo>
                <a:cubicBezTo>
                  <a:pt x="41" y="14"/>
                  <a:pt x="0" y="80"/>
                  <a:pt x="20" y="147"/>
                </a:cubicBezTo>
                <a:cubicBezTo>
                  <a:pt x="34" y="197"/>
                  <a:pt x="49" y="247"/>
                  <a:pt x="64" y="297"/>
                </a:cubicBezTo>
              </a:path>
            </a:pathLst>
          </a:custGeom>
          <a:solidFill>
            <a:srgbClr val="C3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3" name="Freeform 17">
            <a:extLst>
              <a:ext uri="{FF2B5EF4-FFF2-40B4-BE49-F238E27FC236}">
                <a16:creationId xmlns:a16="http://schemas.microsoft.com/office/drawing/2014/main" id="{809C8BE7-7453-31F6-9AA7-519E76ACFE2A}"/>
              </a:ext>
            </a:extLst>
          </p:cNvPr>
          <p:cNvSpPr>
            <a:spLocks/>
          </p:cNvSpPr>
          <p:nvPr userDrawn="1"/>
        </p:nvSpPr>
        <p:spPr bwMode="auto">
          <a:xfrm>
            <a:off x="6145870" y="-408"/>
            <a:ext cx="2731365" cy="880517"/>
          </a:xfrm>
          <a:custGeom>
            <a:avLst/>
            <a:gdLst>
              <a:gd name="T0" fmla="*/ 59 w 1722"/>
              <a:gd name="T1" fmla="*/ 0 h 553"/>
              <a:gd name="T2" fmla="*/ 90 w 1722"/>
              <a:gd name="T3" fmla="*/ 102 h 553"/>
              <a:gd name="T4" fmla="*/ 98 w 1722"/>
              <a:gd name="T5" fmla="*/ 147 h 553"/>
              <a:gd name="T6" fmla="*/ 55 w 1722"/>
              <a:gd name="T7" fmla="*/ 235 h 553"/>
              <a:gd name="T8" fmla="*/ 29 w 1722"/>
              <a:gd name="T9" fmla="*/ 383 h 553"/>
              <a:gd name="T10" fmla="*/ 95 w 1722"/>
              <a:gd name="T11" fmla="*/ 496 h 553"/>
              <a:gd name="T12" fmla="*/ 194 w 1722"/>
              <a:gd name="T13" fmla="*/ 553 h 553"/>
              <a:gd name="T14" fmla="*/ 1539 w 1722"/>
              <a:gd name="T15" fmla="*/ 553 h 553"/>
              <a:gd name="T16" fmla="*/ 1637 w 1722"/>
              <a:gd name="T17" fmla="*/ 497 h 553"/>
              <a:gd name="T18" fmla="*/ 1705 w 1722"/>
              <a:gd name="T19" fmla="*/ 381 h 553"/>
              <a:gd name="T20" fmla="*/ 1718 w 1722"/>
              <a:gd name="T21" fmla="*/ 307 h 553"/>
              <a:gd name="T22" fmla="*/ 1676 w 1722"/>
              <a:gd name="T23" fmla="*/ 235 h 553"/>
              <a:gd name="T24" fmla="*/ 1634 w 1722"/>
              <a:gd name="T25" fmla="*/ 146 h 553"/>
              <a:gd name="T26" fmla="*/ 1642 w 1722"/>
              <a:gd name="T27" fmla="*/ 103 h 553"/>
              <a:gd name="T28" fmla="*/ 1673 w 1722"/>
              <a:gd name="T29" fmla="*/ 0 h 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22" h="553">
                <a:moveTo>
                  <a:pt x="59" y="0"/>
                </a:moveTo>
                <a:cubicBezTo>
                  <a:pt x="69" y="34"/>
                  <a:pt x="79" y="68"/>
                  <a:pt x="90" y="102"/>
                </a:cubicBezTo>
                <a:cubicBezTo>
                  <a:pt x="94" y="117"/>
                  <a:pt x="98" y="131"/>
                  <a:pt x="98" y="147"/>
                </a:cubicBezTo>
                <a:cubicBezTo>
                  <a:pt x="97" y="183"/>
                  <a:pt x="83" y="212"/>
                  <a:pt x="55" y="235"/>
                </a:cubicBezTo>
                <a:cubicBezTo>
                  <a:pt x="11" y="273"/>
                  <a:pt x="0" y="333"/>
                  <a:pt x="29" y="383"/>
                </a:cubicBezTo>
                <a:cubicBezTo>
                  <a:pt x="51" y="421"/>
                  <a:pt x="72" y="459"/>
                  <a:pt x="95" y="496"/>
                </a:cubicBezTo>
                <a:cubicBezTo>
                  <a:pt x="117" y="533"/>
                  <a:pt x="150" y="553"/>
                  <a:pt x="194" y="553"/>
                </a:cubicBezTo>
                <a:cubicBezTo>
                  <a:pt x="642" y="553"/>
                  <a:pt x="1090" y="553"/>
                  <a:pt x="1539" y="553"/>
                </a:cubicBezTo>
                <a:cubicBezTo>
                  <a:pt x="1581" y="553"/>
                  <a:pt x="1615" y="534"/>
                  <a:pt x="1637" y="497"/>
                </a:cubicBezTo>
                <a:cubicBezTo>
                  <a:pt x="1660" y="459"/>
                  <a:pt x="1682" y="420"/>
                  <a:pt x="1705" y="381"/>
                </a:cubicBezTo>
                <a:cubicBezTo>
                  <a:pt x="1718" y="358"/>
                  <a:pt x="1722" y="333"/>
                  <a:pt x="1718" y="307"/>
                </a:cubicBezTo>
                <a:cubicBezTo>
                  <a:pt x="1713" y="278"/>
                  <a:pt x="1699" y="254"/>
                  <a:pt x="1676" y="235"/>
                </a:cubicBezTo>
                <a:cubicBezTo>
                  <a:pt x="1649" y="212"/>
                  <a:pt x="1635" y="182"/>
                  <a:pt x="1634" y="146"/>
                </a:cubicBezTo>
                <a:cubicBezTo>
                  <a:pt x="1634" y="131"/>
                  <a:pt x="1638" y="117"/>
                  <a:pt x="1642" y="103"/>
                </a:cubicBezTo>
                <a:cubicBezTo>
                  <a:pt x="1652" y="69"/>
                  <a:pt x="1663" y="35"/>
                  <a:pt x="1673" y="0"/>
                </a:cubicBezTo>
              </a:path>
            </a:pathLst>
          </a:custGeom>
          <a:solidFill>
            <a:srgbClr val="C3FFFF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FD417A-B5ED-2C90-5AC8-F86F407D5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0" y="1327786"/>
            <a:ext cx="4140000" cy="4477702"/>
          </a:xfrm>
        </p:spPr>
        <p:txBody>
          <a:bodyPr/>
          <a:lstStyle>
            <a:lvl1pPr>
              <a:defRPr sz="1500"/>
            </a:lvl1pPr>
            <a:lvl2pPr marL="180000" indent="-180000">
              <a:spcBef>
                <a:spcPts val="400"/>
              </a:spcBef>
              <a:defRPr sz="1500"/>
            </a:lvl2pPr>
            <a:lvl3pPr marL="360000" indent="-180000">
              <a:spcBef>
                <a:spcPts val="400"/>
              </a:spcBef>
              <a:defRPr sz="1500"/>
            </a:lvl3pPr>
            <a:lvl4pPr marL="540000" indent="-180000">
              <a:spcBef>
                <a:spcPts val="400"/>
              </a:spcBef>
              <a:defRPr sz="1500"/>
            </a:lvl4pPr>
            <a:lvl5pPr marL="720000" indent="-180000">
              <a:spcBef>
                <a:spcPts val="400"/>
              </a:spcBef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A654F97-A259-8159-27B0-983994DA3D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649" y="648627"/>
            <a:ext cx="5149457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410EC73-15CD-737F-7221-A9B1715240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164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Text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1864789-4707-2DF6-1B24-D7A6E7955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647" y="2630110"/>
            <a:ext cx="3503612" cy="1496696"/>
          </a:xfrm>
        </p:spPr>
        <p:txBody>
          <a:bodyPr/>
          <a:lstStyle>
            <a:lvl1pPr algn="ctr">
              <a:defRPr sz="60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CF78247-3A99-1721-65F9-302927E2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12EB089-9628-A5AB-C722-3C8D1B46EDDF}"/>
              </a:ext>
            </a:extLst>
          </p:cNvPr>
          <p:cNvGrpSpPr/>
          <p:nvPr/>
        </p:nvGrpSpPr>
        <p:grpSpPr>
          <a:xfrm>
            <a:off x="649686" y="1654414"/>
            <a:ext cx="10892629" cy="3549171"/>
            <a:chOff x="1327150" y="1223010"/>
            <a:chExt cx="7132809" cy="232410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08ECB2F-78BA-889F-AAAC-8B11E3E1C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15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474ED55-F827-1791-CDC0-38E3CA1D3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04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5CBC0AB-1B53-937E-1047-DD3D73D14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93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26D66F6C-A5D5-473F-6D03-9C65550D5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7369" y="2630110"/>
            <a:ext cx="3503612" cy="1496696"/>
          </a:xfrm>
        </p:spPr>
        <p:txBody>
          <a:bodyPr/>
          <a:lstStyle>
            <a:lvl1pPr algn="ctr">
              <a:defRPr sz="60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36803E53-3D59-8DEB-3F6C-5A4127846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16741" y="2630110"/>
            <a:ext cx="3503612" cy="1496696"/>
          </a:xfrm>
        </p:spPr>
        <p:txBody>
          <a:bodyPr/>
          <a:lstStyle>
            <a:lvl1pPr algn="ctr">
              <a:defRPr sz="60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09F431-692D-C554-BAA6-002C77D440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06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4 Text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4F252B-A6BF-0AD6-DE2A-4597EEBDFD89}"/>
              </a:ext>
            </a:extLst>
          </p:cNvPr>
          <p:cNvGrpSpPr/>
          <p:nvPr userDrawn="1"/>
        </p:nvGrpSpPr>
        <p:grpSpPr>
          <a:xfrm>
            <a:off x="612456" y="2048440"/>
            <a:ext cx="10967087" cy="2672406"/>
            <a:chOff x="1327150" y="1223010"/>
            <a:chExt cx="9537700" cy="23241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F2F9536-8B7C-8F0E-A847-E9E00881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15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C56A2B-10F0-5087-42C3-09D548FAC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04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5AC4D679-9D0B-ACF8-0005-B40B2E5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93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4ADEAA47-C521-7773-494A-030135D24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821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1864789-4707-2DF6-1B24-D7A6E7955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874" y="2806808"/>
            <a:ext cx="2642758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CF78247-3A99-1721-65F9-302927E2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DD365FD8-5A6C-4BBA-D708-6EAAB2E0B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1968" y="2806808"/>
            <a:ext cx="2642758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8D1C9FB-8E0B-1BC8-9E84-234268C089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3063" y="2806808"/>
            <a:ext cx="2642758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640D916C-E6C1-C145-276E-E673B9F24E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08368" y="2806808"/>
            <a:ext cx="2642758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36027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5 Text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CF78247-3A99-1721-65F9-302927E2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2B673627-5C00-D935-92E1-E0EB054E44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522" y="2839799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8CD8B0B-2A9F-73D8-A509-FFC143D650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8559" y="2839799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3D165852-106F-5471-E070-A0E57C0FC3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77001" y="2839799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1645802B-F508-6592-380B-428BBC43E7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87283" y="2839799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6A6D50F3-D8FF-B914-FB99-5D8E141300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06561" y="2839799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81B8BB-6813-C82A-BD34-90F281404F20}"/>
              </a:ext>
            </a:extLst>
          </p:cNvPr>
          <p:cNvGrpSpPr>
            <a:grpSpLocks/>
          </p:cNvGrpSpPr>
          <p:nvPr userDrawn="1"/>
        </p:nvGrpSpPr>
        <p:grpSpPr>
          <a:xfrm>
            <a:off x="374533" y="2315579"/>
            <a:ext cx="11442817" cy="2226841"/>
            <a:chOff x="374650" y="2260883"/>
            <a:chExt cx="12004943" cy="233623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388F3-1BDB-AC80-6BE4-EDC433E1A0F7}"/>
                </a:ext>
              </a:extLst>
            </p:cNvPr>
            <p:cNvGrpSpPr>
              <a:grpSpLocks/>
            </p:cNvGrpSpPr>
            <p:nvPr/>
          </p:nvGrpSpPr>
          <p:grpSpPr>
            <a:xfrm>
              <a:off x="374650" y="2260883"/>
              <a:ext cx="9587496" cy="2336234"/>
              <a:chOff x="1327150" y="1223010"/>
              <a:chExt cx="9537700" cy="2324100"/>
            </a:xfrm>
          </p:grpSpPr>
          <p:sp>
            <p:nvSpPr>
              <p:cNvPr id="14" name="Freeform 5">
                <a:extLst>
                  <a:ext uri="{FF2B5EF4-FFF2-40B4-BE49-F238E27FC236}">
                    <a16:creationId xmlns:a16="http://schemas.microsoft.com/office/drawing/2014/main" id="{8D3105EF-0C99-CF1F-8524-7534979EE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7150" y="1223010"/>
                <a:ext cx="2323029" cy="2324100"/>
              </a:xfrm>
              <a:custGeom>
                <a:avLst/>
                <a:gdLst>
                  <a:gd name="T0" fmla="*/ 1272 w 2362"/>
                  <a:gd name="T1" fmla="*/ 26 h 2363"/>
                  <a:gd name="T2" fmla="*/ 1451 w 2362"/>
                  <a:gd name="T3" fmla="*/ 54 h 2363"/>
                  <a:gd name="T4" fmla="*/ 1625 w 2362"/>
                  <a:gd name="T5" fmla="*/ 110 h 2363"/>
                  <a:gd name="T6" fmla="*/ 1735 w 2362"/>
                  <a:gd name="T7" fmla="*/ 163 h 2363"/>
                  <a:gd name="T8" fmla="*/ 1886 w 2362"/>
                  <a:gd name="T9" fmla="*/ 261 h 2363"/>
                  <a:gd name="T10" fmla="*/ 2022 w 2362"/>
                  <a:gd name="T11" fmla="*/ 384 h 2363"/>
                  <a:gd name="T12" fmla="*/ 2136 w 2362"/>
                  <a:gd name="T13" fmla="*/ 524 h 2363"/>
                  <a:gd name="T14" fmla="*/ 2199 w 2362"/>
                  <a:gd name="T15" fmla="*/ 628 h 2363"/>
                  <a:gd name="T16" fmla="*/ 2274 w 2362"/>
                  <a:gd name="T17" fmla="*/ 795 h 2363"/>
                  <a:gd name="T18" fmla="*/ 2321 w 2362"/>
                  <a:gd name="T19" fmla="*/ 969 h 2363"/>
                  <a:gd name="T20" fmla="*/ 2337 w 2362"/>
                  <a:gd name="T21" fmla="*/ 1090 h 2363"/>
                  <a:gd name="T22" fmla="*/ 2337 w 2362"/>
                  <a:gd name="T23" fmla="*/ 1273 h 2363"/>
                  <a:gd name="T24" fmla="*/ 2308 w 2362"/>
                  <a:gd name="T25" fmla="*/ 1451 h 2363"/>
                  <a:gd name="T26" fmla="*/ 2274 w 2362"/>
                  <a:gd name="T27" fmla="*/ 1568 h 2363"/>
                  <a:gd name="T28" fmla="*/ 2199 w 2362"/>
                  <a:gd name="T29" fmla="*/ 1735 h 2363"/>
                  <a:gd name="T30" fmla="*/ 2101 w 2362"/>
                  <a:gd name="T31" fmla="*/ 1886 h 2363"/>
                  <a:gd name="T32" fmla="*/ 2022 w 2362"/>
                  <a:gd name="T33" fmla="*/ 1979 h 2363"/>
                  <a:gd name="T34" fmla="*/ 1886 w 2362"/>
                  <a:gd name="T35" fmla="*/ 2101 h 2363"/>
                  <a:gd name="T36" fmla="*/ 1735 w 2362"/>
                  <a:gd name="T37" fmla="*/ 2200 h 2363"/>
                  <a:gd name="T38" fmla="*/ 1625 w 2362"/>
                  <a:gd name="T39" fmla="*/ 2252 h 2363"/>
                  <a:gd name="T40" fmla="*/ 1451 w 2362"/>
                  <a:gd name="T41" fmla="*/ 2308 h 2363"/>
                  <a:gd name="T42" fmla="*/ 1272 w 2362"/>
                  <a:gd name="T43" fmla="*/ 2337 h 2363"/>
                  <a:gd name="T44" fmla="*/ 1090 w 2362"/>
                  <a:gd name="T45" fmla="*/ 2337 h 2363"/>
                  <a:gd name="T46" fmla="*/ 911 w 2362"/>
                  <a:gd name="T47" fmla="*/ 2308 h 2363"/>
                  <a:gd name="T48" fmla="*/ 737 w 2362"/>
                  <a:gd name="T49" fmla="*/ 2252 h 2363"/>
                  <a:gd name="T50" fmla="*/ 576 w 2362"/>
                  <a:gd name="T51" fmla="*/ 2170 h 2363"/>
                  <a:gd name="T52" fmla="*/ 428 w 2362"/>
                  <a:gd name="T53" fmla="*/ 2062 h 2363"/>
                  <a:gd name="T54" fmla="*/ 340 w 2362"/>
                  <a:gd name="T55" fmla="*/ 1979 h 2363"/>
                  <a:gd name="T56" fmla="*/ 226 w 2362"/>
                  <a:gd name="T57" fmla="*/ 1838 h 2363"/>
                  <a:gd name="T58" fmla="*/ 135 w 2362"/>
                  <a:gd name="T59" fmla="*/ 1680 h 2363"/>
                  <a:gd name="T60" fmla="*/ 70 w 2362"/>
                  <a:gd name="T61" fmla="*/ 1511 h 2363"/>
                  <a:gd name="T62" fmla="*/ 41 w 2362"/>
                  <a:gd name="T63" fmla="*/ 1393 h 2363"/>
                  <a:gd name="T64" fmla="*/ 22 w 2362"/>
                  <a:gd name="T65" fmla="*/ 1211 h 2363"/>
                  <a:gd name="T66" fmla="*/ 32 w 2362"/>
                  <a:gd name="T67" fmla="*/ 1030 h 2363"/>
                  <a:gd name="T68" fmla="*/ 70 w 2362"/>
                  <a:gd name="T69" fmla="*/ 851 h 2363"/>
                  <a:gd name="T70" fmla="*/ 135 w 2362"/>
                  <a:gd name="T71" fmla="*/ 683 h 2363"/>
                  <a:gd name="T72" fmla="*/ 192 w 2362"/>
                  <a:gd name="T73" fmla="*/ 576 h 2363"/>
                  <a:gd name="T74" fmla="*/ 300 w 2362"/>
                  <a:gd name="T75" fmla="*/ 428 h 2363"/>
                  <a:gd name="T76" fmla="*/ 428 w 2362"/>
                  <a:gd name="T77" fmla="*/ 300 h 2363"/>
                  <a:gd name="T78" fmla="*/ 576 w 2362"/>
                  <a:gd name="T79" fmla="*/ 193 h 2363"/>
                  <a:gd name="T80" fmla="*/ 737 w 2362"/>
                  <a:gd name="T81" fmla="*/ 110 h 2363"/>
                  <a:gd name="T82" fmla="*/ 851 w 2362"/>
                  <a:gd name="T83" fmla="*/ 70 h 2363"/>
                  <a:gd name="T84" fmla="*/ 1030 w 2362"/>
                  <a:gd name="T85" fmla="*/ 32 h 2363"/>
                  <a:gd name="T86" fmla="*/ 1211 w 2362"/>
                  <a:gd name="T87" fmla="*/ 22 h 2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62" h="2363">
                    <a:moveTo>
                      <a:pt x="1211" y="22"/>
                    </a:moveTo>
                    <a:cubicBezTo>
                      <a:pt x="1211" y="22"/>
                      <a:pt x="1211" y="22"/>
                      <a:pt x="1211" y="22"/>
                    </a:cubicBezTo>
                    <a:cubicBezTo>
                      <a:pt x="1226" y="0"/>
                      <a:pt x="1260" y="1"/>
                      <a:pt x="1272" y="26"/>
                    </a:cubicBezTo>
                    <a:cubicBezTo>
                      <a:pt x="1284" y="48"/>
                      <a:pt x="1315" y="52"/>
                      <a:pt x="1332" y="32"/>
                    </a:cubicBezTo>
                    <a:cubicBezTo>
                      <a:pt x="1349" y="11"/>
                      <a:pt x="1383" y="16"/>
                      <a:pt x="1393" y="42"/>
                    </a:cubicBezTo>
                    <a:cubicBezTo>
                      <a:pt x="1402" y="65"/>
                      <a:pt x="1433" y="72"/>
                      <a:pt x="1451" y="54"/>
                    </a:cubicBezTo>
                    <a:cubicBezTo>
                      <a:pt x="1471" y="35"/>
                      <a:pt x="1503" y="44"/>
                      <a:pt x="1511" y="70"/>
                    </a:cubicBezTo>
                    <a:cubicBezTo>
                      <a:pt x="1518" y="95"/>
                      <a:pt x="1547" y="104"/>
                      <a:pt x="1567" y="88"/>
                    </a:cubicBezTo>
                    <a:cubicBezTo>
                      <a:pt x="1589" y="71"/>
                      <a:pt x="1620" y="84"/>
                      <a:pt x="1625" y="110"/>
                    </a:cubicBezTo>
                    <a:cubicBezTo>
                      <a:pt x="1629" y="136"/>
                      <a:pt x="1658" y="148"/>
                      <a:pt x="1680" y="135"/>
                    </a:cubicBezTo>
                    <a:cubicBezTo>
                      <a:pt x="1680" y="135"/>
                      <a:pt x="1680" y="135"/>
                      <a:pt x="1680" y="135"/>
                    </a:cubicBezTo>
                    <a:cubicBezTo>
                      <a:pt x="1703" y="120"/>
                      <a:pt x="1733" y="136"/>
                      <a:pt x="1735" y="163"/>
                    </a:cubicBezTo>
                    <a:cubicBezTo>
                      <a:pt x="1736" y="188"/>
                      <a:pt x="1763" y="204"/>
                      <a:pt x="1786" y="193"/>
                    </a:cubicBezTo>
                    <a:cubicBezTo>
                      <a:pt x="1811" y="180"/>
                      <a:pt x="1839" y="199"/>
                      <a:pt x="1838" y="226"/>
                    </a:cubicBezTo>
                    <a:cubicBezTo>
                      <a:pt x="1837" y="252"/>
                      <a:pt x="1862" y="270"/>
                      <a:pt x="1886" y="261"/>
                    </a:cubicBezTo>
                    <a:cubicBezTo>
                      <a:pt x="1912" y="252"/>
                      <a:pt x="1938" y="273"/>
                      <a:pt x="1934" y="300"/>
                    </a:cubicBezTo>
                    <a:cubicBezTo>
                      <a:pt x="1930" y="325"/>
                      <a:pt x="1954" y="346"/>
                      <a:pt x="1979" y="340"/>
                    </a:cubicBezTo>
                    <a:cubicBezTo>
                      <a:pt x="2005" y="333"/>
                      <a:pt x="2029" y="357"/>
                      <a:pt x="2022" y="384"/>
                    </a:cubicBezTo>
                    <a:cubicBezTo>
                      <a:pt x="2016" y="408"/>
                      <a:pt x="2037" y="432"/>
                      <a:pt x="2062" y="428"/>
                    </a:cubicBezTo>
                    <a:cubicBezTo>
                      <a:pt x="2089" y="424"/>
                      <a:pt x="2110" y="450"/>
                      <a:pt x="2101" y="476"/>
                    </a:cubicBezTo>
                    <a:cubicBezTo>
                      <a:pt x="2092" y="500"/>
                      <a:pt x="2110" y="525"/>
                      <a:pt x="2136" y="524"/>
                    </a:cubicBezTo>
                    <a:cubicBezTo>
                      <a:pt x="2163" y="523"/>
                      <a:pt x="2182" y="552"/>
                      <a:pt x="2170" y="576"/>
                    </a:cubicBezTo>
                    <a:cubicBezTo>
                      <a:pt x="2170" y="576"/>
                      <a:pt x="2170" y="576"/>
                      <a:pt x="2170" y="576"/>
                    </a:cubicBezTo>
                    <a:cubicBezTo>
                      <a:pt x="2158" y="599"/>
                      <a:pt x="2174" y="626"/>
                      <a:pt x="2199" y="628"/>
                    </a:cubicBezTo>
                    <a:cubicBezTo>
                      <a:pt x="2227" y="629"/>
                      <a:pt x="2242" y="660"/>
                      <a:pt x="2227" y="683"/>
                    </a:cubicBezTo>
                    <a:cubicBezTo>
                      <a:pt x="2214" y="704"/>
                      <a:pt x="2226" y="733"/>
                      <a:pt x="2252" y="737"/>
                    </a:cubicBezTo>
                    <a:cubicBezTo>
                      <a:pt x="2279" y="742"/>
                      <a:pt x="2291" y="773"/>
                      <a:pt x="2274" y="795"/>
                    </a:cubicBezTo>
                    <a:cubicBezTo>
                      <a:pt x="2258" y="815"/>
                      <a:pt x="2268" y="845"/>
                      <a:pt x="2292" y="851"/>
                    </a:cubicBezTo>
                    <a:cubicBezTo>
                      <a:pt x="2318" y="859"/>
                      <a:pt x="2327" y="892"/>
                      <a:pt x="2308" y="911"/>
                    </a:cubicBezTo>
                    <a:cubicBezTo>
                      <a:pt x="2290" y="929"/>
                      <a:pt x="2297" y="960"/>
                      <a:pt x="2321" y="969"/>
                    </a:cubicBezTo>
                    <a:cubicBezTo>
                      <a:pt x="2321" y="969"/>
                      <a:pt x="2321" y="969"/>
                      <a:pt x="2321" y="969"/>
                    </a:cubicBezTo>
                    <a:cubicBezTo>
                      <a:pt x="2346" y="979"/>
                      <a:pt x="2351" y="1013"/>
                      <a:pt x="2330" y="1030"/>
                    </a:cubicBezTo>
                    <a:cubicBezTo>
                      <a:pt x="2311" y="1047"/>
                      <a:pt x="2314" y="1078"/>
                      <a:pt x="2337" y="1090"/>
                    </a:cubicBezTo>
                    <a:cubicBezTo>
                      <a:pt x="2361" y="1102"/>
                      <a:pt x="2362" y="1136"/>
                      <a:pt x="2340" y="1151"/>
                    </a:cubicBezTo>
                    <a:cubicBezTo>
                      <a:pt x="2318" y="1165"/>
                      <a:pt x="2318" y="1197"/>
                      <a:pt x="2340" y="1211"/>
                    </a:cubicBezTo>
                    <a:cubicBezTo>
                      <a:pt x="2362" y="1226"/>
                      <a:pt x="2361" y="1260"/>
                      <a:pt x="2337" y="1273"/>
                    </a:cubicBezTo>
                    <a:cubicBezTo>
                      <a:pt x="2314" y="1284"/>
                      <a:pt x="2311" y="1316"/>
                      <a:pt x="2330" y="1332"/>
                    </a:cubicBezTo>
                    <a:cubicBezTo>
                      <a:pt x="2351" y="1349"/>
                      <a:pt x="2346" y="1383"/>
                      <a:pt x="2321" y="1393"/>
                    </a:cubicBezTo>
                    <a:cubicBezTo>
                      <a:pt x="2297" y="1402"/>
                      <a:pt x="2290" y="1433"/>
                      <a:pt x="2308" y="1451"/>
                    </a:cubicBezTo>
                    <a:cubicBezTo>
                      <a:pt x="2308" y="1451"/>
                      <a:pt x="2308" y="1451"/>
                      <a:pt x="2308" y="1451"/>
                    </a:cubicBezTo>
                    <a:cubicBezTo>
                      <a:pt x="2327" y="1471"/>
                      <a:pt x="2318" y="1503"/>
                      <a:pt x="2292" y="1511"/>
                    </a:cubicBezTo>
                    <a:cubicBezTo>
                      <a:pt x="2268" y="1518"/>
                      <a:pt x="2258" y="1548"/>
                      <a:pt x="2274" y="1568"/>
                    </a:cubicBezTo>
                    <a:cubicBezTo>
                      <a:pt x="2291" y="1589"/>
                      <a:pt x="2279" y="1621"/>
                      <a:pt x="2252" y="1625"/>
                    </a:cubicBezTo>
                    <a:cubicBezTo>
                      <a:pt x="2226" y="1629"/>
                      <a:pt x="2214" y="1658"/>
                      <a:pt x="2227" y="1680"/>
                    </a:cubicBezTo>
                    <a:cubicBezTo>
                      <a:pt x="2242" y="1703"/>
                      <a:pt x="2227" y="1733"/>
                      <a:pt x="2199" y="1735"/>
                    </a:cubicBezTo>
                    <a:cubicBezTo>
                      <a:pt x="2174" y="1736"/>
                      <a:pt x="2158" y="1763"/>
                      <a:pt x="2170" y="1786"/>
                    </a:cubicBezTo>
                    <a:cubicBezTo>
                      <a:pt x="2182" y="1811"/>
                      <a:pt x="2163" y="1839"/>
                      <a:pt x="2136" y="1838"/>
                    </a:cubicBezTo>
                    <a:cubicBezTo>
                      <a:pt x="2110" y="1837"/>
                      <a:pt x="2092" y="1862"/>
                      <a:pt x="2101" y="1886"/>
                    </a:cubicBezTo>
                    <a:cubicBezTo>
                      <a:pt x="2110" y="1912"/>
                      <a:pt x="2089" y="1938"/>
                      <a:pt x="2062" y="1934"/>
                    </a:cubicBezTo>
                    <a:cubicBezTo>
                      <a:pt x="2037" y="1931"/>
                      <a:pt x="2016" y="1954"/>
                      <a:pt x="2022" y="1979"/>
                    </a:cubicBezTo>
                    <a:cubicBezTo>
                      <a:pt x="2022" y="1979"/>
                      <a:pt x="2022" y="1979"/>
                      <a:pt x="2022" y="1979"/>
                    </a:cubicBezTo>
                    <a:cubicBezTo>
                      <a:pt x="2029" y="2005"/>
                      <a:pt x="2005" y="2029"/>
                      <a:pt x="1979" y="2022"/>
                    </a:cubicBezTo>
                    <a:cubicBezTo>
                      <a:pt x="1954" y="2016"/>
                      <a:pt x="1930" y="2037"/>
                      <a:pt x="1934" y="2062"/>
                    </a:cubicBezTo>
                    <a:cubicBezTo>
                      <a:pt x="1938" y="2089"/>
                      <a:pt x="1912" y="2111"/>
                      <a:pt x="1886" y="2101"/>
                    </a:cubicBezTo>
                    <a:cubicBezTo>
                      <a:pt x="1862" y="2092"/>
                      <a:pt x="1837" y="2111"/>
                      <a:pt x="1838" y="2136"/>
                    </a:cubicBezTo>
                    <a:cubicBezTo>
                      <a:pt x="1839" y="2163"/>
                      <a:pt x="1811" y="2182"/>
                      <a:pt x="1786" y="2170"/>
                    </a:cubicBezTo>
                    <a:cubicBezTo>
                      <a:pt x="1763" y="2158"/>
                      <a:pt x="1736" y="2174"/>
                      <a:pt x="1735" y="2200"/>
                    </a:cubicBezTo>
                    <a:cubicBezTo>
                      <a:pt x="1733" y="2227"/>
                      <a:pt x="1703" y="2242"/>
                      <a:pt x="1680" y="2228"/>
                    </a:cubicBezTo>
                    <a:cubicBezTo>
                      <a:pt x="1680" y="2228"/>
                      <a:pt x="1680" y="2228"/>
                      <a:pt x="1680" y="2228"/>
                    </a:cubicBezTo>
                    <a:cubicBezTo>
                      <a:pt x="1658" y="2214"/>
                      <a:pt x="1629" y="2227"/>
                      <a:pt x="1625" y="2252"/>
                    </a:cubicBezTo>
                    <a:cubicBezTo>
                      <a:pt x="1620" y="2279"/>
                      <a:pt x="1589" y="2291"/>
                      <a:pt x="1567" y="2274"/>
                    </a:cubicBezTo>
                    <a:cubicBezTo>
                      <a:pt x="1547" y="2258"/>
                      <a:pt x="1518" y="2268"/>
                      <a:pt x="1511" y="2292"/>
                    </a:cubicBezTo>
                    <a:cubicBezTo>
                      <a:pt x="1503" y="2319"/>
                      <a:pt x="1471" y="2327"/>
                      <a:pt x="1451" y="2308"/>
                    </a:cubicBezTo>
                    <a:cubicBezTo>
                      <a:pt x="1433" y="2290"/>
                      <a:pt x="1402" y="2297"/>
                      <a:pt x="1393" y="2321"/>
                    </a:cubicBezTo>
                    <a:cubicBezTo>
                      <a:pt x="1383" y="2346"/>
                      <a:pt x="1349" y="2351"/>
                      <a:pt x="1332" y="2330"/>
                    </a:cubicBezTo>
                    <a:cubicBezTo>
                      <a:pt x="1315" y="2311"/>
                      <a:pt x="1284" y="2314"/>
                      <a:pt x="1272" y="2337"/>
                    </a:cubicBezTo>
                    <a:cubicBezTo>
                      <a:pt x="1260" y="2361"/>
                      <a:pt x="1226" y="2363"/>
                      <a:pt x="1211" y="2340"/>
                    </a:cubicBezTo>
                    <a:cubicBezTo>
                      <a:pt x="1197" y="2319"/>
                      <a:pt x="1165" y="2319"/>
                      <a:pt x="1151" y="2340"/>
                    </a:cubicBezTo>
                    <a:cubicBezTo>
                      <a:pt x="1136" y="2363"/>
                      <a:pt x="1102" y="2361"/>
                      <a:pt x="1090" y="2337"/>
                    </a:cubicBezTo>
                    <a:cubicBezTo>
                      <a:pt x="1078" y="2314"/>
                      <a:pt x="1047" y="2311"/>
                      <a:pt x="1030" y="2330"/>
                    </a:cubicBezTo>
                    <a:cubicBezTo>
                      <a:pt x="1013" y="2351"/>
                      <a:pt x="979" y="2346"/>
                      <a:pt x="969" y="2321"/>
                    </a:cubicBezTo>
                    <a:cubicBezTo>
                      <a:pt x="960" y="2297"/>
                      <a:pt x="929" y="2290"/>
                      <a:pt x="911" y="2308"/>
                    </a:cubicBezTo>
                    <a:cubicBezTo>
                      <a:pt x="891" y="2327"/>
                      <a:pt x="859" y="2319"/>
                      <a:pt x="851" y="2292"/>
                    </a:cubicBezTo>
                    <a:cubicBezTo>
                      <a:pt x="844" y="2268"/>
                      <a:pt x="815" y="2258"/>
                      <a:pt x="795" y="2274"/>
                    </a:cubicBezTo>
                    <a:cubicBezTo>
                      <a:pt x="773" y="2291"/>
                      <a:pt x="742" y="2279"/>
                      <a:pt x="737" y="2252"/>
                    </a:cubicBezTo>
                    <a:cubicBezTo>
                      <a:pt x="733" y="2227"/>
                      <a:pt x="704" y="2214"/>
                      <a:pt x="682" y="2228"/>
                    </a:cubicBezTo>
                    <a:cubicBezTo>
                      <a:pt x="659" y="2242"/>
                      <a:pt x="629" y="2227"/>
                      <a:pt x="627" y="2200"/>
                    </a:cubicBezTo>
                    <a:cubicBezTo>
                      <a:pt x="626" y="2174"/>
                      <a:pt x="599" y="2158"/>
                      <a:pt x="576" y="2170"/>
                    </a:cubicBezTo>
                    <a:cubicBezTo>
                      <a:pt x="551" y="2182"/>
                      <a:pt x="523" y="2163"/>
                      <a:pt x="524" y="2136"/>
                    </a:cubicBezTo>
                    <a:cubicBezTo>
                      <a:pt x="525" y="2111"/>
                      <a:pt x="500" y="2092"/>
                      <a:pt x="476" y="2101"/>
                    </a:cubicBezTo>
                    <a:cubicBezTo>
                      <a:pt x="450" y="2111"/>
                      <a:pt x="424" y="2089"/>
                      <a:pt x="428" y="2062"/>
                    </a:cubicBezTo>
                    <a:cubicBezTo>
                      <a:pt x="432" y="2037"/>
                      <a:pt x="408" y="2016"/>
                      <a:pt x="383" y="2022"/>
                    </a:cubicBezTo>
                    <a:cubicBezTo>
                      <a:pt x="357" y="2029"/>
                      <a:pt x="333" y="2005"/>
                      <a:pt x="340" y="1979"/>
                    </a:cubicBezTo>
                    <a:cubicBezTo>
                      <a:pt x="340" y="1979"/>
                      <a:pt x="340" y="1979"/>
                      <a:pt x="340" y="1979"/>
                    </a:cubicBezTo>
                    <a:cubicBezTo>
                      <a:pt x="346" y="1954"/>
                      <a:pt x="325" y="1931"/>
                      <a:pt x="300" y="1934"/>
                    </a:cubicBezTo>
                    <a:cubicBezTo>
                      <a:pt x="273" y="1938"/>
                      <a:pt x="252" y="1912"/>
                      <a:pt x="261" y="1886"/>
                    </a:cubicBezTo>
                    <a:cubicBezTo>
                      <a:pt x="270" y="1862"/>
                      <a:pt x="252" y="1837"/>
                      <a:pt x="226" y="1838"/>
                    </a:cubicBezTo>
                    <a:cubicBezTo>
                      <a:pt x="199" y="1839"/>
                      <a:pt x="180" y="1811"/>
                      <a:pt x="192" y="1786"/>
                    </a:cubicBezTo>
                    <a:cubicBezTo>
                      <a:pt x="204" y="1763"/>
                      <a:pt x="188" y="1736"/>
                      <a:pt x="163" y="1735"/>
                    </a:cubicBezTo>
                    <a:cubicBezTo>
                      <a:pt x="135" y="1733"/>
                      <a:pt x="120" y="1703"/>
                      <a:pt x="135" y="1680"/>
                    </a:cubicBezTo>
                    <a:cubicBezTo>
                      <a:pt x="148" y="1658"/>
                      <a:pt x="136" y="1629"/>
                      <a:pt x="110" y="1625"/>
                    </a:cubicBezTo>
                    <a:cubicBezTo>
                      <a:pt x="83" y="1621"/>
                      <a:pt x="71" y="1589"/>
                      <a:pt x="88" y="1568"/>
                    </a:cubicBezTo>
                    <a:cubicBezTo>
                      <a:pt x="104" y="1548"/>
                      <a:pt x="94" y="1518"/>
                      <a:pt x="70" y="1511"/>
                    </a:cubicBezTo>
                    <a:cubicBezTo>
                      <a:pt x="44" y="1503"/>
                      <a:pt x="35" y="1471"/>
                      <a:pt x="54" y="1451"/>
                    </a:cubicBezTo>
                    <a:cubicBezTo>
                      <a:pt x="54" y="1451"/>
                      <a:pt x="54" y="1451"/>
                      <a:pt x="54" y="1451"/>
                    </a:cubicBezTo>
                    <a:cubicBezTo>
                      <a:pt x="72" y="1433"/>
                      <a:pt x="65" y="1402"/>
                      <a:pt x="41" y="1393"/>
                    </a:cubicBezTo>
                    <a:cubicBezTo>
                      <a:pt x="16" y="1383"/>
                      <a:pt x="11" y="1349"/>
                      <a:pt x="32" y="1332"/>
                    </a:cubicBezTo>
                    <a:cubicBezTo>
                      <a:pt x="51" y="1316"/>
                      <a:pt x="48" y="1284"/>
                      <a:pt x="25" y="1273"/>
                    </a:cubicBezTo>
                    <a:cubicBezTo>
                      <a:pt x="1" y="1260"/>
                      <a:pt x="0" y="1226"/>
                      <a:pt x="22" y="1211"/>
                    </a:cubicBezTo>
                    <a:cubicBezTo>
                      <a:pt x="44" y="1197"/>
                      <a:pt x="44" y="1165"/>
                      <a:pt x="22" y="1151"/>
                    </a:cubicBezTo>
                    <a:cubicBezTo>
                      <a:pt x="0" y="1136"/>
                      <a:pt x="1" y="1102"/>
                      <a:pt x="25" y="1090"/>
                    </a:cubicBezTo>
                    <a:cubicBezTo>
                      <a:pt x="48" y="1078"/>
                      <a:pt x="51" y="1047"/>
                      <a:pt x="32" y="1030"/>
                    </a:cubicBezTo>
                    <a:cubicBezTo>
                      <a:pt x="11" y="1013"/>
                      <a:pt x="16" y="979"/>
                      <a:pt x="41" y="969"/>
                    </a:cubicBezTo>
                    <a:cubicBezTo>
                      <a:pt x="65" y="960"/>
                      <a:pt x="72" y="929"/>
                      <a:pt x="54" y="911"/>
                    </a:cubicBezTo>
                    <a:cubicBezTo>
                      <a:pt x="35" y="892"/>
                      <a:pt x="44" y="859"/>
                      <a:pt x="70" y="851"/>
                    </a:cubicBezTo>
                    <a:cubicBezTo>
                      <a:pt x="94" y="845"/>
                      <a:pt x="104" y="815"/>
                      <a:pt x="88" y="795"/>
                    </a:cubicBezTo>
                    <a:cubicBezTo>
                      <a:pt x="71" y="773"/>
                      <a:pt x="83" y="742"/>
                      <a:pt x="110" y="737"/>
                    </a:cubicBezTo>
                    <a:cubicBezTo>
                      <a:pt x="136" y="733"/>
                      <a:pt x="148" y="704"/>
                      <a:pt x="135" y="683"/>
                    </a:cubicBezTo>
                    <a:cubicBezTo>
                      <a:pt x="120" y="660"/>
                      <a:pt x="135" y="629"/>
                      <a:pt x="163" y="628"/>
                    </a:cubicBezTo>
                    <a:cubicBezTo>
                      <a:pt x="188" y="626"/>
                      <a:pt x="204" y="599"/>
                      <a:pt x="192" y="576"/>
                    </a:cubicBezTo>
                    <a:cubicBezTo>
                      <a:pt x="192" y="576"/>
                      <a:pt x="192" y="576"/>
                      <a:pt x="192" y="576"/>
                    </a:cubicBezTo>
                    <a:cubicBezTo>
                      <a:pt x="180" y="552"/>
                      <a:pt x="199" y="523"/>
                      <a:pt x="226" y="524"/>
                    </a:cubicBezTo>
                    <a:cubicBezTo>
                      <a:pt x="252" y="525"/>
                      <a:pt x="270" y="500"/>
                      <a:pt x="261" y="476"/>
                    </a:cubicBezTo>
                    <a:cubicBezTo>
                      <a:pt x="252" y="450"/>
                      <a:pt x="273" y="424"/>
                      <a:pt x="300" y="428"/>
                    </a:cubicBezTo>
                    <a:cubicBezTo>
                      <a:pt x="325" y="432"/>
                      <a:pt x="346" y="408"/>
                      <a:pt x="340" y="384"/>
                    </a:cubicBezTo>
                    <a:cubicBezTo>
                      <a:pt x="333" y="357"/>
                      <a:pt x="357" y="333"/>
                      <a:pt x="383" y="340"/>
                    </a:cubicBezTo>
                    <a:cubicBezTo>
                      <a:pt x="408" y="346"/>
                      <a:pt x="432" y="325"/>
                      <a:pt x="428" y="300"/>
                    </a:cubicBezTo>
                    <a:cubicBezTo>
                      <a:pt x="424" y="273"/>
                      <a:pt x="450" y="252"/>
                      <a:pt x="476" y="261"/>
                    </a:cubicBezTo>
                    <a:cubicBezTo>
                      <a:pt x="500" y="270"/>
                      <a:pt x="525" y="252"/>
                      <a:pt x="524" y="226"/>
                    </a:cubicBezTo>
                    <a:cubicBezTo>
                      <a:pt x="523" y="199"/>
                      <a:pt x="551" y="180"/>
                      <a:pt x="576" y="193"/>
                    </a:cubicBezTo>
                    <a:cubicBezTo>
                      <a:pt x="599" y="204"/>
                      <a:pt x="626" y="188"/>
                      <a:pt x="627" y="163"/>
                    </a:cubicBezTo>
                    <a:cubicBezTo>
                      <a:pt x="629" y="136"/>
                      <a:pt x="659" y="120"/>
                      <a:pt x="682" y="135"/>
                    </a:cubicBezTo>
                    <a:cubicBezTo>
                      <a:pt x="704" y="148"/>
                      <a:pt x="733" y="136"/>
                      <a:pt x="737" y="110"/>
                    </a:cubicBezTo>
                    <a:cubicBezTo>
                      <a:pt x="742" y="84"/>
                      <a:pt x="773" y="71"/>
                      <a:pt x="795" y="88"/>
                    </a:cubicBezTo>
                    <a:cubicBezTo>
                      <a:pt x="815" y="104"/>
                      <a:pt x="844" y="95"/>
                      <a:pt x="851" y="70"/>
                    </a:cubicBezTo>
                    <a:cubicBezTo>
                      <a:pt x="851" y="70"/>
                      <a:pt x="851" y="70"/>
                      <a:pt x="851" y="70"/>
                    </a:cubicBezTo>
                    <a:cubicBezTo>
                      <a:pt x="859" y="44"/>
                      <a:pt x="891" y="35"/>
                      <a:pt x="911" y="54"/>
                    </a:cubicBezTo>
                    <a:cubicBezTo>
                      <a:pt x="929" y="72"/>
                      <a:pt x="960" y="65"/>
                      <a:pt x="969" y="42"/>
                    </a:cubicBezTo>
                    <a:cubicBezTo>
                      <a:pt x="979" y="16"/>
                      <a:pt x="1013" y="11"/>
                      <a:pt x="1030" y="32"/>
                    </a:cubicBezTo>
                    <a:cubicBezTo>
                      <a:pt x="1047" y="52"/>
                      <a:pt x="1078" y="48"/>
                      <a:pt x="1090" y="26"/>
                    </a:cubicBezTo>
                    <a:cubicBezTo>
                      <a:pt x="1102" y="1"/>
                      <a:pt x="1136" y="0"/>
                      <a:pt x="1151" y="22"/>
                    </a:cubicBezTo>
                    <a:cubicBezTo>
                      <a:pt x="1165" y="44"/>
                      <a:pt x="1197" y="44"/>
                      <a:pt x="1211" y="2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24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4EE8B843-BBA4-6061-E97C-A0F343B45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2040" y="1223010"/>
                <a:ext cx="2323029" cy="2324100"/>
              </a:xfrm>
              <a:custGeom>
                <a:avLst/>
                <a:gdLst>
                  <a:gd name="T0" fmla="*/ 1272 w 2362"/>
                  <a:gd name="T1" fmla="*/ 26 h 2363"/>
                  <a:gd name="T2" fmla="*/ 1451 w 2362"/>
                  <a:gd name="T3" fmla="*/ 54 h 2363"/>
                  <a:gd name="T4" fmla="*/ 1625 w 2362"/>
                  <a:gd name="T5" fmla="*/ 110 h 2363"/>
                  <a:gd name="T6" fmla="*/ 1735 w 2362"/>
                  <a:gd name="T7" fmla="*/ 163 h 2363"/>
                  <a:gd name="T8" fmla="*/ 1886 w 2362"/>
                  <a:gd name="T9" fmla="*/ 261 h 2363"/>
                  <a:gd name="T10" fmla="*/ 2022 w 2362"/>
                  <a:gd name="T11" fmla="*/ 384 h 2363"/>
                  <a:gd name="T12" fmla="*/ 2136 w 2362"/>
                  <a:gd name="T13" fmla="*/ 524 h 2363"/>
                  <a:gd name="T14" fmla="*/ 2199 w 2362"/>
                  <a:gd name="T15" fmla="*/ 628 h 2363"/>
                  <a:gd name="T16" fmla="*/ 2274 w 2362"/>
                  <a:gd name="T17" fmla="*/ 795 h 2363"/>
                  <a:gd name="T18" fmla="*/ 2321 w 2362"/>
                  <a:gd name="T19" fmla="*/ 969 h 2363"/>
                  <a:gd name="T20" fmla="*/ 2337 w 2362"/>
                  <a:gd name="T21" fmla="*/ 1090 h 2363"/>
                  <a:gd name="T22" fmla="*/ 2337 w 2362"/>
                  <a:gd name="T23" fmla="*/ 1273 h 2363"/>
                  <a:gd name="T24" fmla="*/ 2308 w 2362"/>
                  <a:gd name="T25" fmla="*/ 1451 h 2363"/>
                  <a:gd name="T26" fmla="*/ 2274 w 2362"/>
                  <a:gd name="T27" fmla="*/ 1568 h 2363"/>
                  <a:gd name="T28" fmla="*/ 2199 w 2362"/>
                  <a:gd name="T29" fmla="*/ 1735 h 2363"/>
                  <a:gd name="T30" fmla="*/ 2101 w 2362"/>
                  <a:gd name="T31" fmla="*/ 1886 h 2363"/>
                  <a:gd name="T32" fmla="*/ 2022 w 2362"/>
                  <a:gd name="T33" fmla="*/ 1979 h 2363"/>
                  <a:gd name="T34" fmla="*/ 1886 w 2362"/>
                  <a:gd name="T35" fmla="*/ 2101 h 2363"/>
                  <a:gd name="T36" fmla="*/ 1735 w 2362"/>
                  <a:gd name="T37" fmla="*/ 2200 h 2363"/>
                  <a:gd name="T38" fmla="*/ 1625 w 2362"/>
                  <a:gd name="T39" fmla="*/ 2252 h 2363"/>
                  <a:gd name="T40" fmla="*/ 1451 w 2362"/>
                  <a:gd name="T41" fmla="*/ 2308 h 2363"/>
                  <a:gd name="T42" fmla="*/ 1272 w 2362"/>
                  <a:gd name="T43" fmla="*/ 2337 h 2363"/>
                  <a:gd name="T44" fmla="*/ 1090 w 2362"/>
                  <a:gd name="T45" fmla="*/ 2337 h 2363"/>
                  <a:gd name="T46" fmla="*/ 911 w 2362"/>
                  <a:gd name="T47" fmla="*/ 2308 h 2363"/>
                  <a:gd name="T48" fmla="*/ 737 w 2362"/>
                  <a:gd name="T49" fmla="*/ 2252 h 2363"/>
                  <a:gd name="T50" fmla="*/ 576 w 2362"/>
                  <a:gd name="T51" fmla="*/ 2170 h 2363"/>
                  <a:gd name="T52" fmla="*/ 428 w 2362"/>
                  <a:gd name="T53" fmla="*/ 2062 h 2363"/>
                  <a:gd name="T54" fmla="*/ 340 w 2362"/>
                  <a:gd name="T55" fmla="*/ 1979 h 2363"/>
                  <a:gd name="T56" fmla="*/ 226 w 2362"/>
                  <a:gd name="T57" fmla="*/ 1838 h 2363"/>
                  <a:gd name="T58" fmla="*/ 135 w 2362"/>
                  <a:gd name="T59" fmla="*/ 1680 h 2363"/>
                  <a:gd name="T60" fmla="*/ 70 w 2362"/>
                  <a:gd name="T61" fmla="*/ 1511 h 2363"/>
                  <a:gd name="T62" fmla="*/ 41 w 2362"/>
                  <a:gd name="T63" fmla="*/ 1393 h 2363"/>
                  <a:gd name="T64" fmla="*/ 22 w 2362"/>
                  <a:gd name="T65" fmla="*/ 1211 h 2363"/>
                  <a:gd name="T66" fmla="*/ 32 w 2362"/>
                  <a:gd name="T67" fmla="*/ 1030 h 2363"/>
                  <a:gd name="T68" fmla="*/ 70 w 2362"/>
                  <a:gd name="T69" fmla="*/ 851 h 2363"/>
                  <a:gd name="T70" fmla="*/ 135 w 2362"/>
                  <a:gd name="T71" fmla="*/ 683 h 2363"/>
                  <a:gd name="T72" fmla="*/ 192 w 2362"/>
                  <a:gd name="T73" fmla="*/ 576 h 2363"/>
                  <a:gd name="T74" fmla="*/ 300 w 2362"/>
                  <a:gd name="T75" fmla="*/ 428 h 2363"/>
                  <a:gd name="T76" fmla="*/ 428 w 2362"/>
                  <a:gd name="T77" fmla="*/ 300 h 2363"/>
                  <a:gd name="T78" fmla="*/ 576 w 2362"/>
                  <a:gd name="T79" fmla="*/ 193 h 2363"/>
                  <a:gd name="T80" fmla="*/ 737 w 2362"/>
                  <a:gd name="T81" fmla="*/ 110 h 2363"/>
                  <a:gd name="T82" fmla="*/ 851 w 2362"/>
                  <a:gd name="T83" fmla="*/ 70 h 2363"/>
                  <a:gd name="T84" fmla="*/ 1030 w 2362"/>
                  <a:gd name="T85" fmla="*/ 32 h 2363"/>
                  <a:gd name="T86" fmla="*/ 1211 w 2362"/>
                  <a:gd name="T87" fmla="*/ 22 h 2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62" h="2363">
                    <a:moveTo>
                      <a:pt x="1211" y="22"/>
                    </a:moveTo>
                    <a:cubicBezTo>
                      <a:pt x="1211" y="22"/>
                      <a:pt x="1211" y="22"/>
                      <a:pt x="1211" y="22"/>
                    </a:cubicBezTo>
                    <a:cubicBezTo>
                      <a:pt x="1226" y="0"/>
                      <a:pt x="1260" y="1"/>
                      <a:pt x="1272" y="26"/>
                    </a:cubicBezTo>
                    <a:cubicBezTo>
                      <a:pt x="1284" y="48"/>
                      <a:pt x="1315" y="52"/>
                      <a:pt x="1332" y="32"/>
                    </a:cubicBezTo>
                    <a:cubicBezTo>
                      <a:pt x="1349" y="11"/>
                      <a:pt x="1383" y="16"/>
                      <a:pt x="1393" y="42"/>
                    </a:cubicBezTo>
                    <a:cubicBezTo>
                      <a:pt x="1402" y="65"/>
                      <a:pt x="1433" y="72"/>
                      <a:pt x="1451" y="54"/>
                    </a:cubicBezTo>
                    <a:cubicBezTo>
                      <a:pt x="1471" y="35"/>
                      <a:pt x="1503" y="44"/>
                      <a:pt x="1511" y="70"/>
                    </a:cubicBezTo>
                    <a:cubicBezTo>
                      <a:pt x="1518" y="95"/>
                      <a:pt x="1547" y="104"/>
                      <a:pt x="1567" y="88"/>
                    </a:cubicBezTo>
                    <a:cubicBezTo>
                      <a:pt x="1589" y="71"/>
                      <a:pt x="1620" y="84"/>
                      <a:pt x="1625" y="110"/>
                    </a:cubicBezTo>
                    <a:cubicBezTo>
                      <a:pt x="1629" y="136"/>
                      <a:pt x="1658" y="148"/>
                      <a:pt x="1680" y="135"/>
                    </a:cubicBezTo>
                    <a:cubicBezTo>
                      <a:pt x="1680" y="135"/>
                      <a:pt x="1680" y="135"/>
                      <a:pt x="1680" y="135"/>
                    </a:cubicBezTo>
                    <a:cubicBezTo>
                      <a:pt x="1703" y="120"/>
                      <a:pt x="1733" y="136"/>
                      <a:pt x="1735" y="163"/>
                    </a:cubicBezTo>
                    <a:cubicBezTo>
                      <a:pt x="1736" y="188"/>
                      <a:pt x="1763" y="204"/>
                      <a:pt x="1786" y="193"/>
                    </a:cubicBezTo>
                    <a:cubicBezTo>
                      <a:pt x="1811" y="180"/>
                      <a:pt x="1839" y="199"/>
                      <a:pt x="1838" y="226"/>
                    </a:cubicBezTo>
                    <a:cubicBezTo>
                      <a:pt x="1837" y="252"/>
                      <a:pt x="1862" y="270"/>
                      <a:pt x="1886" y="261"/>
                    </a:cubicBezTo>
                    <a:cubicBezTo>
                      <a:pt x="1912" y="252"/>
                      <a:pt x="1938" y="273"/>
                      <a:pt x="1934" y="300"/>
                    </a:cubicBezTo>
                    <a:cubicBezTo>
                      <a:pt x="1930" y="325"/>
                      <a:pt x="1954" y="346"/>
                      <a:pt x="1979" y="340"/>
                    </a:cubicBezTo>
                    <a:cubicBezTo>
                      <a:pt x="2005" y="333"/>
                      <a:pt x="2029" y="357"/>
                      <a:pt x="2022" y="384"/>
                    </a:cubicBezTo>
                    <a:cubicBezTo>
                      <a:pt x="2016" y="408"/>
                      <a:pt x="2037" y="432"/>
                      <a:pt x="2062" y="428"/>
                    </a:cubicBezTo>
                    <a:cubicBezTo>
                      <a:pt x="2089" y="424"/>
                      <a:pt x="2110" y="450"/>
                      <a:pt x="2101" y="476"/>
                    </a:cubicBezTo>
                    <a:cubicBezTo>
                      <a:pt x="2092" y="500"/>
                      <a:pt x="2110" y="525"/>
                      <a:pt x="2136" y="524"/>
                    </a:cubicBezTo>
                    <a:cubicBezTo>
                      <a:pt x="2163" y="523"/>
                      <a:pt x="2182" y="552"/>
                      <a:pt x="2170" y="576"/>
                    </a:cubicBezTo>
                    <a:cubicBezTo>
                      <a:pt x="2170" y="576"/>
                      <a:pt x="2170" y="576"/>
                      <a:pt x="2170" y="576"/>
                    </a:cubicBezTo>
                    <a:cubicBezTo>
                      <a:pt x="2158" y="599"/>
                      <a:pt x="2174" y="626"/>
                      <a:pt x="2199" y="628"/>
                    </a:cubicBezTo>
                    <a:cubicBezTo>
                      <a:pt x="2227" y="629"/>
                      <a:pt x="2242" y="660"/>
                      <a:pt x="2227" y="683"/>
                    </a:cubicBezTo>
                    <a:cubicBezTo>
                      <a:pt x="2214" y="704"/>
                      <a:pt x="2226" y="733"/>
                      <a:pt x="2252" y="737"/>
                    </a:cubicBezTo>
                    <a:cubicBezTo>
                      <a:pt x="2279" y="742"/>
                      <a:pt x="2291" y="773"/>
                      <a:pt x="2274" y="795"/>
                    </a:cubicBezTo>
                    <a:cubicBezTo>
                      <a:pt x="2258" y="815"/>
                      <a:pt x="2268" y="845"/>
                      <a:pt x="2292" y="851"/>
                    </a:cubicBezTo>
                    <a:cubicBezTo>
                      <a:pt x="2318" y="859"/>
                      <a:pt x="2327" y="892"/>
                      <a:pt x="2308" y="911"/>
                    </a:cubicBezTo>
                    <a:cubicBezTo>
                      <a:pt x="2290" y="929"/>
                      <a:pt x="2297" y="960"/>
                      <a:pt x="2321" y="969"/>
                    </a:cubicBezTo>
                    <a:cubicBezTo>
                      <a:pt x="2321" y="969"/>
                      <a:pt x="2321" y="969"/>
                      <a:pt x="2321" y="969"/>
                    </a:cubicBezTo>
                    <a:cubicBezTo>
                      <a:pt x="2346" y="979"/>
                      <a:pt x="2351" y="1013"/>
                      <a:pt x="2330" y="1030"/>
                    </a:cubicBezTo>
                    <a:cubicBezTo>
                      <a:pt x="2311" y="1047"/>
                      <a:pt x="2314" y="1078"/>
                      <a:pt x="2337" y="1090"/>
                    </a:cubicBezTo>
                    <a:cubicBezTo>
                      <a:pt x="2361" y="1102"/>
                      <a:pt x="2362" y="1136"/>
                      <a:pt x="2340" y="1151"/>
                    </a:cubicBezTo>
                    <a:cubicBezTo>
                      <a:pt x="2318" y="1165"/>
                      <a:pt x="2318" y="1197"/>
                      <a:pt x="2340" y="1211"/>
                    </a:cubicBezTo>
                    <a:cubicBezTo>
                      <a:pt x="2362" y="1226"/>
                      <a:pt x="2361" y="1260"/>
                      <a:pt x="2337" y="1273"/>
                    </a:cubicBezTo>
                    <a:cubicBezTo>
                      <a:pt x="2314" y="1284"/>
                      <a:pt x="2311" y="1316"/>
                      <a:pt x="2330" y="1332"/>
                    </a:cubicBezTo>
                    <a:cubicBezTo>
                      <a:pt x="2351" y="1349"/>
                      <a:pt x="2346" y="1383"/>
                      <a:pt x="2321" y="1393"/>
                    </a:cubicBezTo>
                    <a:cubicBezTo>
                      <a:pt x="2297" y="1402"/>
                      <a:pt x="2290" y="1433"/>
                      <a:pt x="2308" y="1451"/>
                    </a:cubicBezTo>
                    <a:cubicBezTo>
                      <a:pt x="2308" y="1451"/>
                      <a:pt x="2308" y="1451"/>
                      <a:pt x="2308" y="1451"/>
                    </a:cubicBezTo>
                    <a:cubicBezTo>
                      <a:pt x="2327" y="1471"/>
                      <a:pt x="2318" y="1503"/>
                      <a:pt x="2292" y="1511"/>
                    </a:cubicBezTo>
                    <a:cubicBezTo>
                      <a:pt x="2268" y="1518"/>
                      <a:pt x="2258" y="1548"/>
                      <a:pt x="2274" y="1568"/>
                    </a:cubicBezTo>
                    <a:cubicBezTo>
                      <a:pt x="2291" y="1589"/>
                      <a:pt x="2279" y="1621"/>
                      <a:pt x="2252" y="1625"/>
                    </a:cubicBezTo>
                    <a:cubicBezTo>
                      <a:pt x="2226" y="1629"/>
                      <a:pt x="2214" y="1658"/>
                      <a:pt x="2227" y="1680"/>
                    </a:cubicBezTo>
                    <a:cubicBezTo>
                      <a:pt x="2242" y="1703"/>
                      <a:pt x="2227" y="1733"/>
                      <a:pt x="2199" y="1735"/>
                    </a:cubicBezTo>
                    <a:cubicBezTo>
                      <a:pt x="2174" y="1736"/>
                      <a:pt x="2158" y="1763"/>
                      <a:pt x="2170" y="1786"/>
                    </a:cubicBezTo>
                    <a:cubicBezTo>
                      <a:pt x="2182" y="1811"/>
                      <a:pt x="2163" y="1839"/>
                      <a:pt x="2136" y="1838"/>
                    </a:cubicBezTo>
                    <a:cubicBezTo>
                      <a:pt x="2110" y="1837"/>
                      <a:pt x="2092" y="1862"/>
                      <a:pt x="2101" y="1886"/>
                    </a:cubicBezTo>
                    <a:cubicBezTo>
                      <a:pt x="2110" y="1912"/>
                      <a:pt x="2089" y="1938"/>
                      <a:pt x="2062" y="1934"/>
                    </a:cubicBezTo>
                    <a:cubicBezTo>
                      <a:pt x="2037" y="1931"/>
                      <a:pt x="2016" y="1954"/>
                      <a:pt x="2022" y="1979"/>
                    </a:cubicBezTo>
                    <a:cubicBezTo>
                      <a:pt x="2022" y="1979"/>
                      <a:pt x="2022" y="1979"/>
                      <a:pt x="2022" y="1979"/>
                    </a:cubicBezTo>
                    <a:cubicBezTo>
                      <a:pt x="2029" y="2005"/>
                      <a:pt x="2005" y="2029"/>
                      <a:pt x="1979" y="2022"/>
                    </a:cubicBezTo>
                    <a:cubicBezTo>
                      <a:pt x="1954" y="2016"/>
                      <a:pt x="1930" y="2037"/>
                      <a:pt x="1934" y="2062"/>
                    </a:cubicBezTo>
                    <a:cubicBezTo>
                      <a:pt x="1938" y="2089"/>
                      <a:pt x="1912" y="2111"/>
                      <a:pt x="1886" y="2101"/>
                    </a:cubicBezTo>
                    <a:cubicBezTo>
                      <a:pt x="1862" y="2092"/>
                      <a:pt x="1837" y="2111"/>
                      <a:pt x="1838" y="2136"/>
                    </a:cubicBezTo>
                    <a:cubicBezTo>
                      <a:pt x="1839" y="2163"/>
                      <a:pt x="1811" y="2182"/>
                      <a:pt x="1786" y="2170"/>
                    </a:cubicBezTo>
                    <a:cubicBezTo>
                      <a:pt x="1763" y="2158"/>
                      <a:pt x="1736" y="2174"/>
                      <a:pt x="1735" y="2200"/>
                    </a:cubicBezTo>
                    <a:cubicBezTo>
                      <a:pt x="1733" y="2227"/>
                      <a:pt x="1703" y="2242"/>
                      <a:pt x="1680" y="2228"/>
                    </a:cubicBezTo>
                    <a:cubicBezTo>
                      <a:pt x="1680" y="2228"/>
                      <a:pt x="1680" y="2228"/>
                      <a:pt x="1680" y="2228"/>
                    </a:cubicBezTo>
                    <a:cubicBezTo>
                      <a:pt x="1658" y="2214"/>
                      <a:pt x="1629" y="2227"/>
                      <a:pt x="1625" y="2252"/>
                    </a:cubicBezTo>
                    <a:cubicBezTo>
                      <a:pt x="1620" y="2279"/>
                      <a:pt x="1589" y="2291"/>
                      <a:pt x="1567" y="2274"/>
                    </a:cubicBezTo>
                    <a:cubicBezTo>
                      <a:pt x="1547" y="2258"/>
                      <a:pt x="1518" y="2268"/>
                      <a:pt x="1511" y="2292"/>
                    </a:cubicBezTo>
                    <a:cubicBezTo>
                      <a:pt x="1503" y="2319"/>
                      <a:pt x="1471" y="2327"/>
                      <a:pt x="1451" y="2308"/>
                    </a:cubicBezTo>
                    <a:cubicBezTo>
                      <a:pt x="1433" y="2290"/>
                      <a:pt x="1402" y="2297"/>
                      <a:pt x="1393" y="2321"/>
                    </a:cubicBezTo>
                    <a:cubicBezTo>
                      <a:pt x="1383" y="2346"/>
                      <a:pt x="1349" y="2351"/>
                      <a:pt x="1332" y="2330"/>
                    </a:cubicBezTo>
                    <a:cubicBezTo>
                      <a:pt x="1315" y="2311"/>
                      <a:pt x="1284" y="2314"/>
                      <a:pt x="1272" y="2337"/>
                    </a:cubicBezTo>
                    <a:cubicBezTo>
                      <a:pt x="1260" y="2361"/>
                      <a:pt x="1226" y="2363"/>
                      <a:pt x="1211" y="2340"/>
                    </a:cubicBezTo>
                    <a:cubicBezTo>
                      <a:pt x="1197" y="2319"/>
                      <a:pt x="1165" y="2319"/>
                      <a:pt x="1151" y="2340"/>
                    </a:cubicBezTo>
                    <a:cubicBezTo>
                      <a:pt x="1136" y="2363"/>
                      <a:pt x="1102" y="2361"/>
                      <a:pt x="1090" y="2337"/>
                    </a:cubicBezTo>
                    <a:cubicBezTo>
                      <a:pt x="1078" y="2314"/>
                      <a:pt x="1047" y="2311"/>
                      <a:pt x="1030" y="2330"/>
                    </a:cubicBezTo>
                    <a:cubicBezTo>
                      <a:pt x="1013" y="2351"/>
                      <a:pt x="979" y="2346"/>
                      <a:pt x="969" y="2321"/>
                    </a:cubicBezTo>
                    <a:cubicBezTo>
                      <a:pt x="960" y="2297"/>
                      <a:pt x="929" y="2290"/>
                      <a:pt x="911" y="2308"/>
                    </a:cubicBezTo>
                    <a:cubicBezTo>
                      <a:pt x="891" y="2327"/>
                      <a:pt x="859" y="2319"/>
                      <a:pt x="851" y="2292"/>
                    </a:cubicBezTo>
                    <a:cubicBezTo>
                      <a:pt x="844" y="2268"/>
                      <a:pt x="815" y="2258"/>
                      <a:pt x="795" y="2274"/>
                    </a:cubicBezTo>
                    <a:cubicBezTo>
                      <a:pt x="773" y="2291"/>
                      <a:pt x="742" y="2279"/>
                      <a:pt x="737" y="2252"/>
                    </a:cubicBezTo>
                    <a:cubicBezTo>
                      <a:pt x="733" y="2227"/>
                      <a:pt x="704" y="2214"/>
                      <a:pt x="682" y="2228"/>
                    </a:cubicBezTo>
                    <a:cubicBezTo>
                      <a:pt x="659" y="2242"/>
                      <a:pt x="629" y="2227"/>
                      <a:pt x="627" y="2200"/>
                    </a:cubicBezTo>
                    <a:cubicBezTo>
                      <a:pt x="626" y="2174"/>
                      <a:pt x="599" y="2158"/>
                      <a:pt x="576" y="2170"/>
                    </a:cubicBezTo>
                    <a:cubicBezTo>
                      <a:pt x="551" y="2182"/>
                      <a:pt x="523" y="2163"/>
                      <a:pt x="524" y="2136"/>
                    </a:cubicBezTo>
                    <a:cubicBezTo>
                      <a:pt x="525" y="2111"/>
                      <a:pt x="500" y="2092"/>
                      <a:pt x="476" y="2101"/>
                    </a:cubicBezTo>
                    <a:cubicBezTo>
                      <a:pt x="450" y="2111"/>
                      <a:pt x="424" y="2089"/>
                      <a:pt x="428" y="2062"/>
                    </a:cubicBezTo>
                    <a:cubicBezTo>
                      <a:pt x="432" y="2037"/>
                      <a:pt x="408" y="2016"/>
                      <a:pt x="383" y="2022"/>
                    </a:cubicBezTo>
                    <a:cubicBezTo>
                      <a:pt x="357" y="2029"/>
                      <a:pt x="333" y="2005"/>
                      <a:pt x="340" y="1979"/>
                    </a:cubicBezTo>
                    <a:cubicBezTo>
                      <a:pt x="340" y="1979"/>
                      <a:pt x="340" y="1979"/>
                      <a:pt x="340" y="1979"/>
                    </a:cubicBezTo>
                    <a:cubicBezTo>
                      <a:pt x="346" y="1954"/>
                      <a:pt x="325" y="1931"/>
                      <a:pt x="300" y="1934"/>
                    </a:cubicBezTo>
                    <a:cubicBezTo>
                      <a:pt x="273" y="1938"/>
                      <a:pt x="252" y="1912"/>
                      <a:pt x="261" y="1886"/>
                    </a:cubicBezTo>
                    <a:cubicBezTo>
                      <a:pt x="270" y="1862"/>
                      <a:pt x="252" y="1837"/>
                      <a:pt x="226" y="1838"/>
                    </a:cubicBezTo>
                    <a:cubicBezTo>
                      <a:pt x="199" y="1839"/>
                      <a:pt x="180" y="1811"/>
                      <a:pt x="192" y="1786"/>
                    </a:cubicBezTo>
                    <a:cubicBezTo>
                      <a:pt x="204" y="1763"/>
                      <a:pt x="188" y="1736"/>
                      <a:pt x="163" y="1735"/>
                    </a:cubicBezTo>
                    <a:cubicBezTo>
                      <a:pt x="135" y="1733"/>
                      <a:pt x="120" y="1703"/>
                      <a:pt x="135" y="1680"/>
                    </a:cubicBezTo>
                    <a:cubicBezTo>
                      <a:pt x="148" y="1658"/>
                      <a:pt x="136" y="1629"/>
                      <a:pt x="110" y="1625"/>
                    </a:cubicBezTo>
                    <a:cubicBezTo>
                      <a:pt x="83" y="1621"/>
                      <a:pt x="71" y="1589"/>
                      <a:pt x="88" y="1568"/>
                    </a:cubicBezTo>
                    <a:cubicBezTo>
                      <a:pt x="104" y="1548"/>
                      <a:pt x="94" y="1518"/>
                      <a:pt x="70" y="1511"/>
                    </a:cubicBezTo>
                    <a:cubicBezTo>
                      <a:pt x="44" y="1503"/>
                      <a:pt x="35" y="1471"/>
                      <a:pt x="54" y="1451"/>
                    </a:cubicBezTo>
                    <a:cubicBezTo>
                      <a:pt x="54" y="1451"/>
                      <a:pt x="54" y="1451"/>
                      <a:pt x="54" y="1451"/>
                    </a:cubicBezTo>
                    <a:cubicBezTo>
                      <a:pt x="72" y="1433"/>
                      <a:pt x="65" y="1402"/>
                      <a:pt x="41" y="1393"/>
                    </a:cubicBezTo>
                    <a:cubicBezTo>
                      <a:pt x="16" y="1383"/>
                      <a:pt x="11" y="1349"/>
                      <a:pt x="32" y="1332"/>
                    </a:cubicBezTo>
                    <a:cubicBezTo>
                      <a:pt x="51" y="1316"/>
                      <a:pt x="48" y="1284"/>
                      <a:pt x="25" y="1273"/>
                    </a:cubicBezTo>
                    <a:cubicBezTo>
                      <a:pt x="1" y="1260"/>
                      <a:pt x="0" y="1226"/>
                      <a:pt x="22" y="1211"/>
                    </a:cubicBezTo>
                    <a:cubicBezTo>
                      <a:pt x="44" y="1197"/>
                      <a:pt x="44" y="1165"/>
                      <a:pt x="22" y="1151"/>
                    </a:cubicBezTo>
                    <a:cubicBezTo>
                      <a:pt x="0" y="1136"/>
                      <a:pt x="1" y="1102"/>
                      <a:pt x="25" y="1090"/>
                    </a:cubicBezTo>
                    <a:cubicBezTo>
                      <a:pt x="48" y="1078"/>
                      <a:pt x="51" y="1047"/>
                      <a:pt x="32" y="1030"/>
                    </a:cubicBezTo>
                    <a:cubicBezTo>
                      <a:pt x="11" y="1013"/>
                      <a:pt x="16" y="979"/>
                      <a:pt x="41" y="969"/>
                    </a:cubicBezTo>
                    <a:cubicBezTo>
                      <a:pt x="65" y="960"/>
                      <a:pt x="72" y="929"/>
                      <a:pt x="54" y="911"/>
                    </a:cubicBezTo>
                    <a:cubicBezTo>
                      <a:pt x="35" y="892"/>
                      <a:pt x="44" y="859"/>
                      <a:pt x="70" y="851"/>
                    </a:cubicBezTo>
                    <a:cubicBezTo>
                      <a:pt x="94" y="845"/>
                      <a:pt x="104" y="815"/>
                      <a:pt x="88" y="795"/>
                    </a:cubicBezTo>
                    <a:cubicBezTo>
                      <a:pt x="71" y="773"/>
                      <a:pt x="83" y="742"/>
                      <a:pt x="110" y="737"/>
                    </a:cubicBezTo>
                    <a:cubicBezTo>
                      <a:pt x="136" y="733"/>
                      <a:pt x="148" y="704"/>
                      <a:pt x="135" y="683"/>
                    </a:cubicBezTo>
                    <a:cubicBezTo>
                      <a:pt x="120" y="660"/>
                      <a:pt x="135" y="629"/>
                      <a:pt x="163" y="628"/>
                    </a:cubicBezTo>
                    <a:cubicBezTo>
                      <a:pt x="188" y="626"/>
                      <a:pt x="204" y="599"/>
                      <a:pt x="192" y="576"/>
                    </a:cubicBezTo>
                    <a:cubicBezTo>
                      <a:pt x="192" y="576"/>
                      <a:pt x="192" y="576"/>
                      <a:pt x="192" y="576"/>
                    </a:cubicBezTo>
                    <a:cubicBezTo>
                      <a:pt x="180" y="552"/>
                      <a:pt x="199" y="523"/>
                      <a:pt x="226" y="524"/>
                    </a:cubicBezTo>
                    <a:cubicBezTo>
                      <a:pt x="252" y="525"/>
                      <a:pt x="270" y="500"/>
                      <a:pt x="261" y="476"/>
                    </a:cubicBezTo>
                    <a:cubicBezTo>
                      <a:pt x="252" y="450"/>
                      <a:pt x="273" y="424"/>
                      <a:pt x="300" y="428"/>
                    </a:cubicBezTo>
                    <a:cubicBezTo>
                      <a:pt x="325" y="432"/>
                      <a:pt x="346" y="408"/>
                      <a:pt x="340" y="384"/>
                    </a:cubicBezTo>
                    <a:cubicBezTo>
                      <a:pt x="333" y="357"/>
                      <a:pt x="357" y="333"/>
                      <a:pt x="383" y="340"/>
                    </a:cubicBezTo>
                    <a:cubicBezTo>
                      <a:pt x="408" y="346"/>
                      <a:pt x="432" y="325"/>
                      <a:pt x="428" y="300"/>
                    </a:cubicBezTo>
                    <a:cubicBezTo>
                      <a:pt x="424" y="273"/>
                      <a:pt x="450" y="252"/>
                      <a:pt x="476" y="261"/>
                    </a:cubicBezTo>
                    <a:cubicBezTo>
                      <a:pt x="500" y="270"/>
                      <a:pt x="525" y="252"/>
                      <a:pt x="524" y="226"/>
                    </a:cubicBezTo>
                    <a:cubicBezTo>
                      <a:pt x="523" y="199"/>
                      <a:pt x="551" y="180"/>
                      <a:pt x="576" y="193"/>
                    </a:cubicBezTo>
                    <a:cubicBezTo>
                      <a:pt x="599" y="204"/>
                      <a:pt x="626" y="188"/>
                      <a:pt x="627" y="163"/>
                    </a:cubicBezTo>
                    <a:cubicBezTo>
                      <a:pt x="629" y="136"/>
                      <a:pt x="659" y="120"/>
                      <a:pt x="682" y="135"/>
                    </a:cubicBezTo>
                    <a:cubicBezTo>
                      <a:pt x="704" y="148"/>
                      <a:pt x="733" y="136"/>
                      <a:pt x="737" y="110"/>
                    </a:cubicBezTo>
                    <a:cubicBezTo>
                      <a:pt x="742" y="84"/>
                      <a:pt x="773" y="71"/>
                      <a:pt x="795" y="88"/>
                    </a:cubicBezTo>
                    <a:cubicBezTo>
                      <a:pt x="815" y="104"/>
                      <a:pt x="844" y="95"/>
                      <a:pt x="851" y="70"/>
                    </a:cubicBezTo>
                    <a:cubicBezTo>
                      <a:pt x="851" y="70"/>
                      <a:pt x="851" y="70"/>
                      <a:pt x="851" y="70"/>
                    </a:cubicBezTo>
                    <a:cubicBezTo>
                      <a:pt x="859" y="44"/>
                      <a:pt x="891" y="35"/>
                      <a:pt x="911" y="54"/>
                    </a:cubicBezTo>
                    <a:cubicBezTo>
                      <a:pt x="929" y="72"/>
                      <a:pt x="960" y="65"/>
                      <a:pt x="969" y="42"/>
                    </a:cubicBezTo>
                    <a:cubicBezTo>
                      <a:pt x="979" y="16"/>
                      <a:pt x="1013" y="11"/>
                      <a:pt x="1030" y="32"/>
                    </a:cubicBezTo>
                    <a:cubicBezTo>
                      <a:pt x="1047" y="52"/>
                      <a:pt x="1078" y="48"/>
                      <a:pt x="1090" y="26"/>
                    </a:cubicBezTo>
                    <a:cubicBezTo>
                      <a:pt x="1102" y="1"/>
                      <a:pt x="1136" y="0"/>
                      <a:pt x="1151" y="22"/>
                    </a:cubicBezTo>
                    <a:cubicBezTo>
                      <a:pt x="1165" y="44"/>
                      <a:pt x="1197" y="44"/>
                      <a:pt x="1211" y="2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24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8B051629-B305-0CF2-CE27-40C6D104F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6930" y="1223010"/>
                <a:ext cx="2323029" cy="2324100"/>
              </a:xfrm>
              <a:custGeom>
                <a:avLst/>
                <a:gdLst>
                  <a:gd name="T0" fmla="*/ 1272 w 2362"/>
                  <a:gd name="T1" fmla="*/ 26 h 2363"/>
                  <a:gd name="T2" fmla="*/ 1451 w 2362"/>
                  <a:gd name="T3" fmla="*/ 54 h 2363"/>
                  <a:gd name="T4" fmla="*/ 1625 w 2362"/>
                  <a:gd name="T5" fmla="*/ 110 h 2363"/>
                  <a:gd name="T6" fmla="*/ 1735 w 2362"/>
                  <a:gd name="T7" fmla="*/ 163 h 2363"/>
                  <a:gd name="T8" fmla="*/ 1886 w 2362"/>
                  <a:gd name="T9" fmla="*/ 261 h 2363"/>
                  <a:gd name="T10" fmla="*/ 2022 w 2362"/>
                  <a:gd name="T11" fmla="*/ 384 h 2363"/>
                  <a:gd name="T12" fmla="*/ 2136 w 2362"/>
                  <a:gd name="T13" fmla="*/ 524 h 2363"/>
                  <a:gd name="T14" fmla="*/ 2199 w 2362"/>
                  <a:gd name="T15" fmla="*/ 628 h 2363"/>
                  <a:gd name="T16" fmla="*/ 2274 w 2362"/>
                  <a:gd name="T17" fmla="*/ 795 h 2363"/>
                  <a:gd name="T18" fmla="*/ 2321 w 2362"/>
                  <a:gd name="T19" fmla="*/ 969 h 2363"/>
                  <a:gd name="T20" fmla="*/ 2337 w 2362"/>
                  <a:gd name="T21" fmla="*/ 1090 h 2363"/>
                  <a:gd name="T22" fmla="*/ 2337 w 2362"/>
                  <a:gd name="T23" fmla="*/ 1273 h 2363"/>
                  <a:gd name="T24" fmla="*/ 2308 w 2362"/>
                  <a:gd name="T25" fmla="*/ 1451 h 2363"/>
                  <a:gd name="T26" fmla="*/ 2274 w 2362"/>
                  <a:gd name="T27" fmla="*/ 1568 h 2363"/>
                  <a:gd name="T28" fmla="*/ 2199 w 2362"/>
                  <a:gd name="T29" fmla="*/ 1735 h 2363"/>
                  <a:gd name="T30" fmla="*/ 2101 w 2362"/>
                  <a:gd name="T31" fmla="*/ 1886 h 2363"/>
                  <a:gd name="T32" fmla="*/ 2022 w 2362"/>
                  <a:gd name="T33" fmla="*/ 1979 h 2363"/>
                  <a:gd name="T34" fmla="*/ 1886 w 2362"/>
                  <a:gd name="T35" fmla="*/ 2101 h 2363"/>
                  <a:gd name="T36" fmla="*/ 1735 w 2362"/>
                  <a:gd name="T37" fmla="*/ 2200 h 2363"/>
                  <a:gd name="T38" fmla="*/ 1625 w 2362"/>
                  <a:gd name="T39" fmla="*/ 2252 h 2363"/>
                  <a:gd name="T40" fmla="*/ 1451 w 2362"/>
                  <a:gd name="T41" fmla="*/ 2308 h 2363"/>
                  <a:gd name="T42" fmla="*/ 1272 w 2362"/>
                  <a:gd name="T43" fmla="*/ 2337 h 2363"/>
                  <a:gd name="T44" fmla="*/ 1090 w 2362"/>
                  <a:gd name="T45" fmla="*/ 2337 h 2363"/>
                  <a:gd name="T46" fmla="*/ 911 w 2362"/>
                  <a:gd name="T47" fmla="*/ 2308 h 2363"/>
                  <a:gd name="T48" fmla="*/ 737 w 2362"/>
                  <a:gd name="T49" fmla="*/ 2252 h 2363"/>
                  <a:gd name="T50" fmla="*/ 576 w 2362"/>
                  <a:gd name="T51" fmla="*/ 2170 h 2363"/>
                  <a:gd name="T52" fmla="*/ 428 w 2362"/>
                  <a:gd name="T53" fmla="*/ 2062 h 2363"/>
                  <a:gd name="T54" fmla="*/ 340 w 2362"/>
                  <a:gd name="T55" fmla="*/ 1979 h 2363"/>
                  <a:gd name="T56" fmla="*/ 226 w 2362"/>
                  <a:gd name="T57" fmla="*/ 1838 h 2363"/>
                  <a:gd name="T58" fmla="*/ 135 w 2362"/>
                  <a:gd name="T59" fmla="*/ 1680 h 2363"/>
                  <a:gd name="T60" fmla="*/ 70 w 2362"/>
                  <a:gd name="T61" fmla="*/ 1511 h 2363"/>
                  <a:gd name="T62" fmla="*/ 41 w 2362"/>
                  <a:gd name="T63" fmla="*/ 1393 h 2363"/>
                  <a:gd name="T64" fmla="*/ 22 w 2362"/>
                  <a:gd name="T65" fmla="*/ 1211 h 2363"/>
                  <a:gd name="T66" fmla="*/ 32 w 2362"/>
                  <a:gd name="T67" fmla="*/ 1030 h 2363"/>
                  <a:gd name="T68" fmla="*/ 70 w 2362"/>
                  <a:gd name="T69" fmla="*/ 851 h 2363"/>
                  <a:gd name="T70" fmla="*/ 135 w 2362"/>
                  <a:gd name="T71" fmla="*/ 683 h 2363"/>
                  <a:gd name="T72" fmla="*/ 192 w 2362"/>
                  <a:gd name="T73" fmla="*/ 576 h 2363"/>
                  <a:gd name="T74" fmla="*/ 300 w 2362"/>
                  <a:gd name="T75" fmla="*/ 428 h 2363"/>
                  <a:gd name="T76" fmla="*/ 428 w 2362"/>
                  <a:gd name="T77" fmla="*/ 300 h 2363"/>
                  <a:gd name="T78" fmla="*/ 576 w 2362"/>
                  <a:gd name="T79" fmla="*/ 193 h 2363"/>
                  <a:gd name="T80" fmla="*/ 737 w 2362"/>
                  <a:gd name="T81" fmla="*/ 110 h 2363"/>
                  <a:gd name="T82" fmla="*/ 851 w 2362"/>
                  <a:gd name="T83" fmla="*/ 70 h 2363"/>
                  <a:gd name="T84" fmla="*/ 1030 w 2362"/>
                  <a:gd name="T85" fmla="*/ 32 h 2363"/>
                  <a:gd name="T86" fmla="*/ 1211 w 2362"/>
                  <a:gd name="T87" fmla="*/ 22 h 2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62" h="2363">
                    <a:moveTo>
                      <a:pt x="1211" y="22"/>
                    </a:moveTo>
                    <a:cubicBezTo>
                      <a:pt x="1211" y="22"/>
                      <a:pt x="1211" y="22"/>
                      <a:pt x="1211" y="22"/>
                    </a:cubicBezTo>
                    <a:cubicBezTo>
                      <a:pt x="1226" y="0"/>
                      <a:pt x="1260" y="1"/>
                      <a:pt x="1272" y="26"/>
                    </a:cubicBezTo>
                    <a:cubicBezTo>
                      <a:pt x="1284" y="48"/>
                      <a:pt x="1315" y="52"/>
                      <a:pt x="1332" y="32"/>
                    </a:cubicBezTo>
                    <a:cubicBezTo>
                      <a:pt x="1349" y="11"/>
                      <a:pt x="1383" y="16"/>
                      <a:pt x="1393" y="42"/>
                    </a:cubicBezTo>
                    <a:cubicBezTo>
                      <a:pt x="1402" y="65"/>
                      <a:pt x="1433" y="72"/>
                      <a:pt x="1451" y="54"/>
                    </a:cubicBezTo>
                    <a:cubicBezTo>
                      <a:pt x="1471" y="35"/>
                      <a:pt x="1503" y="44"/>
                      <a:pt x="1511" y="70"/>
                    </a:cubicBezTo>
                    <a:cubicBezTo>
                      <a:pt x="1518" y="95"/>
                      <a:pt x="1547" y="104"/>
                      <a:pt x="1567" y="88"/>
                    </a:cubicBezTo>
                    <a:cubicBezTo>
                      <a:pt x="1589" y="71"/>
                      <a:pt x="1620" y="84"/>
                      <a:pt x="1625" y="110"/>
                    </a:cubicBezTo>
                    <a:cubicBezTo>
                      <a:pt x="1629" y="136"/>
                      <a:pt x="1658" y="148"/>
                      <a:pt x="1680" y="135"/>
                    </a:cubicBezTo>
                    <a:cubicBezTo>
                      <a:pt x="1680" y="135"/>
                      <a:pt x="1680" y="135"/>
                      <a:pt x="1680" y="135"/>
                    </a:cubicBezTo>
                    <a:cubicBezTo>
                      <a:pt x="1703" y="120"/>
                      <a:pt x="1733" y="136"/>
                      <a:pt x="1735" y="163"/>
                    </a:cubicBezTo>
                    <a:cubicBezTo>
                      <a:pt x="1736" y="188"/>
                      <a:pt x="1763" y="204"/>
                      <a:pt x="1786" y="193"/>
                    </a:cubicBezTo>
                    <a:cubicBezTo>
                      <a:pt x="1811" y="180"/>
                      <a:pt x="1839" y="199"/>
                      <a:pt x="1838" y="226"/>
                    </a:cubicBezTo>
                    <a:cubicBezTo>
                      <a:pt x="1837" y="252"/>
                      <a:pt x="1862" y="270"/>
                      <a:pt x="1886" y="261"/>
                    </a:cubicBezTo>
                    <a:cubicBezTo>
                      <a:pt x="1912" y="252"/>
                      <a:pt x="1938" y="273"/>
                      <a:pt x="1934" y="300"/>
                    </a:cubicBezTo>
                    <a:cubicBezTo>
                      <a:pt x="1930" y="325"/>
                      <a:pt x="1954" y="346"/>
                      <a:pt x="1979" y="340"/>
                    </a:cubicBezTo>
                    <a:cubicBezTo>
                      <a:pt x="2005" y="333"/>
                      <a:pt x="2029" y="357"/>
                      <a:pt x="2022" y="384"/>
                    </a:cubicBezTo>
                    <a:cubicBezTo>
                      <a:pt x="2016" y="408"/>
                      <a:pt x="2037" y="432"/>
                      <a:pt x="2062" y="428"/>
                    </a:cubicBezTo>
                    <a:cubicBezTo>
                      <a:pt x="2089" y="424"/>
                      <a:pt x="2110" y="450"/>
                      <a:pt x="2101" y="476"/>
                    </a:cubicBezTo>
                    <a:cubicBezTo>
                      <a:pt x="2092" y="500"/>
                      <a:pt x="2110" y="525"/>
                      <a:pt x="2136" y="524"/>
                    </a:cubicBezTo>
                    <a:cubicBezTo>
                      <a:pt x="2163" y="523"/>
                      <a:pt x="2182" y="552"/>
                      <a:pt x="2170" y="576"/>
                    </a:cubicBezTo>
                    <a:cubicBezTo>
                      <a:pt x="2170" y="576"/>
                      <a:pt x="2170" y="576"/>
                      <a:pt x="2170" y="576"/>
                    </a:cubicBezTo>
                    <a:cubicBezTo>
                      <a:pt x="2158" y="599"/>
                      <a:pt x="2174" y="626"/>
                      <a:pt x="2199" y="628"/>
                    </a:cubicBezTo>
                    <a:cubicBezTo>
                      <a:pt x="2227" y="629"/>
                      <a:pt x="2242" y="660"/>
                      <a:pt x="2227" y="683"/>
                    </a:cubicBezTo>
                    <a:cubicBezTo>
                      <a:pt x="2214" y="704"/>
                      <a:pt x="2226" y="733"/>
                      <a:pt x="2252" y="737"/>
                    </a:cubicBezTo>
                    <a:cubicBezTo>
                      <a:pt x="2279" y="742"/>
                      <a:pt x="2291" y="773"/>
                      <a:pt x="2274" y="795"/>
                    </a:cubicBezTo>
                    <a:cubicBezTo>
                      <a:pt x="2258" y="815"/>
                      <a:pt x="2268" y="845"/>
                      <a:pt x="2292" y="851"/>
                    </a:cubicBezTo>
                    <a:cubicBezTo>
                      <a:pt x="2318" y="859"/>
                      <a:pt x="2327" y="892"/>
                      <a:pt x="2308" y="911"/>
                    </a:cubicBezTo>
                    <a:cubicBezTo>
                      <a:pt x="2290" y="929"/>
                      <a:pt x="2297" y="960"/>
                      <a:pt x="2321" y="969"/>
                    </a:cubicBezTo>
                    <a:cubicBezTo>
                      <a:pt x="2321" y="969"/>
                      <a:pt x="2321" y="969"/>
                      <a:pt x="2321" y="969"/>
                    </a:cubicBezTo>
                    <a:cubicBezTo>
                      <a:pt x="2346" y="979"/>
                      <a:pt x="2351" y="1013"/>
                      <a:pt x="2330" y="1030"/>
                    </a:cubicBezTo>
                    <a:cubicBezTo>
                      <a:pt x="2311" y="1047"/>
                      <a:pt x="2314" y="1078"/>
                      <a:pt x="2337" y="1090"/>
                    </a:cubicBezTo>
                    <a:cubicBezTo>
                      <a:pt x="2361" y="1102"/>
                      <a:pt x="2362" y="1136"/>
                      <a:pt x="2340" y="1151"/>
                    </a:cubicBezTo>
                    <a:cubicBezTo>
                      <a:pt x="2318" y="1165"/>
                      <a:pt x="2318" y="1197"/>
                      <a:pt x="2340" y="1211"/>
                    </a:cubicBezTo>
                    <a:cubicBezTo>
                      <a:pt x="2362" y="1226"/>
                      <a:pt x="2361" y="1260"/>
                      <a:pt x="2337" y="1273"/>
                    </a:cubicBezTo>
                    <a:cubicBezTo>
                      <a:pt x="2314" y="1284"/>
                      <a:pt x="2311" y="1316"/>
                      <a:pt x="2330" y="1332"/>
                    </a:cubicBezTo>
                    <a:cubicBezTo>
                      <a:pt x="2351" y="1349"/>
                      <a:pt x="2346" y="1383"/>
                      <a:pt x="2321" y="1393"/>
                    </a:cubicBezTo>
                    <a:cubicBezTo>
                      <a:pt x="2297" y="1402"/>
                      <a:pt x="2290" y="1433"/>
                      <a:pt x="2308" y="1451"/>
                    </a:cubicBezTo>
                    <a:cubicBezTo>
                      <a:pt x="2308" y="1451"/>
                      <a:pt x="2308" y="1451"/>
                      <a:pt x="2308" y="1451"/>
                    </a:cubicBezTo>
                    <a:cubicBezTo>
                      <a:pt x="2327" y="1471"/>
                      <a:pt x="2318" y="1503"/>
                      <a:pt x="2292" y="1511"/>
                    </a:cubicBezTo>
                    <a:cubicBezTo>
                      <a:pt x="2268" y="1518"/>
                      <a:pt x="2258" y="1548"/>
                      <a:pt x="2274" y="1568"/>
                    </a:cubicBezTo>
                    <a:cubicBezTo>
                      <a:pt x="2291" y="1589"/>
                      <a:pt x="2279" y="1621"/>
                      <a:pt x="2252" y="1625"/>
                    </a:cubicBezTo>
                    <a:cubicBezTo>
                      <a:pt x="2226" y="1629"/>
                      <a:pt x="2214" y="1658"/>
                      <a:pt x="2227" y="1680"/>
                    </a:cubicBezTo>
                    <a:cubicBezTo>
                      <a:pt x="2242" y="1703"/>
                      <a:pt x="2227" y="1733"/>
                      <a:pt x="2199" y="1735"/>
                    </a:cubicBezTo>
                    <a:cubicBezTo>
                      <a:pt x="2174" y="1736"/>
                      <a:pt x="2158" y="1763"/>
                      <a:pt x="2170" y="1786"/>
                    </a:cubicBezTo>
                    <a:cubicBezTo>
                      <a:pt x="2182" y="1811"/>
                      <a:pt x="2163" y="1839"/>
                      <a:pt x="2136" y="1838"/>
                    </a:cubicBezTo>
                    <a:cubicBezTo>
                      <a:pt x="2110" y="1837"/>
                      <a:pt x="2092" y="1862"/>
                      <a:pt x="2101" y="1886"/>
                    </a:cubicBezTo>
                    <a:cubicBezTo>
                      <a:pt x="2110" y="1912"/>
                      <a:pt x="2089" y="1938"/>
                      <a:pt x="2062" y="1934"/>
                    </a:cubicBezTo>
                    <a:cubicBezTo>
                      <a:pt x="2037" y="1931"/>
                      <a:pt x="2016" y="1954"/>
                      <a:pt x="2022" y="1979"/>
                    </a:cubicBezTo>
                    <a:cubicBezTo>
                      <a:pt x="2022" y="1979"/>
                      <a:pt x="2022" y="1979"/>
                      <a:pt x="2022" y="1979"/>
                    </a:cubicBezTo>
                    <a:cubicBezTo>
                      <a:pt x="2029" y="2005"/>
                      <a:pt x="2005" y="2029"/>
                      <a:pt x="1979" y="2022"/>
                    </a:cubicBezTo>
                    <a:cubicBezTo>
                      <a:pt x="1954" y="2016"/>
                      <a:pt x="1930" y="2037"/>
                      <a:pt x="1934" y="2062"/>
                    </a:cubicBezTo>
                    <a:cubicBezTo>
                      <a:pt x="1938" y="2089"/>
                      <a:pt x="1912" y="2111"/>
                      <a:pt x="1886" y="2101"/>
                    </a:cubicBezTo>
                    <a:cubicBezTo>
                      <a:pt x="1862" y="2092"/>
                      <a:pt x="1837" y="2111"/>
                      <a:pt x="1838" y="2136"/>
                    </a:cubicBezTo>
                    <a:cubicBezTo>
                      <a:pt x="1839" y="2163"/>
                      <a:pt x="1811" y="2182"/>
                      <a:pt x="1786" y="2170"/>
                    </a:cubicBezTo>
                    <a:cubicBezTo>
                      <a:pt x="1763" y="2158"/>
                      <a:pt x="1736" y="2174"/>
                      <a:pt x="1735" y="2200"/>
                    </a:cubicBezTo>
                    <a:cubicBezTo>
                      <a:pt x="1733" y="2227"/>
                      <a:pt x="1703" y="2242"/>
                      <a:pt x="1680" y="2228"/>
                    </a:cubicBezTo>
                    <a:cubicBezTo>
                      <a:pt x="1680" y="2228"/>
                      <a:pt x="1680" y="2228"/>
                      <a:pt x="1680" y="2228"/>
                    </a:cubicBezTo>
                    <a:cubicBezTo>
                      <a:pt x="1658" y="2214"/>
                      <a:pt x="1629" y="2227"/>
                      <a:pt x="1625" y="2252"/>
                    </a:cubicBezTo>
                    <a:cubicBezTo>
                      <a:pt x="1620" y="2279"/>
                      <a:pt x="1589" y="2291"/>
                      <a:pt x="1567" y="2274"/>
                    </a:cubicBezTo>
                    <a:cubicBezTo>
                      <a:pt x="1547" y="2258"/>
                      <a:pt x="1518" y="2268"/>
                      <a:pt x="1511" y="2292"/>
                    </a:cubicBezTo>
                    <a:cubicBezTo>
                      <a:pt x="1503" y="2319"/>
                      <a:pt x="1471" y="2327"/>
                      <a:pt x="1451" y="2308"/>
                    </a:cubicBezTo>
                    <a:cubicBezTo>
                      <a:pt x="1433" y="2290"/>
                      <a:pt x="1402" y="2297"/>
                      <a:pt x="1393" y="2321"/>
                    </a:cubicBezTo>
                    <a:cubicBezTo>
                      <a:pt x="1383" y="2346"/>
                      <a:pt x="1349" y="2351"/>
                      <a:pt x="1332" y="2330"/>
                    </a:cubicBezTo>
                    <a:cubicBezTo>
                      <a:pt x="1315" y="2311"/>
                      <a:pt x="1284" y="2314"/>
                      <a:pt x="1272" y="2337"/>
                    </a:cubicBezTo>
                    <a:cubicBezTo>
                      <a:pt x="1260" y="2361"/>
                      <a:pt x="1226" y="2363"/>
                      <a:pt x="1211" y="2340"/>
                    </a:cubicBezTo>
                    <a:cubicBezTo>
                      <a:pt x="1197" y="2319"/>
                      <a:pt x="1165" y="2319"/>
                      <a:pt x="1151" y="2340"/>
                    </a:cubicBezTo>
                    <a:cubicBezTo>
                      <a:pt x="1136" y="2363"/>
                      <a:pt x="1102" y="2361"/>
                      <a:pt x="1090" y="2337"/>
                    </a:cubicBezTo>
                    <a:cubicBezTo>
                      <a:pt x="1078" y="2314"/>
                      <a:pt x="1047" y="2311"/>
                      <a:pt x="1030" y="2330"/>
                    </a:cubicBezTo>
                    <a:cubicBezTo>
                      <a:pt x="1013" y="2351"/>
                      <a:pt x="979" y="2346"/>
                      <a:pt x="969" y="2321"/>
                    </a:cubicBezTo>
                    <a:cubicBezTo>
                      <a:pt x="960" y="2297"/>
                      <a:pt x="929" y="2290"/>
                      <a:pt x="911" y="2308"/>
                    </a:cubicBezTo>
                    <a:cubicBezTo>
                      <a:pt x="891" y="2327"/>
                      <a:pt x="859" y="2319"/>
                      <a:pt x="851" y="2292"/>
                    </a:cubicBezTo>
                    <a:cubicBezTo>
                      <a:pt x="844" y="2268"/>
                      <a:pt x="815" y="2258"/>
                      <a:pt x="795" y="2274"/>
                    </a:cubicBezTo>
                    <a:cubicBezTo>
                      <a:pt x="773" y="2291"/>
                      <a:pt x="742" y="2279"/>
                      <a:pt x="737" y="2252"/>
                    </a:cubicBezTo>
                    <a:cubicBezTo>
                      <a:pt x="733" y="2227"/>
                      <a:pt x="704" y="2214"/>
                      <a:pt x="682" y="2228"/>
                    </a:cubicBezTo>
                    <a:cubicBezTo>
                      <a:pt x="659" y="2242"/>
                      <a:pt x="629" y="2227"/>
                      <a:pt x="627" y="2200"/>
                    </a:cubicBezTo>
                    <a:cubicBezTo>
                      <a:pt x="626" y="2174"/>
                      <a:pt x="599" y="2158"/>
                      <a:pt x="576" y="2170"/>
                    </a:cubicBezTo>
                    <a:cubicBezTo>
                      <a:pt x="551" y="2182"/>
                      <a:pt x="523" y="2163"/>
                      <a:pt x="524" y="2136"/>
                    </a:cubicBezTo>
                    <a:cubicBezTo>
                      <a:pt x="525" y="2111"/>
                      <a:pt x="500" y="2092"/>
                      <a:pt x="476" y="2101"/>
                    </a:cubicBezTo>
                    <a:cubicBezTo>
                      <a:pt x="450" y="2111"/>
                      <a:pt x="424" y="2089"/>
                      <a:pt x="428" y="2062"/>
                    </a:cubicBezTo>
                    <a:cubicBezTo>
                      <a:pt x="432" y="2037"/>
                      <a:pt x="408" y="2016"/>
                      <a:pt x="383" y="2022"/>
                    </a:cubicBezTo>
                    <a:cubicBezTo>
                      <a:pt x="357" y="2029"/>
                      <a:pt x="333" y="2005"/>
                      <a:pt x="340" y="1979"/>
                    </a:cubicBezTo>
                    <a:cubicBezTo>
                      <a:pt x="340" y="1979"/>
                      <a:pt x="340" y="1979"/>
                      <a:pt x="340" y="1979"/>
                    </a:cubicBezTo>
                    <a:cubicBezTo>
                      <a:pt x="346" y="1954"/>
                      <a:pt x="325" y="1931"/>
                      <a:pt x="300" y="1934"/>
                    </a:cubicBezTo>
                    <a:cubicBezTo>
                      <a:pt x="273" y="1938"/>
                      <a:pt x="252" y="1912"/>
                      <a:pt x="261" y="1886"/>
                    </a:cubicBezTo>
                    <a:cubicBezTo>
                      <a:pt x="270" y="1862"/>
                      <a:pt x="252" y="1837"/>
                      <a:pt x="226" y="1838"/>
                    </a:cubicBezTo>
                    <a:cubicBezTo>
                      <a:pt x="199" y="1839"/>
                      <a:pt x="180" y="1811"/>
                      <a:pt x="192" y="1786"/>
                    </a:cubicBezTo>
                    <a:cubicBezTo>
                      <a:pt x="204" y="1763"/>
                      <a:pt x="188" y="1736"/>
                      <a:pt x="163" y="1735"/>
                    </a:cubicBezTo>
                    <a:cubicBezTo>
                      <a:pt x="135" y="1733"/>
                      <a:pt x="120" y="1703"/>
                      <a:pt x="135" y="1680"/>
                    </a:cubicBezTo>
                    <a:cubicBezTo>
                      <a:pt x="148" y="1658"/>
                      <a:pt x="136" y="1629"/>
                      <a:pt x="110" y="1625"/>
                    </a:cubicBezTo>
                    <a:cubicBezTo>
                      <a:pt x="83" y="1621"/>
                      <a:pt x="71" y="1589"/>
                      <a:pt x="88" y="1568"/>
                    </a:cubicBezTo>
                    <a:cubicBezTo>
                      <a:pt x="104" y="1548"/>
                      <a:pt x="94" y="1518"/>
                      <a:pt x="70" y="1511"/>
                    </a:cubicBezTo>
                    <a:cubicBezTo>
                      <a:pt x="44" y="1503"/>
                      <a:pt x="35" y="1471"/>
                      <a:pt x="54" y="1451"/>
                    </a:cubicBezTo>
                    <a:cubicBezTo>
                      <a:pt x="54" y="1451"/>
                      <a:pt x="54" y="1451"/>
                      <a:pt x="54" y="1451"/>
                    </a:cubicBezTo>
                    <a:cubicBezTo>
                      <a:pt x="72" y="1433"/>
                      <a:pt x="65" y="1402"/>
                      <a:pt x="41" y="1393"/>
                    </a:cubicBezTo>
                    <a:cubicBezTo>
                      <a:pt x="16" y="1383"/>
                      <a:pt x="11" y="1349"/>
                      <a:pt x="32" y="1332"/>
                    </a:cubicBezTo>
                    <a:cubicBezTo>
                      <a:pt x="51" y="1316"/>
                      <a:pt x="48" y="1284"/>
                      <a:pt x="25" y="1273"/>
                    </a:cubicBezTo>
                    <a:cubicBezTo>
                      <a:pt x="1" y="1260"/>
                      <a:pt x="0" y="1226"/>
                      <a:pt x="22" y="1211"/>
                    </a:cubicBezTo>
                    <a:cubicBezTo>
                      <a:pt x="44" y="1197"/>
                      <a:pt x="44" y="1165"/>
                      <a:pt x="22" y="1151"/>
                    </a:cubicBezTo>
                    <a:cubicBezTo>
                      <a:pt x="0" y="1136"/>
                      <a:pt x="1" y="1102"/>
                      <a:pt x="25" y="1090"/>
                    </a:cubicBezTo>
                    <a:cubicBezTo>
                      <a:pt x="48" y="1078"/>
                      <a:pt x="51" y="1047"/>
                      <a:pt x="32" y="1030"/>
                    </a:cubicBezTo>
                    <a:cubicBezTo>
                      <a:pt x="11" y="1013"/>
                      <a:pt x="16" y="979"/>
                      <a:pt x="41" y="969"/>
                    </a:cubicBezTo>
                    <a:cubicBezTo>
                      <a:pt x="65" y="960"/>
                      <a:pt x="72" y="929"/>
                      <a:pt x="54" y="911"/>
                    </a:cubicBezTo>
                    <a:cubicBezTo>
                      <a:pt x="35" y="892"/>
                      <a:pt x="44" y="859"/>
                      <a:pt x="70" y="851"/>
                    </a:cubicBezTo>
                    <a:cubicBezTo>
                      <a:pt x="94" y="845"/>
                      <a:pt x="104" y="815"/>
                      <a:pt x="88" y="795"/>
                    </a:cubicBezTo>
                    <a:cubicBezTo>
                      <a:pt x="71" y="773"/>
                      <a:pt x="83" y="742"/>
                      <a:pt x="110" y="737"/>
                    </a:cubicBezTo>
                    <a:cubicBezTo>
                      <a:pt x="136" y="733"/>
                      <a:pt x="148" y="704"/>
                      <a:pt x="135" y="683"/>
                    </a:cubicBezTo>
                    <a:cubicBezTo>
                      <a:pt x="120" y="660"/>
                      <a:pt x="135" y="629"/>
                      <a:pt x="163" y="628"/>
                    </a:cubicBezTo>
                    <a:cubicBezTo>
                      <a:pt x="188" y="626"/>
                      <a:pt x="204" y="599"/>
                      <a:pt x="192" y="576"/>
                    </a:cubicBezTo>
                    <a:cubicBezTo>
                      <a:pt x="192" y="576"/>
                      <a:pt x="192" y="576"/>
                      <a:pt x="192" y="576"/>
                    </a:cubicBezTo>
                    <a:cubicBezTo>
                      <a:pt x="180" y="552"/>
                      <a:pt x="199" y="523"/>
                      <a:pt x="226" y="524"/>
                    </a:cubicBezTo>
                    <a:cubicBezTo>
                      <a:pt x="252" y="525"/>
                      <a:pt x="270" y="500"/>
                      <a:pt x="261" y="476"/>
                    </a:cubicBezTo>
                    <a:cubicBezTo>
                      <a:pt x="252" y="450"/>
                      <a:pt x="273" y="424"/>
                      <a:pt x="300" y="428"/>
                    </a:cubicBezTo>
                    <a:cubicBezTo>
                      <a:pt x="325" y="432"/>
                      <a:pt x="346" y="408"/>
                      <a:pt x="340" y="384"/>
                    </a:cubicBezTo>
                    <a:cubicBezTo>
                      <a:pt x="333" y="357"/>
                      <a:pt x="357" y="333"/>
                      <a:pt x="383" y="340"/>
                    </a:cubicBezTo>
                    <a:cubicBezTo>
                      <a:pt x="408" y="346"/>
                      <a:pt x="432" y="325"/>
                      <a:pt x="428" y="300"/>
                    </a:cubicBezTo>
                    <a:cubicBezTo>
                      <a:pt x="424" y="273"/>
                      <a:pt x="450" y="252"/>
                      <a:pt x="476" y="261"/>
                    </a:cubicBezTo>
                    <a:cubicBezTo>
                      <a:pt x="500" y="270"/>
                      <a:pt x="525" y="252"/>
                      <a:pt x="524" y="226"/>
                    </a:cubicBezTo>
                    <a:cubicBezTo>
                      <a:pt x="523" y="199"/>
                      <a:pt x="551" y="180"/>
                      <a:pt x="576" y="193"/>
                    </a:cubicBezTo>
                    <a:cubicBezTo>
                      <a:pt x="599" y="204"/>
                      <a:pt x="626" y="188"/>
                      <a:pt x="627" y="163"/>
                    </a:cubicBezTo>
                    <a:cubicBezTo>
                      <a:pt x="629" y="136"/>
                      <a:pt x="659" y="120"/>
                      <a:pt x="682" y="135"/>
                    </a:cubicBezTo>
                    <a:cubicBezTo>
                      <a:pt x="704" y="148"/>
                      <a:pt x="733" y="136"/>
                      <a:pt x="737" y="110"/>
                    </a:cubicBezTo>
                    <a:cubicBezTo>
                      <a:pt x="742" y="84"/>
                      <a:pt x="773" y="71"/>
                      <a:pt x="795" y="88"/>
                    </a:cubicBezTo>
                    <a:cubicBezTo>
                      <a:pt x="815" y="104"/>
                      <a:pt x="844" y="95"/>
                      <a:pt x="851" y="70"/>
                    </a:cubicBezTo>
                    <a:cubicBezTo>
                      <a:pt x="851" y="70"/>
                      <a:pt x="851" y="70"/>
                      <a:pt x="851" y="70"/>
                    </a:cubicBezTo>
                    <a:cubicBezTo>
                      <a:pt x="859" y="44"/>
                      <a:pt x="891" y="35"/>
                      <a:pt x="911" y="54"/>
                    </a:cubicBezTo>
                    <a:cubicBezTo>
                      <a:pt x="929" y="72"/>
                      <a:pt x="960" y="65"/>
                      <a:pt x="969" y="42"/>
                    </a:cubicBezTo>
                    <a:cubicBezTo>
                      <a:pt x="979" y="16"/>
                      <a:pt x="1013" y="11"/>
                      <a:pt x="1030" y="32"/>
                    </a:cubicBezTo>
                    <a:cubicBezTo>
                      <a:pt x="1047" y="52"/>
                      <a:pt x="1078" y="48"/>
                      <a:pt x="1090" y="26"/>
                    </a:cubicBezTo>
                    <a:cubicBezTo>
                      <a:pt x="1102" y="1"/>
                      <a:pt x="1136" y="0"/>
                      <a:pt x="1151" y="22"/>
                    </a:cubicBezTo>
                    <a:cubicBezTo>
                      <a:pt x="1165" y="44"/>
                      <a:pt x="1197" y="44"/>
                      <a:pt x="1211" y="2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24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45E13C33-FB00-050E-80CC-7486AC7C5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1821" y="1223010"/>
                <a:ext cx="2323029" cy="2324100"/>
              </a:xfrm>
              <a:custGeom>
                <a:avLst/>
                <a:gdLst>
                  <a:gd name="T0" fmla="*/ 1272 w 2362"/>
                  <a:gd name="T1" fmla="*/ 26 h 2363"/>
                  <a:gd name="T2" fmla="*/ 1451 w 2362"/>
                  <a:gd name="T3" fmla="*/ 54 h 2363"/>
                  <a:gd name="T4" fmla="*/ 1625 w 2362"/>
                  <a:gd name="T5" fmla="*/ 110 h 2363"/>
                  <a:gd name="T6" fmla="*/ 1735 w 2362"/>
                  <a:gd name="T7" fmla="*/ 163 h 2363"/>
                  <a:gd name="T8" fmla="*/ 1886 w 2362"/>
                  <a:gd name="T9" fmla="*/ 261 h 2363"/>
                  <a:gd name="T10" fmla="*/ 2022 w 2362"/>
                  <a:gd name="T11" fmla="*/ 384 h 2363"/>
                  <a:gd name="T12" fmla="*/ 2136 w 2362"/>
                  <a:gd name="T13" fmla="*/ 524 h 2363"/>
                  <a:gd name="T14" fmla="*/ 2199 w 2362"/>
                  <a:gd name="T15" fmla="*/ 628 h 2363"/>
                  <a:gd name="T16" fmla="*/ 2274 w 2362"/>
                  <a:gd name="T17" fmla="*/ 795 h 2363"/>
                  <a:gd name="T18" fmla="*/ 2321 w 2362"/>
                  <a:gd name="T19" fmla="*/ 969 h 2363"/>
                  <a:gd name="T20" fmla="*/ 2337 w 2362"/>
                  <a:gd name="T21" fmla="*/ 1090 h 2363"/>
                  <a:gd name="T22" fmla="*/ 2337 w 2362"/>
                  <a:gd name="T23" fmla="*/ 1273 h 2363"/>
                  <a:gd name="T24" fmla="*/ 2308 w 2362"/>
                  <a:gd name="T25" fmla="*/ 1451 h 2363"/>
                  <a:gd name="T26" fmla="*/ 2274 w 2362"/>
                  <a:gd name="T27" fmla="*/ 1568 h 2363"/>
                  <a:gd name="T28" fmla="*/ 2199 w 2362"/>
                  <a:gd name="T29" fmla="*/ 1735 h 2363"/>
                  <a:gd name="T30" fmla="*/ 2101 w 2362"/>
                  <a:gd name="T31" fmla="*/ 1886 h 2363"/>
                  <a:gd name="T32" fmla="*/ 2022 w 2362"/>
                  <a:gd name="T33" fmla="*/ 1979 h 2363"/>
                  <a:gd name="T34" fmla="*/ 1886 w 2362"/>
                  <a:gd name="T35" fmla="*/ 2101 h 2363"/>
                  <a:gd name="T36" fmla="*/ 1735 w 2362"/>
                  <a:gd name="T37" fmla="*/ 2200 h 2363"/>
                  <a:gd name="T38" fmla="*/ 1625 w 2362"/>
                  <a:gd name="T39" fmla="*/ 2252 h 2363"/>
                  <a:gd name="T40" fmla="*/ 1451 w 2362"/>
                  <a:gd name="T41" fmla="*/ 2308 h 2363"/>
                  <a:gd name="T42" fmla="*/ 1272 w 2362"/>
                  <a:gd name="T43" fmla="*/ 2337 h 2363"/>
                  <a:gd name="T44" fmla="*/ 1090 w 2362"/>
                  <a:gd name="T45" fmla="*/ 2337 h 2363"/>
                  <a:gd name="T46" fmla="*/ 911 w 2362"/>
                  <a:gd name="T47" fmla="*/ 2308 h 2363"/>
                  <a:gd name="T48" fmla="*/ 737 w 2362"/>
                  <a:gd name="T49" fmla="*/ 2252 h 2363"/>
                  <a:gd name="T50" fmla="*/ 576 w 2362"/>
                  <a:gd name="T51" fmla="*/ 2170 h 2363"/>
                  <a:gd name="T52" fmla="*/ 428 w 2362"/>
                  <a:gd name="T53" fmla="*/ 2062 h 2363"/>
                  <a:gd name="T54" fmla="*/ 340 w 2362"/>
                  <a:gd name="T55" fmla="*/ 1979 h 2363"/>
                  <a:gd name="T56" fmla="*/ 226 w 2362"/>
                  <a:gd name="T57" fmla="*/ 1838 h 2363"/>
                  <a:gd name="T58" fmla="*/ 135 w 2362"/>
                  <a:gd name="T59" fmla="*/ 1680 h 2363"/>
                  <a:gd name="T60" fmla="*/ 70 w 2362"/>
                  <a:gd name="T61" fmla="*/ 1511 h 2363"/>
                  <a:gd name="T62" fmla="*/ 41 w 2362"/>
                  <a:gd name="T63" fmla="*/ 1393 h 2363"/>
                  <a:gd name="T64" fmla="*/ 22 w 2362"/>
                  <a:gd name="T65" fmla="*/ 1211 h 2363"/>
                  <a:gd name="T66" fmla="*/ 32 w 2362"/>
                  <a:gd name="T67" fmla="*/ 1030 h 2363"/>
                  <a:gd name="T68" fmla="*/ 70 w 2362"/>
                  <a:gd name="T69" fmla="*/ 851 h 2363"/>
                  <a:gd name="T70" fmla="*/ 135 w 2362"/>
                  <a:gd name="T71" fmla="*/ 683 h 2363"/>
                  <a:gd name="T72" fmla="*/ 192 w 2362"/>
                  <a:gd name="T73" fmla="*/ 576 h 2363"/>
                  <a:gd name="T74" fmla="*/ 300 w 2362"/>
                  <a:gd name="T75" fmla="*/ 428 h 2363"/>
                  <a:gd name="T76" fmla="*/ 428 w 2362"/>
                  <a:gd name="T77" fmla="*/ 300 h 2363"/>
                  <a:gd name="T78" fmla="*/ 576 w 2362"/>
                  <a:gd name="T79" fmla="*/ 193 h 2363"/>
                  <a:gd name="T80" fmla="*/ 737 w 2362"/>
                  <a:gd name="T81" fmla="*/ 110 h 2363"/>
                  <a:gd name="T82" fmla="*/ 851 w 2362"/>
                  <a:gd name="T83" fmla="*/ 70 h 2363"/>
                  <a:gd name="T84" fmla="*/ 1030 w 2362"/>
                  <a:gd name="T85" fmla="*/ 32 h 2363"/>
                  <a:gd name="T86" fmla="*/ 1211 w 2362"/>
                  <a:gd name="T87" fmla="*/ 22 h 2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62" h="2363">
                    <a:moveTo>
                      <a:pt x="1211" y="22"/>
                    </a:moveTo>
                    <a:cubicBezTo>
                      <a:pt x="1211" y="22"/>
                      <a:pt x="1211" y="22"/>
                      <a:pt x="1211" y="22"/>
                    </a:cubicBezTo>
                    <a:cubicBezTo>
                      <a:pt x="1226" y="0"/>
                      <a:pt x="1260" y="1"/>
                      <a:pt x="1272" y="26"/>
                    </a:cubicBezTo>
                    <a:cubicBezTo>
                      <a:pt x="1284" y="48"/>
                      <a:pt x="1315" y="52"/>
                      <a:pt x="1332" y="32"/>
                    </a:cubicBezTo>
                    <a:cubicBezTo>
                      <a:pt x="1349" y="11"/>
                      <a:pt x="1383" y="16"/>
                      <a:pt x="1393" y="42"/>
                    </a:cubicBezTo>
                    <a:cubicBezTo>
                      <a:pt x="1402" y="65"/>
                      <a:pt x="1433" y="72"/>
                      <a:pt x="1451" y="54"/>
                    </a:cubicBezTo>
                    <a:cubicBezTo>
                      <a:pt x="1471" y="35"/>
                      <a:pt x="1503" y="44"/>
                      <a:pt x="1511" y="70"/>
                    </a:cubicBezTo>
                    <a:cubicBezTo>
                      <a:pt x="1518" y="95"/>
                      <a:pt x="1547" y="104"/>
                      <a:pt x="1567" y="88"/>
                    </a:cubicBezTo>
                    <a:cubicBezTo>
                      <a:pt x="1589" y="71"/>
                      <a:pt x="1620" y="84"/>
                      <a:pt x="1625" y="110"/>
                    </a:cubicBezTo>
                    <a:cubicBezTo>
                      <a:pt x="1629" y="136"/>
                      <a:pt x="1658" y="148"/>
                      <a:pt x="1680" y="135"/>
                    </a:cubicBezTo>
                    <a:cubicBezTo>
                      <a:pt x="1680" y="135"/>
                      <a:pt x="1680" y="135"/>
                      <a:pt x="1680" y="135"/>
                    </a:cubicBezTo>
                    <a:cubicBezTo>
                      <a:pt x="1703" y="120"/>
                      <a:pt x="1733" y="136"/>
                      <a:pt x="1735" y="163"/>
                    </a:cubicBezTo>
                    <a:cubicBezTo>
                      <a:pt x="1736" y="188"/>
                      <a:pt x="1763" y="204"/>
                      <a:pt x="1786" y="193"/>
                    </a:cubicBezTo>
                    <a:cubicBezTo>
                      <a:pt x="1811" y="180"/>
                      <a:pt x="1839" y="199"/>
                      <a:pt x="1838" y="226"/>
                    </a:cubicBezTo>
                    <a:cubicBezTo>
                      <a:pt x="1837" y="252"/>
                      <a:pt x="1862" y="270"/>
                      <a:pt x="1886" y="261"/>
                    </a:cubicBezTo>
                    <a:cubicBezTo>
                      <a:pt x="1912" y="252"/>
                      <a:pt x="1938" y="273"/>
                      <a:pt x="1934" y="300"/>
                    </a:cubicBezTo>
                    <a:cubicBezTo>
                      <a:pt x="1930" y="325"/>
                      <a:pt x="1954" y="346"/>
                      <a:pt x="1979" y="340"/>
                    </a:cubicBezTo>
                    <a:cubicBezTo>
                      <a:pt x="2005" y="333"/>
                      <a:pt x="2029" y="357"/>
                      <a:pt x="2022" y="384"/>
                    </a:cubicBezTo>
                    <a:cubicBezTo>
                      <a:pt x="2016" y="408"/>
                      <a:pt x="2037" y="432"/>
                      <a:pt x="2062" y="428"/>
                    </a:cubicBezTo>
                    <a:cubicBezTo>
                      <a:pt x="2089" y="424"/>
                      <a:pt x="2110" y="450"/>
                      <a:pt x="2101" y="476"/>
                    </a:cubicBezTo>
                    <a:cubicBezTo>
                      <a:pt x="2092" y="500"/>
                      <a:pt x="2110" y="525"/>
                      <a:pt x="2136" y="524"/>
                    </a:cubicBezTo>
                    <a:cubicBezTo>
                      <a:pt x="2163" y="523"/>
                      <a:pt x="2182" y="552"/>
                      <a:pt x="2170" y="576"/>
                    </a:cubicBezTo>
                    <a:cubicBezTo>
                      <a:pt x="2170" y="576"/>
                      <a:pt x="2170" y="576"/>
                      <a:pt x="2170" y="576"/>
                    </a:cubicBezTo>
                    <a:cubicBezTo>
                      <a:pt x="2158" y="599"/>
                      <a:pt x="2174" y="626"/>
                      <a:pt x="2199" y="628"/>
                    </a:cubicBezTo>
                    <a:cubicBezTo>
                      <a:pt x="2227" y="629"/>
                      <a:pt x="2242" y="660"/>
                      <a:pt x="2227" y="683"/>
                    </a:cubicBezTo>
                    <a:cubicBezTo>
                      <a:pt x="2214" y="704"/>
                      <a:pt x="2226" y="733"/>
                      <a:pt x="2252" y="737"/>
                    </a:cubicBezTo>
                    <a:cubicBezTo>
                      <a:pt x="2279" y="742"/>
                      <a:pt x="2291" y="773"/>
                      <a:pt x="2274" y="795"/>
                    </a:cubicBezTo>
                    <a:cubicBezTo>
                      <a:pt x="2258" y="815"/>
                      <a:pt x="2268" y="845"/>
                      <a:pt x="2292" y="851"/>
                    </a:cubicBezTo>
                    <a:cubicBezTo>
                      <a:pt x="2318" y="859"/>
                      <a:pt x="2327" y="892"/>
                      <a:pt x="2308" y="911"/>
                    </a:cubicBezTo>
                    <a:cubicBezTo>
                      <a:pt x="2290" y="929"/>
                      <a:pt x="2297" y="960"/>
                      <a:pt x="2321" y="969"/>
                    </a:cubicBezTo>
                    <a:cubicBezTo>
                      <a:pt x="2321" y="969"/>
                      <a:pt x="2321" y="969"/>
                      <a:pt x="2321" y="969"/>
                    </a:cubicBezTo>
                    <a:cubicBezTo>
                      <a:pt x="2346" y="979"/>
                      <a:pt x="2351" y="1013"/>
                      <a:pt x="2330" y="1030"/>
                    </a:cubicBezTo>
                    <a:cubicBezTo>
                      <a:pt x="2311" y="1047"/>
                      <a:pt x="2314" y="1078"/>
                      <a:pt x="2337" y="1090"/>
                    </a:cubicBezTo>
                    <a:cubicBezTo>
                      <a:pt x="2361" y="1102"/>
                      <a:pt x="2362" y="1136"/>
                      <a:pt x="2340" y="1151"/>
                    </a:cubicBezTo>
                    <a:cubicBezTo>
                      <a:pt x="2318" y="1165"/>
                      <a:pt x="2318" y="1197"/>
                      <a:pt x="2340" y="1211"/>
                    </a:cubicBezTo>
                    <a:cubicBezTo>
                      <a:pt x="2362" y="1226"/>
                      <a:pt x="2361" y="1260"/>
                      <a:pt x="2337" y="1273"/>
                    </a:cubicBezTo>
                    <a:cubicBezTo>
                      <a:pt x="2314" y="1284"/>
                      <a:pt x="2311" y="1316"/>
                      <a:pt x="2330" y="1332"/>
                    </a:cubicBezTo>
                    <a:cubicBezTo>
                      <a:pt x="2351" y="1349"/>
                      <a:pt x="2346" y="1383"/>
                      <a:pt x="2321" y="1393"/>
                    </a:cubicBezTo>
                    <a:cubicBezTo>
                      <a:pt x="2297" y="1402"/>
                      <a:pt x="2290" y="1433"/>
                      <a:pt x="2308" y="1451"/>
                    </a:cubicBezTo>
                    <a:cubicBezTo>
                      <a:pt x="2308" y="1451"/>
                      <a:pt x="2308" y="1451"/>
                      <a:pt x="2308" y="1451"/>
                    </a:cubicBezTo>
                    <a:cubicBezTo>
                      <a:pt x="2327" y="1471"/>
                      <a:pt x="2318" y="1503"/>
                      <a:pt x="2292" y="1511"/>
                    </a:cubicBezTo>
                    <a:cubicBezTo>
                      <a:pt x="2268" y="1518"/>
                      <a:pt x="2258" y="1548"/>
                      <a:pt x="2274" y="1568"/>
                    </a:cubicBezTo>
                    <a:cubicBezTo>
                      <a:pt x="2291" y="1589"/>
                      <a:pt x="2279" y="1621"/>
                      <a:pt x="2252" y="1625"/>
                    </a:cubicBezTo>
                    <a:cubicBezTo>
                      <a:pt x="2226" y="1629"/>
                      <a:pt x="2214" y="1658"/>
                      <a:pt x="2227" y="1680"/>
                    </a:cubicBezTo>
                    <a:cubicBezTo>
                      <a:pt x="2242" y="1703"/>
                      <a:pt x="2227" y="1733"/>
                      <a:pt x="2199" y="1735"/>
                    </a:cubicBezTo>
                    <a:cubicBezTo>
                      <a:pt x="2174" y="1736"/>
                      <a:pt x="2158" y="1763"/>
                      <a:pt x="2170" y="1786"/>
                    </a:cubicBezTo>
                    <a:cubicBezTo>
                      <a:pt x="2182" y="1811"/>
                      <a:pt x="2163" y="1839"/>
                      <a:pt x="2136" y="1838"/>
                    </a:cubicBezTo>
                    <a:cubicBezTo>
                      <a:pt x="2110" y="1837"/>
                      <a:pt x="2092" y="1862"/>
                      <a:pt x="2101" y="1886"/>
                    </a:cubicBezTo>
                    <a:cubicBezTo>
                      <a:pt x="2110" y="1912"/>
                      <a:pt x="2089" y="1938"/>
                      <a:pt x="2062" y="1934"/>
                    </a:cubicBezTo>
                    <a:cubicBezTo>
                      <a:pt x="2037" y="1931"/>
                      <a:pt x="2016" y="1954"/>
                      <a:pt x="2022" y="1979"/>
                    </a:cubicBezTo>
                    <a:cubicBezTo>
                      <a:pt x="2022" y="1979"/>
                      <a:pt x="2022" y="1979"/>
                      <a:pt x="2022" y="1979"/>
                    </a:cubicBezTo>
                    <a:cubicBezTo>
                      <a:pt x="2029" y="2005"/>
                      <a:pt x="2005" y="2029"/>
                      <a:pt x="1979" y="2022"/>
                    </a:cubicBezTo>
                    <a:cubicBezTo>
                      <a:pt x="1954" y="2016"/>
                      <a:pt x="1930" y="2037"/>
                      <a:pt x="1934" y="2062"/>
                    </a:cubicBezTo>
                    <a:cubicBezTo>
                      <a:pt x="1938" y="2089"/>
                      <a:pt x="1912" y="2111"/>
                      <a:pt x="1886" y="2101"/>
                    </a:cubicBezTo>
                    <a:cubicBezTo>
                      <a:pt x="1862" y="2092"/>
                      <a:pt x="1837" y="2111"/>
                      <a:pt x="1838" y="2136"/>
                    </a:cubicBezTo>
                    <a:cubicBezTo>
                      <a:pt x="1839" y="2163"/>
                      <a:pt x="1811" y="2182"/>
                      <a:pt x="1786" y="2170"/>
                    </a:cubicBezTo>
                    <a:cubicBezTo>
                      <a:pt x="1763" y="2158"/>
                      <a:pt x="1736" y="2174"/>
                      <a:pt x="1735" y="2200"/>
                    </a:cubicBezTo>
                    <a:cubicBezTo>
                      <a:pt x="1733" y="2227"/>
                      <a:pt x="1703" y="2242"/>
                      <a:pt x="1680" y="2228"/>
                    </a:cubicBezTo>
                    <a:cubicBezTo>
                      <a:pt x="1680" y="2228"/>
                      <a:pt x="1680" y="2228"/>
                      <a:pt x="1680" y="2228"/>
                    </a:cubicBezTo>
                    <a:cubicBezTo>
                      <a:pt x="1658" y="2214"/>
                      <a:pt x="1629" y="2227"/>
                      <a:pt x="1625" y="2252"/>
                    </a:cubicBezTo>
                    <a:cubicBezTo>
                      <a:pt x="1620" y="2279"/>
                      <a:pt x="1589" y="2291"/>
                      <a:pt x="1567" y="2274"/>
                    </a:cubicBezTo>
                    <a:cubicBezTo>
                      <a:pt x="1547" y="2258"/>
                      <a:pt x="1518" y="2268"/>
                      <a:pt x="1511" y="2292"/>
                    </a:cubicBezTo>
                    <a:cubicBezTo>
                      <a:pt x="1503" y="2319"/>
                      <a:pt x="1471" y="2327"/>
                      <a:pt x="1451" y="2308"/>
                    </a:cubicBezTo>
                    <a:cubicBezTo>
                      <a:pt x="1433" y="2290"/>
                      <a:pt x="1402" y="2297"/>
                      <a:pt x="1393" y="2321"/>
                    </a:cubicBezTo>
                    <a:cubicBezTo>
                      <a:pt x="1383" y="2346"/>
                      <a:pt x="1349" y="2351"/>
                      <a:pt x="1332" y="2330"/>
                    </a:cubicBezTo>
                    <a:cubicBezTo>
                      <a:pt x="1315" y="2311"/>
                      <a:pt x="1284" y="2314"/>
                      <a:pt x="1272" y="2337"/>
                    </a:cubicBezTo>
                    <a:cubicBezTo>
                      <a:pt x="1260" y="2361"/>
                      <a:pt x="1226" y="2363"/>
                      <a:pt x="1211" y="2340"/>
                    </a:cubicBezTo>
                    <a:cubicBezTo>
                      <a:pt x="1197" y="2319"/>
                      <a:pt x="1165" y="2319"/>
                      <a:pt x="1151" y="2340"/>
                    </a:cubicBezTo>
                    <a:cubicBezTo>
                      <a:pt x="1136" y="2363"/>
                      <a:pt x="1102" y="2361"/>
                      <a:pt x="1090" y="2337"/>
                    </a:cubicBezTo>
                    <a:cubicBezTo>
                      <a:pt x="1078" y="2314"/>
                      <a:pt x="1047" y="2311"/>
                      <a:pt x="1030" y="2330"/>
                    </a:cubicBezTo>
                    <a:cubicBezTo>
                      <a:pt x="1013" y="2351"/>
                      <a:pt x="979" y="2346"/>
                      <a:pt x="969" y="2321"/>
                    </a:cubicBezTo>
                    <a:cubicBezTo>
                      <a:pt x="960" y="2297"/>
                      <a:pt x="929" y="2290"/>
                      <a:pt x="911" y="2308"/>
                    </a:cubicBezTo>
                    <a:cubicBezTo>
                      <a:pt x="891" y="2327"/>
                      <a:pt x="859" y="2319"/>
                      <a:pt x="851" y="2292"/>
                    </a:cubicBezTo>
                    <a:cubicBezTo>
                      <a:pt x="844" y="2268"/>
                      <a:pt x="815" y="2258"/>
                      <a:pt x="795" y="2274"/>
                    </a:cubicBezTo>
                    <a:cubicBezTo>
                      <a:pt x="773" y="2291"/>
                      <a:pt x="742" y="2279"/>
                      <a:pt x="737" y="2252"/>
                    </a:cubicBezTo>
                    <a:cubicBezTo>
                      <a:pt x="733" y="2227"/>
                      <a:pt x="704" y="2214"/>
                      <a:pt x="682" y="2228"/>
                    </a:cubicBezTo>
                    <a:cubicBezTo>
                      <a:pt x="659" y="2242"/>
                      <a:pt x="629" y="2227"/>
                      <a:pt x="627" y="2200"/>
                    </a:cubicBezTo>
                    <a:cubicBezTo>
                      <a:pt x="626" y="2174"/>
                      <a:pt x="599" y="2158"/>
                      <a:pt x="576" y="2170"/>
                    </a:cubicBezTo>
                    <a:cubicBezTo>
                      <a:pt x="551" y="2182"/>
                      <a:pt x="523" y="2163"/>
                      <a:pt x="524" y="2136"/>
                    </a:cubicBezTo>
                    <a:cubicBezTo>
                      <a:pt x="525" y="2111"/>
                      <a:pt x="500" y="2092"/>
                      <a:pt x="476" y="2101"/>
                    </a:cubicBezTo>
                    <a:cubicBezTo>
                      <a:pt x="450" y="2111"/>
                      <a:pt x="424" y="2089"/>
                      <a:pt x="428" y="2062"/>
                    </a:cubicBezTo>
                    <a:cubicBezTo>
                      <a:pt x="432" y="2037"/>
                      <a:pt x="408" y="2016"/>
                      <a:pt x="383" y="2022"/>
                    </a:cubicBezTo>
                    <a:cubicBezTo>
                      <a:pt x="357" y="2029"/>
                      <a:pt x="333" y="2005"/>
                      <a:pt x="340" y="1979"/>
                    </a:cubicBezTo>
                    <a:cubicBezTo>
                      <a:pt x="340" y="1979"/>
                      <a:pt x="340" y="1979"/>
                      <a:pt x="340" y="1979"/>
                    </a:cubicBezTo>
                    <a:cubicBezTo>
                      <a:pt x="346" y="1954"/>
                      <a:pt x="325" y="1931"/>
                      <a:pt x="300" y="1934"/>
                    </a:cubicBezTo>
                    <a:cubicBezTo>
                      <a:pt x="273" y="1938"/>
                      <a:pt x="252" y="1912"/>
                      <a:pt x="261" y="1886"/>
                    </a:cubicBezTo>
                    <a:cubicBezTo>
                      <a:pt x="270" y="1862"/>
                      <a:pt x="252" y="1837"/>
                      <a:pt x="226" y="1838"/>
                    </a:cubicBezTo>
                    <a:cubicBezTo>
                      <a:pt x="199" y="1839"/>
                      <a:pt x="180" y="1811"/>
                      <a:pt x="192" y="1786"/>
                    </a:cubicBezTo>
                    <a:cubicBezTo>
                      <a:pt x="204" y="1763"/>
                      <a:pt x="188" y="1736"/>
                      <a:pt x="163" y="1735"/>
                    </a:cubicBezTo>
                    <a:cubicBezTo>
                      <a:pt x="135" y="1733"/>
                      <a:pt x="120" y="1703"/>
                      <a:pt x="135" y="1680"/>
                    </a:cubicBezTo>
                    <a:cubicBezTo>
                      <a:pt x="148" y="1658"/>
                      <a:pt x="136" y="1629"/>
                      <a:pt x="110" y="1625"/>
                    </a:cubicBezTo>
                    <a:cubicBezTo>
                      <a:pt x="83" y="1621"/>
                      <a:pt x="71" y="1589"/>
                      <a:pt x="88" y="1568"/>
                    </a:cubicBezTo>
                    <a:cubicBezTo>
                      <a:pt x="104" y="1548"/>
                      <a:pt x="94" y="1518"/>
                      <a:pt x="70" y="1511"/>
                    </a:cubicBezTo>
                    <a:cubicBezTo>
                      <a:pt x="44" y="1503"/>
                      <a:pt x="35" y="1471"/>
                      <a:pt x="54" y="1451"/>
                    </a:cubicBezTo>
                    <a:cubicBezTo>
                      <a:pt x="54" y="1451"/>
                      <a:pt x="54" y="1451"/>
                      <a:pt x="54" y="1451"/>
                    </a:cubicBezTo>
                    <a:cubicBezTo>
                      <a:pt x="72" y="1433"/>
                      <a:pt x="65" y="1402"/>
                      <a:pt x="41" y="1393"/>
                    </a:cubicBezTo>
                    <a:cubicBezTo>
                      <a:pt x="16" y="1383"/>
                      <a:pt x="11" y="1349"/>
                      <a:pt x="32" y="1332"/>
                    </a:cubicBezTo>
                    <a:cubicBezTo>
                      <a:pt x="51" y="1316"/>
                      <a:pt x="48" y="1284"/>
                      <a:pt x="25" y="1273"/>
                    </a:cubicBezTo>
                    <a:cubicBezTo>
                      <a:pt x="1" y="1260"/>
                      <a:pt x="0" y="1226"/>
                      <a:pt x="22" y="1211"/>
                    </a:cubicBezTo>
                    <a:cubicBezTo>
                      <a:pt x="44" y="1197"/>
                      <a:pt x="44" y="1165"/>
                      <a:pt x="22" y="1151"/>
                    </a:cubicBezTo>
                    <a:cubicBezTo>
                      <a:pt x="0" y="1136"/>
                      <a:pt x="1" y="1102"/>
                      <a:pt x="25" y="1090"/>
                    </a:cubicBezTo>
                    <a:cubicBezTo>
                      <a:pt x="48" y="1078"/>
                      <a:pt x="51" y="1047"/>
                      <a:pt x="32" y="1030"/>
                    </a:cubicBezTo>
                    <a:cubicBezTo>
                      <a:pt x="11" y="1013"/>
                      <a:pt x="16" y="979"/>
                      <a:pt x="41" y="969"/>
                    </a:cubicBezTo>
                    <a:cubicBezTo>
                      <a:pt x="65" y="960"/>
                      <a:pt x="72" y="929"/>
                      <a:pt x="54" y="911"/>
                    </a:cubicBezTo>
                    <a:cubicBezTo>
                      <a:pt x="35" y="892"/>
                      <a:pt x="44" y="859"/>
                      <a:pt x="70" y="851"/>
                    </a:cubicBezTo>
                    <a:cubicBezTo>
                      <a:pt x="94" y="845"/>
                      <a:pt x="104" y="815"/>
                      <a:pt x="88" y="795"/>
                    </a:cubicBezTo>
                    <a:cubicBezTo>
                      <a:pt x="71" y="773"/>
                      <a:pt x="83" y="742"/>
                      <a:pt x="110" y="737"/>
                    </a:cubicBezTo>
                    <a:cubicBezTo>
                      <a:pt x="136" y="733"/>
                      <a:pt x="148" y="704"/>
                      <a:pt x="135" y="683"/>
                    </a:cubicBezTo>
                    <a:cubicBezTo>
                      <a:pt x="120" y="660"/>
                      <a:pt x="135" y="629"/>
                      <a:pt x="163" y="628"/>
                    </a:cubicBezTo>
                    <a:cubicBezTo>
                      <a:pt x="188" y="626"/>
                      <a:pt x="204" y="599"/>
                      <a:pt x="192" y="576"/>
                    </a:cubicBezTo>
                    <a:cubicBezTo>
                      <a:pt x="192" y="576"/>
                      <a:pt x="192" y="576"/>
                      <a:pt x="192" y="576"/>
                    </a:cubicBezTo>
                    <a:cubicBezTo>
                      <a:pt x="180" y="552"/>
                      <a:pt x="199" y="523"/>
                      <a:pt x="226" y="524"/>
                    </a:cubicBezTo>
                    <a:cubicBezTo>
                      <a:pt x="252" y="525"/>
                      <a:pt x="270" y="500"/>
                      <a:pt x="261" y="476"/>
                    </a:cubicBezTo>
                    <a:cubicBezTo>
                      <a:pt x="252" y="450"/>
                      <a:pt x="273" y="424"/>
                      <a:pt x="300" y="428"/>
                    </a:cubicBezTo>
                    <a:cubicBezTo>
                      <a:pt x="325" y="432"/>
                      <a:pt x="346" y="408"/>
                      <a:pt x="340" y="384"/>
                    </a:cubicBezTo>
                    <a:cubicBezTo>
                      <a:pt x="333" y="357"/>
                      <a:pt x="357" y="333"/>
                      <a:pt x="383" y="340"/>
                    </a:cubicBezTo>
                    <a:cubicBezTo>
                      <a:pt x="408" y="346"/>
                      <a:pt x="432" y="325"/>
                      <a:pt x="428" y="300"/>
                    </a:cubicBezTo>
                    <a:cubicBezTo>
                      <a:pt x="424" y="273"/>
                      <a:pt x="450" y="252"/>
                      <a:pt x="476" y="261"/>
                    </a:cubicBezTo>
                    <a:cubicBezTo>
                      <a:pt x="500" y="270"/>
                      <a:pt x="525" y="252"/>
                      <a:pt x="524" y="226"/>
                    </a:cubicBezTo>
                    <a:cubicBezTo>
                      <a:pt x="523" y="199"/>
                      <a:pt x="551" y="180"/>
                      <a:pt x="576" y="193"/>
                    </a:cubicBezTo>
                    <a:cubicBezTo>
                      <a:pt x="599" y="204"/>
                      <a:pt x="626" y="188"/>
                      <a:pt x="627" y="163"/>
                    </a:cubicBezTo>
                    <a:cubicBezTo>
                      <a:pt x="629" y="136"/>
                      <a:pt x="659" y="120"/>
                      <a:pt x="682" y="135"/>
                    </a:cubicBezTo>
                    <a:cubicBezTo>
                      <a:pt x="704" y="148"/>
                      <a:pt x="733" y="136"/>
                      <a:pt x="737" y="110"/>
                    </a:cubicBezTo>
                    <a:cubicBezTo>
                      <a:pt x="742" y="84"/>
                      <a:pt x="773" y="71"/>
                      <a:pt x="795" y="88"/>
                    </a:cubicBezTo>
                    <a:cubicBezTo>
                      <a:pt x="815" y="104"/>
                      <a:pt x="844" y="95"/>
                      <a:pt x="851" y="70"/>
                    </a:cubicBezTo>
                    <a:cubicBezTo>
                      <a:pt x="851" y="70"/>
                      <a:pt x="851" y="70"/>
                      <a:pt x="851" y="70"/>
                    </a:cubicBezTo>
                    <a:cubicBezTo>
                      <a:pt x="859" y="44"/>
                      <a:pt x="891" y="35"/>
                      <a:pt x="911" y="54"/>
                    </a:cubicBezTo>
                    <a:cubicBezTo>
                      <a:pt x="929" y="72"/>
                      <a:pt x="960" y="65"/>
                      <a:pt x="969" y="42"/>
                    </a:cubicBezTo>
                    <a:cubicBezTo>
                      <a:pt x="979" y="16"/>
                      <a:pt x="1013" y="11"/>
                      <a:pt x="1030" y="32"/>
                    </a:cubicBezTo>
                    <a:cubicBezTo>
                      <a:pt x="1047" y="52"/>
                      <a:pt x="1078" y="48"/>
                      <a:pt x="1090" y="26"/>
                    </a:cubicBezTo>
                    <a:cubicBezTo>
                      <a:pt x="1102" y="1"/>
                      <a:pt x="1136" y="0"/>
                      <a:pt x="1151" y="22"/>
                    </a:cubicBezTo>
                    <a:cubicBezTo>
                      <a:pt x="1165" y="44"/>
                      <a:pt x="1197" y="44"/>
                      <a:pt x="1211" y="2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24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FA2AB01-44AB-3BBB-EAC1-C3E3F598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4436" y="2260883"/>
              <a:ext cx="2335157" cy="2336234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48165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8 Text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CF78247-3A99-1721-65F9-302927E2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FB9FD0DB-1F95-666E-8966-F2158A290C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783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D9E1CF-951A-F195-C4D2-A3364EF9771D}"/>
              </a:ext>
            </a:extLst>
          </p:cNvPr>
          <p:cNvGrpSpPr>
            <a:grpSpLocks/>
          </p:cNvGrpSpPr>
          <p:nvPr userDrawn="1"/>
        </p:nvGrpSpPr>
        <p:grpSpPr>
          <a:xfrm>
            <a:off x="1327150" y="1223010"/>
            <a:ext cx="9537700" cy="4729275"/>
            <a:chOff x="1327150" y="1223010"/>
            <a:chExt cx="9537700" cy="4729275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6D0F1B1D-1BC1-EFBC-8B2B-B408FD19B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15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B9896DB-52DE-5A0F-E7E2-5AC9F809F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04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EBAB13D-4489-F65C-84CE-040419169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930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46B7A0-985D-C398-CF43-7E59D0F4D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821" y="1223010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E0335E77-5365-65A3-1276-929B86DB2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150" y="3628185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130CF3AB-FC8D-5313-8B9F-8A46CF357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040" y="3628185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74451B11-FFF3-CB7B-AB73-F88FFB83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930" y="3628185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809CD48F-CFFB-3213-636A-386A9904F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821" y="3628185"/>
              <a:ext cx="2323029" cy="2324100"/>
            </a:xfrm>
            <a:custGeom>
              <a:avLst/>
              <a:gdLst>
                <a:gd name="T0" fmla="*/ 1272 w 2362"/>
                <a:gd name="T1" fmla="*/ 26 h 2363"/>
                <a:gd name="T2" fmla="*/ 1451 w 2362"/>
                <a:gd name="T3" fmla="*/ 54 h 2363"/>
                <a:gd name="T4" fmla="*/ 1625 w 2362"/>
                <a:gd name="T5" fmla="*/ 110 h 2363"/>
                <a:gd name="T6" fmla="*/ 1735 w 2362"/>
                <a:gd name="T7" fmla="*/ 163 h 2363"/>
                <a:gd name="T8" fmla="*/ 1886 w 2362"/>
                <a:gd name="T9" fmla="*/ 261 h 2363"/>
                <a:gd name="T10" fmla="*/ 2022 w 2362"/>
                <a:gd name="T11" fmla="*/ 384 h 2363"/>
                <a:gd name="T12" fmla="*/ 2136 w 2362"/>
                <a:gd name="T13" fmla="*/ 524 h 2363"/>
                <a:gd name="T14" fmla="*/ 2199 w 2362"/>
                <a:gd name="T15" fmla="*/ 628 h 2363"/>
                <a:gd name="T16" fmla="*/ 2274 w 2362"/>
                <a:gd name="T17" fmla="*/ 795 h 2363"/>
                <a:gd name="T18" fmla="*/ 2321 w 2362"/>
                <a:gd name="T19" fmla="*/ 969 h 2363"/>
                <a:gd name="T20" fmla="*/ 2337 w 2362"/>
                <a:gd name="T21" fmla="*/ 1090 h 2363"/>
                <a:gd name="T22" fmla="*/ 2337 w 2362"/>
                <a:gd name="T23" fmla="*/ 1273 h 2363"/>
                <a:gd name="T24" fmla="*/ 2308 w 2362"/>
                <a:gd name="T25" fmla="*/ 1451 h 2363"/>
                <a:gd name="T26" fmla="*/ 2274 w 2362"/>
                <a:gd name="T27" fmla="*/ 1568 h 2363"/>
                <a:gd name="T28" fmla="*/ 2199 w 2362"/>
                <a:gd name="T29" fmla="*/ 1735 h 2363"/>
                <a:gd name="T30" fmla="*/ 2101 w 2362"/>
                <a:gd name="T31" fmla="*/ 1886 h 2363"/>
                <a:gd name="T32" fmla="*/ 2022 w 2362"/>
                <a:gd name="T33" fmla="*/ 1979 h 2363"/>
                <a:gd name="T34" fmla="*/ 1886 w 2362"/>
                <a:gd name="T35" fmla="*/ 2101 h 2363"/>
                <a:gd name="T36" fmla="*/ 1735 w 2362"/>
                <a:gd name="T37" fmla="*/ 2200 h 2363"/>
                <a:gd name="T38" fmla="*/ 1625 w 2362"/>
                <a:gd name="T39" fmla="*/ 2252 h 2363"/>
                <a:gd name="T40" fmla="*/ 1451 w 2362"/>
                <a:gd name="T41" fmla="*/ 2308 h 2363"/>
                <a:gd name="T42" fmla="*/ 1272 w 2362"/>
                <a:gd name="T43" fmla="*/ 2337 h 2363"/>
                <a:gd name="T44" fmla="*/ 1090 w 2362"/>
                <a:gd name="T45" fmla="*/ 2337 h 2363"/>
                <a:gd name="T46" fmla="*/ 911 w 2362"/>
                <a:gd name="T47" fmla="*/ 2308 h 2363"/>
                <a:gd name="T48" fmla="*/ 737 w 2362"/>
                <a:gd name="T49" fmla="*/ 2252 h 2363"/>
                <a:gd name="T50" fmla="*/ 576 w 2362"/>
                <a:gd name="T51" fmla="*/ 2170 h 2363"/>
                <a:gd name="T52" fmla="*/ 428 w 2362"/>
                <a:gd name="T53" fmla="*/ 2062 h 2363"/>
                <a:gd name="T54" fmla="*/ 340 w 2362"/>
                <a:gd name="T55" fmla="*/ 1979 h 2363"/>
                <a:gd name="T56" fmla="*/ 226 w 2362"/>
                <a:gd name="T57" fmla="*/ 1838 h 2363"/>
                <a:gd name="T58" fmla="*/ 135 w 2362"/>
                <a:gd name="T59" fmla="*/ 1680 h 2363"/>
                <a:gd name="T60" fmla="*/ 70 w 2362"/>
                <a:gd name="T61" fmla="*/ 1511 h 2363"/>
                <a:gd name="T62" fmla="*/ 41 w 2362"/>
                <a:gd name="T63" fmla="*/ 1393 h 2363"/>
                <a:gd name="T64" fmla="*/ 22 w 2362"/>
                <a:gd name="T65" fmla="*/ 1211 h 2363"/>
                <a:gd name="T66" fmla="*/ 32 w 2362"/>
                <a:gd name="T67" fmla="*/ 1030 h 2363"/>
                <a:gd name="T68" fmla="*/ 70 w 2362"/>
                <a:gd name="T69" fmla="*/ 851 h 2363"/>
                <a:gd name="T70" fmla="*/ 135 w 2362"/>
                <a:gd name="T71" fmla="*/ 683 h 2363"/>
                <a:gd name="T72" fmla="*/ 192 w 2362"/>
                <a:gd name="T73" fmla="*/ 576 h 2363"/>
                <a:gd name="T74" fmla="*/ 300 w 2362"/>
                <a:gd name="T75" fmla="*/ 428 h 2363"/>
                <a:gd name="T76" fmla="*/ 428 w 2362"/>
                <a:gd name="T77" fmla="*/ 300 h 2363"/>
                <a:gd name="T78" fmla="*/ 576 w 2362"/>
                <a:gd name="T79" fmla="*/ 193 h 2363"/>
                <a:gd name="T80" fmla="*/ 737 w 2362"/>
                <a:gd name="T81" fmla="*/ 110 h 2363"/>
                <a:gd name="T82" fmla="*/ 851 w 2362"/>
                <a:gd name="T83" fmla="*/ 70 h 2363"/>
                <a:gd name="T84" fmla="*/ 1030 w 2362"/>
                <a:gd name="T85" fmla="*/ 32 h 2363"/>
                <a:gd name="T86" fmla="*/ 1211 w 2362"/>
                <a:gd name="T87" fmla="*/ 22 h 2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62" h="2363">
                  <a:moveTo>
                    <a:pt x="1211" y="22"/>
                  </a:moveTo>
                  <a:cubicBezTo>
                    <a:pt x="1211" y="22"/>
                    <a:pt x="1211" y="22"/>
                    <a:pt x="1211" y="22"/>
                  </a:cubicBezTo>
                  <a:cubicBezTo>
                    <a:pt x="1226" y="0"/>
                    <a:pt x="1260" y="1"/>
                    <a:pt x="1272" y="26"/>
                  </a:cubicBezTo>
                  <a:cubicBezTo>
                    <a:pt x="1284" y="48"/>
                    <a:pt x="1315" y="52"/>
                    <a:pt x="1332" y="32"/>
                  </a:cubicBezTo>
                  <a:cubicBezTo>
                    <a:pt x="1349" y="11"/>
                    <a:pt x="1383" y="16"/>
                    <a:pt x="1393" y="42"/>
                  </a:cubicBezTo>
                  <a:cubicBezTo>
                    <a:pt x="1402" y="65"/>
                    <a:pt x="1433" y="72"/>
                    <a:pt x="1451" y="54"/>
                  </a:cubicBezTo>
                  <a:cubicBezTo>
                    <a:pt x="1471" y="35"/>
                    <a:pt x="1503" y="44"/>
                    <a:pt x="1511" y="70"/>
                  </a:cubicBezTo>
                  <a:cubicBezTo>
                    <a:pt x="1518" y="95"/>
                    <a:pt x="1547" y="104"/>
                    <a:pt x="1567" y="88"/>
                  </a:cubicBezTo>
                  <a:cubicBezTo>
                    <a:pt x="1589" y="71"/>
                    <a:pt x="1620" y="84"/>
                    <a:pt x="1625" y="110"/>
                  </a:cubicBezTo>
                  <a:cubicBezTo>
                    <a:pt x="1629" y="136"/>
                    <a:pt x="1658" y="148"/>
                    <a:pt x="1680" y="135"/>
                  </a:cubicBezTo>
                  <a:cubicBezTo>
                    <a:pt x="1680" y="135"/>
                    <a:pt x="1680" y="135"/>
                    <a:pt x="1680" y="135"/>
                  </a:cubicBezTo>
                  <a:cubicBezTo>
                    <a:pt x="1703" y="120"/>
                    <a:pt x="1733" y="136"/>
                    <a:pt x="1735" y="163"/>
                  </a:cubicBezTo>
                  <a:cubicBezTo>
                    <a:pt x="1736" y="188"/>
                    <a:pt x="1763" y="204"/>
                    <a:pt x="1786" y="193"/>
                  </a:cubicBezTo>
                  <a:cubicBezTo>
                    <a:pt x="1811" y="180"/>
                    <a:pt x="1839" y="199"/>
                    <a:pt x="1838" y="226"/>
                  </a:cubicBezTo>
                  <a:cubicBezTo>
                    <a:pt x="1837" y="252"/>
                    <a:pt x="1862" y="270"/>
                    <a:pt x="1886" y="261"/>
                  </a:cubicBezTo>
                  <a:cubicBezTo>
                    <a:pt x="1912" y="252"/>
                    <a:pt x="1938" y="273"/>
                    <a:pt x="1934" y="300"/>
                  </a:cubicBezTo>
                  <a:cubicBezTo>
                    <a:pt x="1930" y="325"/>
                    <a:pt x="1954" y="346"/>
                    <a:pt x="1979" y="340"/>
                  </a:cubicBezTo>
                  <a:cubicBezTo>
                    <a:pt x="2005" y="333"/>
                    <a:pt x="2029" y="357"/>
                    <a:pt x="2022" y="384"/>
                  </a:cubicBezTo>
                  <a:cubicBezTo>
                    <a:pt x="2016" y="408"/>
                    <a:pt x="2037" y="432"/>
                    <a:pt x="2062" y="428"/>
                  </a:cubicBezTo>
                  <a:cubicBezTo>
                    <a:pt x="2089" y="424"/>
                    <a:pt x="2110" y="450"/>
                    <a:pt x="2101" y="476"/>
                  </a:cubicBezTo>
                  <a:cubicBezTo>
                    <a:pt x="2092" y="500"/>
                    <a:pt x="2110" y="525"/>
                    <a:pt x="2136" y="524"/>
                  </a:cubicBezTo>
                  <a:cubicBezTo>
                    <a:pt x="2163" y="523"/>
                    <a:pt x="2182" y="552"/>
                    <a:pt x="2170" y="576"/>
                  </a:cubicBezTo>
                  <a:cubicBezTo>
                    <a:pt x="2170" y="576"/>
                    <a:pt x="2170" y="576"/>
                    <a:pt x="2170" y="576"/>
                  </a:cubicBezTo>
                  <a:cubicBezTo>
                    <a:pt x="2158" y="599"/>
                    <a:pt x="2174" y="626"/>
                    <a:pt x="2199" y="628"/>
                  </a:cubicBezTo>
                  <a:cubicBezTo>
                    <a:pt x="2227" y="629"/>
                    <a:pt x="2242" y="660"/>
                    <a:pt x="2227" y="683"/>
                  </a:cubicBezTo>
                  <a:cubicBezTo>
                    <a:pt x="2214" y="704"/>
                    <a:pt x="2226" y="733"/>
                    <a:pt x="2252" y="737"/>
                  </a:cubicBezTo>
                  <a:cubicBezTo>
                    <a:pt x="2279" y="742"/>
                    <a:pt x="2291" y="773"/>
                    <a:pt x="2274" y="795"/>
                  </a:cubicBezTo>
                  <a:cubicBezTo>
                    <a:pt x="2258" y="815"/>
                    <a:pt x="2268" y="845"/>
                    <a:pt x="2292" y="851"/>
                  </a:cubicBezTo>
                  <a:cubicBezTo>
                    <a:pt x="2318" y="859"/>
                    <a:pt x="2327" y="892"/>
                    <a:pt x="2308" y="911"/>
                  </a:cubicBezTo>
                  <a:cubicBezTo>
                    <a:pt x="2290" y="929"/>
                    <a:pt x="2297" y="960"/>
                    <a:pt x="2321" y="969"/>
                  </a:cubicBezTo>
                  <a:cubicBezTo>
                    <a:pt x="2321" y="969"/>
                    <a:pt x="2321" y="969"/>
                    <a:pt x="2321" y="969"/>
                  </a:cubicBezTo>
                  <a:cubicBezTo>
                    <a:pt x="2346" y="979"/>
                    <a:pt x="2351" y="1013"/>
                    <a:pt x="2330" y="1030"/>
                  </a:cubicBezTo>
                  <a:cubicBezTo>
                    <a:pt x="2311" y="1047"/>
                    <a:pt x="2314" y="1078"/>
                    <a:pt x="2337" y="1090"/>
                  </a:cubicBezTo>
                  <a:cubicBezTo>
                    <a:pt x="2361" y="1102"/>
                    <a:pt x="2362" y="1136"/>
                    <a:pt x="2340" y="1151"/>
                  </a:cubicBezTo>
                  <a:cubicBezTo>
                    <a:pt x="2318" y="1165"/>
                    <a:pt x="2318" y="1197"/>
                    <a:pt x="2340" y="1211"/>
                  </a:cubicBezTo>
                  <a:cubicBezTo>
                    <a:pt x="2362" y="1226"/>
                    <a:pt x="2361" y="1260"/>
                    <a:pt x="2337" y="1273"/>
                  </a:cubicBezTo>
                  <a:cubicBezTo>
                    <a:pt x="2314" y="1284"/>
                    <a:pt x="2311" y="1316"/>
                    <a:pt x="2330" y="1332"/>
                  </a:cubicBezTo>
                  <a:cubicBezTo>
                    <a:pt x="2351" y="1349"/>
                    <a:pt x="2346" y="1383"/>
                    <a:pt x="2321" y="1393"/>
                  </a:cubicBezTo>
                  <a:cubicBezTo>
                    <a:pt x="2297" y="1402"/>
                    <a:pt x="2290" y="1433"/>
                    <a:pt x="2308" y="1451"/>
                  </a:cubicBezTo>
                  <a:cubicBezTo>
                    <a:pt x="2308" y="1451"/>
                    <a:pt x="2308" y="1451"/>
                    <a:pt x="2308" y="1451"/>
                  </a:cubicBezTo>
                  <a:cubicBezTo>
                    <a:pt x="2327" y="1471"/>
                    <a:pt x="2318" y="1503"/>
                    <a:pt x="2292" y="1511"/>
                  </a:cubicBezTo>
                  <a:cubicBezTo>
                    <a:pt x="2268" y="1518"/>
                    <a:pt x="2258" y="1548"/>
                    <a:pt x="2274" y="1568"/>
                  </a:cubicBezTo>
                  <a:cubicBezTo>
                    <a:pt x="2291" y="1589"/>
                    <a:pt x="2279" y="1621"/>
                    <a:pt x="2252" y="1625"/>
                  </a:cubicBezTo>
                  <a:cubicBezTo>
                    <a:pt x="2226" y="1629"/>
                    <a:pt x="2214" y="1658"/>
                    <a:pt x="2227" y="1680"/>
                  </a:cubicBezTo>
                  <a:cubicBezTo>
                    <a:pt x="2242" y="1703"/>
                    <a:pt x="2227" y="1733"/>
                    <a:pt x="2199" y="1735"/>
                  </a:cubicBezTo>
                  <a:cubicBezTo>
                    <a:pt x="2174" y="1736"/>
                    <a:pt x="2158" y="1763"/>
                    <a:pt x="2170" y="1786"/>
                  </a:cubicBezTo>
                  <a:cubicBezTo>
                    <a:pt x="2182" y="1811"/>
                    <a:pt x="2163" y="1839"/>
                    <a:pt x="2136" y="1838"/>
                  </a:cubicBezTo>
                  <a:cubicBezTo>
                    <a:pt x="2110" y="1837"/>
                    <a:pt x="2092" y="1862"/>
                    <a:pt x="2101" y="1886"/>
                  </a:cubicBezTo>
                  <a:cubicBezTo>
                    <a:pt x="2110" y="1912"/>
                    <a:pt x="2089" y="1938"/>
                    <a:pt x="2062" y="1934"/>
                  </a:cubicBezTo>
                  <a:cubicBezTo>
                    <a:pt x="2037" y="1931"/>
                    <a:pt x="2016" y="1954"/>
                    <a:pt x="2022" y="1979"/>
                  </a:cubicBezTo>
                  <a:cubicBezTo>
                    <a:pt x="2022" y="1979"/>
                    <a:pt x="2022" y="1979"/>
                    <a:pt x="2022" y="1979"/>
                  </a:cubicBezTo>
                  <a:cubicBezTo>
                    <a:pt x="2029" y="2005"/>
                    <a:pt x="2005" y="2029"/>
                    <a:pt x="1979" y="2022"/>
                  </a:cubicBezTo>
                  <a:cubicBezTo>
                    <a:pt x="1954" y="2016"/>
                    <a:pt x="1930" y="2037"/>
                    <a:pt x="1934" y="2062"/>
                  </a:cubicBezTo>
                  <a:cubicBezTo>
                    <a:pt x="1938" y="2089"/>
                    <a:pt x="1912" y="2111"/>
                    <a:pt x="1886" y="2101"/>
                  </a:cubicBezTo>
                  <a:cubicBezTo>
                    <a:pt x="1862" y="2092"/>
                    <a:pt x="1837" y="2111"/>
                    <a:pt x="1838" y="2136"/>
                  </a:cubicBezTo>
                  <a:cubicBezTo>
                    <a:pt x="1839" y="2163"/>
                    <a:pt x="1811" y="2182"/>
                    <a:pt x="1786" y="2170"/>
                  </a:cubicBezTo>
                  <a:cubicBezTo>
                    <a:pt x="1763" y="2158"/>
                    <a:pt x="1736" y="2174"/>
                    <a:pt x="1735" y="2200"/>
                  </a:cubicBezTo>
                  <a:cubicBezTo>
                    <a:pt x="1733" y="2227"/>
                    <a:pt x="1703" y="2242"/>
                    <a:pt x="1680" y="2228"/>
                  </a:cubicBezTo>
                  <a:cubicBezTo>
                    <a:pt x="1680" y="2228"/>
                    <a:pt x="1680" y="2228"/>
                    <a:pt x="1680" y="2228"/>
                  </a:cubicBezTo>
                  <a:cubicBezTo>
                    <a:pt x="1658" y="2214"/>
                    <a:pt x="1629" y="2227"/>
                    <a:pt x="1625" y="2252"/>
                  </a:cubicBezTo>
                  <a:cubicBezTo>
                    <a:pt x="1620" y="2279"/>
                    <a:pt x="1589" y="2291"/>
                    <a:pt x="1567" y="2274"/>
                  </a:cubicBezTo>
                  <a:cubicBezTo>
                    <a:pt x="1547" y="2258"/>
                    <a:pt x="1518" y="2268"/>
                    <a:pt x="1511" y="2292"/>
                  </a:cubicBezTo>
                  <a:cubicBezTo>
                    <a:pt x="1503" y="2319"/>
                    <a:pt x="1471" y="2327"/>
                    <a:pt x="1451" y="2308"/>
                  </a:cubicBezTo>
                  <a:cubicBezTo>
                    <a:pt x="1433" y="2290"/>
                    <a:pt x="1402" y="2297"/>
                    <a:pt x="1393" y="2321"/>
                  </a:cubicBezTo>
                  <a:cubicBezTo>
                    <a:pt x="1383" y="2346"/>
                    <a:pt x="1349" y="2351"/>
                    <a:pt x="1332" y="2330"/>
                  </a:cubicBezTo>
                  <a:cubicBezTo>
                    <a:pt x="1315" y="2311"/>
                    <a:pt x="1284" y="2314"/>
                    <a:pt x="1272" y="2337"/>
                  </a:cubicBezTo>
                  <a:cubicBezTo>
                    <a:pt x="1260" y="2361"/>
                    <a:pt x="1226" y="2363"/>
                    <a:pt x="1211" y="2340"/>
                  </a:cubicBezTo>
                  <a:cubicBezTo>
                    <a:pt x="1197" y="2319"/>
                    <a:pt x="1165" y="2319"/>
                    <a:pt x="1151" y="2340"/>
                  </a:cubicBezTo>
                  <a:cubicBezTo>
                    <a:pt x="1136" y="2363"/>
                    <a:pt x="1102" y="2361"/>
                    <a:pt x="1090" y="2337"/>
                  </a:cubicBezTo>
                  <a:cubicBezTo>
                    <a:pt x="1078" y="2314"/>
                    <a:pt x="1047" y="2311"/>
                    <a:pt x="1030" y="2330"/>
                  </a:cubicBezTo>
                  <a:cubicBezTo>
                    <a:pt x="1013" y="2351"/>
                    <a:pt x="979" y="2346"/>
                    <a:pt x="969" y="2321"/>
                  </a:cubicBezTo>
                  <a:cubicBezTo>
                    <a:pt x="960" y="2297"/>
                    <a:pt x="929" y="2290"/>
                    <a:pt x="911" y="2308"/>
                  </a:cubicBezTo>
                  <a:cubicBezTo>
                    <a:pt x="891" y="2327"/>
                    <a:pt x="859" y="2319"/>
                    <a:pt x="851" y="2292"/>
                  </a:cubicBezTo>
                  <a:cubicBezTo>
                    <a:pt x="844" y="2268"/>
                    <a:pt x="815" y="2258"/>
                    <a:pt x="795" y="2274"/>
                  </a:cubicBezTo>
                  <a:cubicBezTo>
                    <a:pt x="773" y="2291"/>
                    <a:pt x="742" y="2279"/>
                    <a:pt x="737" y="2252"/>
                  </a:cubicBezTo>
                  <a:cubicBezTo>
                    <a:pt x="733" y="2227"/>
                    <a:pt x="704" y="2214"/>
                    <a:pt x="682" y="2228"/>
                  </a:cubicBezTo>
                  <a:cubicBezTo>
                    <a:pt x="659" y="2242"/>
                    <a:pt x="629" y="2227"/>
                    <a:pt x="627" y="2200"/>
                  </a:cubicBezTo>
                  <a:cubicBezTo>
                    <a:pt x="626" y="2174"/>
                    <a:pt x="599" y="2158"/>
                    <a:pt x="576" y="2170"/>
                  </a:cubicBezTo>
                  <a:cubicBezTo>
                    <a:pt x="551" y="2182"/>
                    <a:pt x="523" y="2163"/>
                    <a:pt x="524" y="2136"/>
                  </a:cubicBezTo>
                  <a:cubicBezTo>
                    <a:pt x="525" y="2111"/>
                    <a:pt x="500" y="2092"/>
                    <a:pt x="476" y="2101"/>
                  </a:cubicBezTo>
                  <a:cubicBezTo>
                    <a:pt x="450" y="2111"/>
                    <a:pt x="424" y="2089"/>
                    <a:pt x="428" y="2062"/>
                  </a:cubicBezTo>
                  <a:cubicBezTo>
                    <a:pt x="432" y="2037"/>
                    <a:pt x="408" y="2016"/>
                    <a:pt x="383" y="2022"/>
                  </a:cubicBezTo>
                  <a:cubicBezTo>
                    <a:pt x="357" y="2029"/>
                    <a:pt x="333" y="2005"/>
                    <a:pt x="340" y="1979"/>
                  </a:cubicBezTo>
                  <a:cubicBezTo>
                    <a:pt x="340" y="1979"/>
                    <a:pt x="340" y="1979"/>
                    <a:pt x="340" y="1979"/>
                  </a:cubicBezTo>
                  <a:cubicBezTo>
                    <a:pt x="346" y="1954"/>
                    <a:pt x="325" y="1931"/>
                    <a:pt x="300" y="1934"/>
                  </a:cubicBezTo>
                  <a:cubicBezTo>
                    <a:pt x="273" y="1938"/>
                    <a:pt x="252" y="1912"/>
                    <a:pt x="261" y="1886"/>
                  </a:cubicBezTo>
                  <a:cubicBezTo>
                    <a:pt x="270" y="1862"/>
                    <a:pt x="252" y="1837"/>
                    <a:pt x="226" y="1838"/>
                  </a:cubicBezTo>
                  <a:cubicBezTo>
                    <a:pt x="199" y="1839"/>
                    <a:pt x="180" y="1811"/>
                    <a:pt x="192" y="1786"/>
                  </a:cubicBezTo>
                  <a:cubicBezTo>
                    <a:pt x="204" y="1763"/>
                    <a:pt x="188" y="1736"/>
                    <a:pt x="163" y="1735"/>
                  </a:cubicBezTo>
                  <a:cubicBezTo>
                    <a:pt x="135" y="1733"/>
                    <a:pt x="120" y="1703"/>
                    <a:pt x="135" y="1680"/>
                  </a:cubicBezTo>
                  <a:cubicBezTo>
                    <a:pt x="148" y="1658"/>
                    <a:pt x="136" y="1629"/>
                    <a:pt x="110" y="1625"/>
                  </a:cubicBezTo>
                  <a:cubicBezTo>
                    <a:pt x="83" y="1621"/>
                    <a:pt x="71" y="1589"/>
                    <a:pt x="88" y="1568"/>
                  </a:cubicBezTo>
                  <a:cubicBezTo>
                    <a:pt x="104" y="1548"/>
                    <a:pt x="94" y="1518"/>
                    <a:pt x="70" y="1511"/>
                  </a:cubicBezTo>
                  <a:cubicBezTo>
                    <a:pt x="44" y="1503"/>
                    <a:pt x="35" y="1471"/>
                    <a:pt x="54" y="1451"/>
                  </a:cubicBezTo>
                  <a:cubicBezTo>
                    <a:pt x="54" y="1451"/>
                    <a:pt x="54" y="1451"/>
                    <a:pt x="54" y="1451"/>
                  </a:cubicBezTo>
                  <a:cubicBezTo>
                    <a:pt x="72" y="1433"/>
                    <a:pt x="65" y="1402"/>
                    <a:pt x="41" y="1393"/>
                  </a:cubicBezTo>
                  <a:cubicBezTo>
                    <a:pt x="16" y="1383"/>
                    <a:pt x="11" y="1349"/>
                    <a:pt x="32" y="1332"/>
                  </a:cubicBezTo>
                  <a:cubicBezTo>
                    <a:pt x="51" y="1316"/>
                    <a:pt x="48" y="1284"/>
                    <a:pt x="25" y="1273"/>
                  </a:cubicBezTo>
                  <a:cubicBezTo>
                    <a:pt x="1" y="1260"/>
                    <a:pt x="0" y="1226"/>
                    <a:pt x="22" y="1211"/>
                  </a:cubicBezTo>
                  <a:cubicBezTo>
                    <a:pt x="44" y="1197"/>
                    <a:pt x="44" y="1165"/>
                    <a:pt x="22" y="1151"/>
                  </a:cubicBezTo>
                  <a:cubicBezTo>
                    <a:pt x="0" y="1136"/>
                    <a:pt x="1" y="1102"/>
                    <a:pt x="25" y="1090"/>
                  </a:cubicBezTo>
                  <a:cubicBezTo>
                    <a:pt x="48" y="1078"/>
                    <a:pt x="51" y="1047"/>
                    <a:pt x="32" y="1030"/>
                  </a:cubicBezTo>
                  <a:cubicBezTo>
                    <a:pt x="11" y="1013"/>
                    <a:pt x="16" y="979"/>
                    <a:pt x="41" y="969"/>
                  </a:cubicBezTo>
                  <a:cubicBezTo>
                    <a:pt x="65" y="960"/>
                    <a:pt x="72" y="929"/>
                    <a:pt x="54" y="911"/>
                  </a:cubicBezTo>
                  <a:cubicBezTo>
                    <a:pt x="35" y="892"/>
                    <a:pt x="44" y="859"/>
                    <a:pt x="70" y="851"/>
                  </a:cubicBezTo>
                  <a:cubicBezTo>
                    <a:pt x="94" y="845"/>
                    <a:pt x="104" y="815"/>
                    <a:pt x="88" y="795"/>
                  </a:cubicBezTo>
                  <a:cubicBezTo>
                    <a:pt x="71" y="773"/>
                    <a:pt x="83" y="742"/>
                    <a:pt x="110" y="737"/>
                  </a:cubicBezTo>
                  <a:cubicBezTo>
                    <a:pt x="136" y="733"/>
                    <a:pt x="148" y="704"/>
                    <a:pt x="135" y="683"/>
                  </a:cubicBezTo>
                  <a:cubicBezTo>
                    <a:pt x="120" y="660"/>
                    <a:pt x="135" y="629"/>
                    <a:pt x="163" y="628"/>
                  </a:cubicBezTo>
                  <a:cubicBezTo>
                    <a:pt x="188" y="626"/>
                    <a:pt x="204" y="599"/>
                    <a:pt x="192" y="576"/>
                  </a:cubicBezTo>
                  <a:cubicBezTo>
                    <a:pt x="192" y="576"/>
                    <a:pt x="192" y="576"/>
                    <a:pt x="192" y="576"/>
                  </a:cubicBezTo>
                  <a:cubicBezTo>
                    <a:pt x="180" y="552"/>
                    <a:pt x="199" y="523"/>
                    <a:pt x="226" y="524"/>
                  </a:cubicBezTo>
                  <a:cubicBezTo>
                    <a:pt x="252" y="525"/>
                    <a:pt x="270" y="500"/>
                    <a:pt x="261" y="476"/>
                  </a:cubicBezTo>
                  <a:cubicBezTo>
                    <a:pt x="252" y="450"/>
                    <a:pt x="273" y="424"/>
                    <a:pt x="300" y="428"/>
                  </a:cubicBezTo>
                  <a:cubicBezTo>
                    <a:pt x="325" y="432"/>
                    <a:pt x="346" y="408"/>
                    <a:pt x="340" y="384"/>
                  </a:cubicBezTo>
                  <a:cubicBezTo>
                    <a:pt x="333" y="357"/>
                    <a:pt x="357" y="333"/>
                    <a:pt x="383" y="340"/>
                  </a:cubicBezTo>
                  <a:cubicBezTo>
                    <a:pt x="408" y="346"/>
                    <a:pt x="432" y="325"/>
                    <a:pt x="428" y="300"/>
                  </a:cubicBezTo>
                  <a:cubicBezTo>
                    <a:pt x="424" y="273"/>
                    <a:pt x="450" y="252"/>
                    <a:pt x="476" y="261"/>
                  </a:cubicBezTo>
                  <a:cubicBezTo>
                    <a:pt x="500" y="270"/>
                    <a:pt x="525" y="252"/>
                    <a:pt x="524" y="226"/>
                  </a:cubicBezTo>
                  <a:cubicBezTo>
                    <a:pt x="523" y="199"/>
                    <a:pt x="551" y="180"/>
                    <a:pt x="576" y="193"/>
                  </a:cubicBezTo>
                  <a:cubicBezTo>
                    <a:pt x="599" y="204"/>
                    <a:pt x="626" y="188"/>
                    <a:pt x="627" y="163"/>
                  </a:cubicBezTo>
                  <a:cubicBezTo>
                    <a:pt x="629" y="136"/>
                    <a:pt x="659" y="120"/>
                    <a:pt x="682" y="135"/>
                  </a:cubicBezTo>
                  <a:cubicBezTo>
                    <a:pt x="704" y="148"/>
                    <a:pt x="733" y="136"/>
                    <a:pt x="737" y="110"/>
                  </a:cubicBezTo>
                  <a:cubicBezTo>
                    <a:pt x="742" y="84"/>
                    <a:pt x="773" y="71"/>
                    <a:pt x="795" y="88"/>
                  </a:cubicBezTo>
                  <a:cubicBezTo>
                    <a:pt x="815" y="104"/>
                    <a:pt x="844" y="95"/>
                    <a:pt x="851" y="70"/>
                  </a:cubicBezTo>
                  <a:cubicBezTo>
                    <a:pt x="851" y="70"/>
                    <a:pt x="851" y="70"/>
                    <a:pt x="851" y="70"/>
                  </a:cubicBezTo>
                  <a:cubicBezTo>
                    <a:pt x="859" y="44"/>
                    <a:pt x="891" y="35"/>
                    <a:pt x="911" y="54"/>
                  </a:cubicBezTo>
                  <a:cubicBezTo>
                    <a:pt x="929" y="72"/>
                    <a:pt x="960" y="65"/>
                    <a:pt x="969" y="42"/>
                  </a:cubicBezTo>
                  <a:cubicBezTo>
                    <a:pt x="979" y="16"/>
                    <a:pt x="1013" y="11"/>
                    <a:pt x="1030" y="32"/>
                  </a:cubicBezTo>
                  <a:cubicBezTo>
                    <a:pt x="1047" y="52"/>
                    <a:pt x="1078" y="48"/>
                    <a:pt x="1090" y="26"/>
                  </a:cubicBezTo>
                  <a:cubicBezTo>
                    <a:pt x="1102" y="1"/>
                    <a:pt x="1136" y="0"/>
                    <a:pt x="1151" y="22"/>
                  </a:cubicBezTo>
                  <a:cubicBezTo>
                    <a:pt x="1165" y="44"/>
                    <a:pt x="1197" y="44"/>
                    <a:pt x="1211" y="22"/>
                  </a:cubicBezTo>
                  <a:close/>
                </a:path>
              </a:pathLst>
            </a:custGeom>
            <a:noFill/>
            <a:ln w="6350" cap="flat">
              <a:solidFill>
                <a:srgbClr val="24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E05B536-FA62-4AB3-FAA8-A9F685DF00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95673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160349FB-FB2F-1962-EE62-F6D0D5A0E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0563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865BF058-68A0-F986-0505-E7F8960ADC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5455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FC56770E-3203-ABEC-7CAF-2BDC374302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0783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AD44F0A1-7594-5A4F-C121-451D7C24E2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5673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7FBEE56D-2BCC-E86D-8E4A-D6F2749E7A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0563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6D727B18-FF9D-F0A4-06F2-A951A4CEB4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05455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193062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8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CF78247-3A99-1721-65F9-302927E2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FB9FD0DB-1F95-666E-8966-F2158A290C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783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E05B536-FA62-4AB3-FAA8-A9F685DF00A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795673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160349FB-FB2F-1962-EE62-F6D0D5A0EADF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200563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865BF058-68A0-F986-0505-E7F8960ADCE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8605455" y="188570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FC56770E-3203-ABEC-7CAF-2BDC37430284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390783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AD44F0A1-7594-5A4F-C121-451D7C24E2E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795673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7FBEE56D-2BCC-E86D-8E4A-D6F2749E7A3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200563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6D727B18-FF9D-F0A4-06F2-A951A4CEB408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605455" y="4336673"/>
            <a:ext cx="2195762" cy="1519130"/>
          </a:xfrm>
        </p:spPr>
        <p:txBody>
          <a:bodyPr/>
          <a:lstStyle>
            <a:lvl1pPr algn="ctr">
              <a:defRPr sz="4400" b="1"/>
            </a:lvl1pPr>
            <a:lvl2pPr marL="0" indent="0" algn="ctr">
              <a:spcBef>
                <a:spcPts val="0"/>
              </a:spcBef>
              <a:buNone/>
              <a:defRPr sz="1400"/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4420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Key Statem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483" y="1753712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/>
            </a:lvl1pPr>
            <a:lvl2pPr marL="0" indent="0">
              <a:spcBef>
                <a:spcPts val="400"/>
              </a:spcBef>
              <a:buNone/>
              <a:defRPr sz="1400"/>
            </a:lvl2pPr>
            <a:lvl3pPr marL="162000" indent="-162000">
              <a:spcBef>
                <a:spcPts val="400"/>
              </a:spcBef>
              <a:defRPr sz="1400"/>
            </a:lvl3pPr>
            <a:lvl4pPr marL="324000" indent="-162000">
              <a:spcBef>
                <a:spcPts val="400"/>
              </a:spcBef>
              <a:defRPr sz="1400"/>
            </a:lvl4pPr>
            <a:lvl5pPr marL="486000" indent="-162000">
              <a:spcBef>
                <a:spcPts val="4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279B16-DFD0-1C6F-FFED-84909C8DAA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088" y="1630467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A09B483-C95E-B39B-5E79-FEFFCB205A5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692336" y="1753712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/>
            </a:lvl1pPr>
            <a:lvl2pPr marL="0" indent="0">
              <a:spcBef>
                <a:spcPts val="400"/>
              </a:spcBef>
              <a:buNone/>
              <a:defRPr sz="1400"/>
            </a:lvl2pPr>
            <a:lvl3pPr marL="162000" indent="-162000">
              <a:spcBef>
                <a:spcPts val="400"/>
              </a:spcBef>
              <a:defRPr sz="1400"/>
            </a:lvl3pPr>
            <a:lvl4pPr marL="324000" indent="-162000">
              <a:spcBef>
                <a:spcPts val="400"/>
              </a:spcBef>
              <a:defRPr sz="1400"/>
            </a:lvl4pPr>
            <a:lvl5pPr marL="486000" indent="-162000">
              <a:spcBef>
                <a:spcPts val="4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287CFFD-DC6E-2591-ADD0-499C2EDD69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0941" y="1630467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9C94477-862E-F92B-D944-449AB1600CC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98483" y="4217399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/>
            </a:lvl1pPr>
            <a:lvl2pPr marL="0" indent="0">
              <a:spcBef>
                <a:spcPts val="400"/>
              </a:spcBef>
              <a:buNone/>
              <a:defRPr sz="1400"/>
            </a:lvl2pPr>
            <a:lvl3pPr marL="162000" indent="-162000">
              <a:spcBef>
                <a:spcPts val="400"/>
              </a:spcBef>
              <a:defRPr sz="1400"/>
            </a:lvl3pPr>
            <a:lvl4pPr marL="324000" indent="-162000">
              <a:spcBef>
                <a:spcPts val="400"/>
              </a:spcBef>
              <a:defRPr sz="1400"/>
            </a:lvl4pPr>
            <a:lvl5pPr marL="486000" indent="-162000">
              <a:spcBef>
                <a:spcPts val="4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EE98C-2EF7-7ADE-603E-FCEA2F1947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7088" y="4094154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AE0C510-FB1B-74E8-56E5-565EE117797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692336" y="4217399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/>
            </a:lvl1pPr>
            <a:lvl2pPr marL="0" indent="0">
              <a:spcBef>
                <a:spcPts val="400"/>
              </a:spcBef>
              <a:buNone/>
              <a:defRPr sz="1400"/>
            </a:lvl2pPr>
            <a:lvl3pPr marL="162000" indent="-162000">
              <a:spcBef>
                <a:spcPts val="400"/>
              </a:spcBef>
              <a:defRPr sz="1400"/>
            </a:lvl3pPr>
            <a:lvl4pPr marL="324000" indent="-162000">
              <a:spcBef>
                <a:spcPts val="400"/>
              </a:spcBef>
              <a:defRPr sz="1400"/>
            </a:lvl4pPr>
            <a:lvl5pPr marL="486000" indent="-162000">
              <a:spcBef>
                <a:spcPts val="40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7FA639-208B-B444-A324-F439C51B4F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0941" y="4094154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2A0A7A4-4A99-73F3-4520-2508A205F3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30858924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Key Statement (Brown)">
    <p:bg>
      <p:bgPr>
        <a:solidFill>
          <a:srgbClr val="2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31A677C1-8B08-BD76-3569-E4F2913DE5D0}"/>
              </a:ext>
            </a:extLst>
          </p:cNvPr>
          <p:cNvSpPr>
            <a:spLocks/>
          </p:cNvSpPr>
          <p:nvPr userDrawn="1"/>
        </p:nvSpPr>
        <p:spPr bwMode="auto">
          <a:xfrm>
            <a:off x="11579226" y="6399213"/>
            <a:ext cx="250824" cy="239713"/>
          </a:xfrm>
          <a:custGeom>
            <a:avLst/>
            <a:gdLst>
              <a:gd name="T0" fmla="*/ 1733 w 1858"/>
              <a:gd name="T1" fmla="*/ 639 h 1801"/>
              <a:gd name="T2" fmla="*/ 1721 w 1858"/>
              <a:gd name="T3" fmla="*/ 504 h 1801"/>
              <a:gd name="T4" fmla="*/ 1426 w 1858"/>
              <a:gd name="T5" fmla="*/ 217 h 1801"/>
              <a:gd name="T6" fmla="*/ 1336 w 1858"/>
              <a:gd name="T7" fmla="*/ 114 h 1801"/>
              <a:gd name="T8" fmla="*/ 929 w 1858"/>
              <a:gd name="T9" fmla="*/ 55 h 1801"/>
              <a:gd name="T10" fmla="*/ 796 w 1858"/>
              <a:gd name="T11" fmla="*/ 25 h 1801"/>
              <a:gd name="T12" fmla="*/ 432 w 1858"/>
              <a:gd name="T13" fmla="*/ 217 h 1801"/>
              <a:gd name="T14" fmla="*/ 307 w 1858"/>
              <a:gd name="T15" fmla="*/ 270 h 1801"/>
              <a:gd name="T16" fmla="*/ 125 w 1858"/>
              <a:gd name="T17" fmla="*/ 639 h 1801"/>
              <a:gd name="T18" fmla="*/ 55 w 1858"/>
              <a:gd name="T19" fmla="*/ 756 h 1801"/>
              <a:gd name="T20" fmla="*/ 125 w 1858"/>
              <a:gd name="T21" fmla="*/ 1162 h 1801"/>
              <a:gd name="T22" fmla="*/ 137 w 1858"/>
              <a:gd name="T23" fmla="*/ 1298 h 1801"/>
              <a:gd name="T24" fmla="*/ 432 w 1858"/>
              <a:gd name="T25" fmla="*/ 1585 h 1801"/>
              <a:gd name="T26" fmla="*/ 522 w 1858"/>
              <a:gd name="T27" fmla="*/ 1688 h 1801"/>
              <a:gd name="T28" fmla="*/ 929 w 1858"/>
              <a:gd name="T29" fmla="*/ 1746 h 1801"/>
              <a:gd name="T30" fmla="*/ 1062 w 1858"/>
              <a:gd name="T31" fmla="*/ 1777 h 1801"/>
              <a:gd name="T32" fmla="*/ 1426 w 1858"/>
              <a:gd name="T33" fmla="*/ 1585 h 1801"/>
              <a:gd name="T34" fmla="*/ 1551 w 1858"/>
              <a:gd name="T35" fmla="*/ 1531 h 1801"/>
              <a:gd name="T36" fmla="*/ 1733 w 1858"/>
              <a:gd name="T37" fmla="*/ 1162 h 1801"/>
              <a:gd name="T38" fmla="*/ 1803 w 1858"/>
              <a:gd name="T39" fmla="*/ 1045 h 1801"/>
              <a:gd name="T40" fmla="*/ 1733 w 1858"/>
              <a:gd name="T41" fmla="*/ 639 h 1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858" h="1801">
                <a:moveTo>
                  <a:pt x="1733" y="639"/>
                </a:moveTo>
                <a:cubicBezTo>
                  <a:pt x="1737" y="595"/>
                  <a:pt x="1733" y="549"/>
                  <a:pt x="1721" y="504"/>
                </a:cubicBezTo>
                <a:cubicBezTo>
                  <a:pt x="1682" y="356"/>
                  <a:pt x="1565" y="249"/>
                  <a:pt x="1426" y="217"/>
                </a:cubicBezTo>
                <a:cubicBezTo>
                  <a:pt x="1403" y="179"/>
                  <a:pt x="1373" y="144"/>
                  <a:pt x="1336" y="114"/>
                </a:cubicBezTo>
                <a:cubicBezTo>
                  <a:pt x="1218" y="17"/>
                  <a:pt x="1061" y="0"/>
                  <a:pt x="929" y="55"/>
                </a:cubicBezTo>
                <a:cubicBezTo>
                  <a:pt x="888" y="38"/>
                  <a:pt x="843" y="27"/>
                  <a:pt x="796" y="25"/>
                </a:cubicBezTo>
                <a:cubicBezTo>
                  <a:pt x="643" y="16"/>
                  <a:pt x="506" y="95"/>
                  <a:pt x="432" y="217"/>
                </a:cubicBezTo>
                <a:cubicBezTo>
                  <a:pt x="389" y="227"/>
                  <a:pt x="346" y="244"/>
                  <a:pt x="307" y="270"/>
                </a:cubicBezTo>
                <a:cubicBezTo>
                  <a:pt x="178" y="353"/>
                  <a:pt x="113" y="497"/>
                  <a:pt x="125" y="639"/>
                </a:cubicBezTo>
                <a:cubicBezTo>
                  <a:pt x="96" y="673"/>
                  <a:pt x="72" y="712"/>
                  <a:pt x="55" y="756"/>
                </a:cubicBezTo>
                <a:cubicBezTo>
                  <a:pt x="0" y="899"/>
                  <a:pt x="32" y="1054"/>
                  <a:pt x="125" y="1162"/>
                </a:cubicBezTo>
                <a:cubicBezTo>
                  <a:pt x="121" y="1206"/>
                  <a:pt x="125" y="1252"/>
                  <a:pt x="137" y="1298"/>
                </a:cubicBezTo>
                <a:cubicBezTo>
                  <a:pt x="176" y="1446"/>
                  <a:pt x="293" y="1552"/>
                  <a:pt x="432" y="1585"/>
                </a:cubicBezTo>
                <a:cubicBezTo>
                  <a:pt x="455" y="1623"/>
                  <a:pt x="485" y="1658"/>
                  <a:pt x="522" y="1688"/>
                </a:cubicBezTo>
                <a:cubicBezTo>
                  <a:pt x="640" y="1784"/>
                  <a:pt x="797" y="1801"/>
                  <a:pt x="929" y="1746"/>
                </a:cubicBezTo>
                <a:cubicBezTo>
                  <a:pt x="970" y="1763"/>
                  <a:pt x="1015" y="1774"/>
                  <a:pt x="1062" y="1777"/>
                </a:cubicBezTo>
                <a:cubicBezTo>
                  <a:pt x="1215" y="1785"/>
                  <a:pt x="1352" y="1707"/>
                  <a:pt x="1426" y="1585"/>
                </a:cubicBezTo>
                <a:cubicBezTo>
                  <a:pt x="1469" y="1575"/>
                  <a:pt x="1512" y="1557"/>
                  <a:pt x="1551" y="1531"/>
                </a:cubicBezTo>
                <a:cubicBezTo>
                  <a:pt x="1680" y="1448"/>
                  <a:pt x="1745" y="1304"/>
                  <a:pt x="1733" y="1162"/>
                </a:cubicBezTo>
                <a:cubicBezTo>
                  <a:pt x="1762" y="1128"/>
                  <a:pt x="1786" y="1089"/>
                  <a:pt x="1803" y="1045"/>
                </a:cubicBezTo>
                <a:cubicBezTo>
                  <a:pt x="1858" y="902"/>
                  <a:pt x="1826" y="748"/>
                  <a:pt x="1733" y="639"/>
                </a:cubicBez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483" y="1753712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2pPr>
            <a:lvl3pPr marL="162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3pPr>
            <a:lvl4pPr marL="324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4pPr>
            <a:lvl5pPr marL="486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6C4845-47AD-4112-996F-FE17105557FB}" type="datetime1">
              <a:rPr lang="en-GB" smtClean="0"/>
              <a:pPr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279B16-DFD0-1C6F-FFED-84909C8DAA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088" y="1630467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A09B483-C95E-B39B-5E79-FEFFCB205A5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692336" y="1753712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2pPr>
            <a:lvl3pPr marL="162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3pPr>
            <a:lvl4pPr marL="324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4pPr>
            <a:lvl5pPr marL="486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287CFFD-DC6E-2591-ADD0-499C2EDD69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0941" y="1630467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9C94477-862E-F92B-D944-449AB1600CC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98483" y="4217399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2pPr>
            <a:lvl3pPr marL="162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3pPr>
            <a:lvl4pPr marL="324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4pPr>
            <a:lvl5pPr marL="486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EE98C-2EF7-7ADE-603E-FCEA2F1947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7088" y="4094154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AE0C510-FB1B-74E8-56E5-565EE117797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692336" y="4217399"/>
            <a:ext cx="3146606" cy="1759195"/>
          </a:xfrm>
        </p:spPr>
        <p:txBody>
          <a:bodyPr/>
          <a:lstStyle>
            <a:lvl1pPr>
              <a:spcBef>
                <a:spcPts val="0"/>
              </a:spcBef>
              <a:spcAft>
                <a:spcPts val="1000"/>
              </a:spcAft>
              <a:defRPr sz="3400" b="1" spc="-15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buNone/>
              <a:defRPr sz="1400">
                <a:solidFill>
                  <a:schemeClr val="bg1"/>
                </a:solidFill>
              </a:defRPr>
            </a:lvl2pPr>
            <a:lvl3pPr marL="162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3pPr>
            <a:lvl4pPr marL="324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4pPr>
            <a:lvl5pPr marL="486000" indent="-162000">
              <a:spcBef>
                <a:spcPts val="40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7FA639-208B-B444-A324-F439C51B4F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0941" y="4094154"/>
            <a:ext cx="864556" cy="842736"/>
          </a:xfrm>
          <a:custGeom>
            <a:avLst/>
            <a:gdLst>
              <a:gd name="connsiteX0" fmla="*/ 405506 w 951466"/>
              <a:gd name="connsiteY0" fmla="*/ 571 h 927453"/>
              <a:gd name="connsiteX1" fmla="*/ 475734 w 951466"/>
              <a:gd name="connsiteY1" fmla="*/ 16437 h 927453"/>
              <a:gd name="connsiteX2" fmla="*/ 690641 w 951466"/>
              <a:gd name="connsiteY2" fmla="*/ 47641 h 927453"/>
              <a:gd name="connsiteX3" fmla="*/ 738163 w 951466"/>
              <a:gd name="connsiteY3" fmla="*/ 102115 h 927453"/>
              <a:gd name="connsiteX4" fmla="*/ 893931 w 951466"/>
              <a:gd name="connsiteY4" fmla="*/ 253901 h 927453"/>
              <a:gd name="connsiteX5" fmla="*/ 900268 w 951466"/>
              <a:gd name="connsiteY5" fmla="*/ 325299 h 927453"/>
              <a:gd name="connsiteX6" fmla="*/ 937230 w 951466"/>
              <a:gd name="connsiteY6" fmla="*/ 540021 h 927453"/>
              <a:gd name="connsiteX7" fmla="*/ 900268 w 951466"/>
              <a:gd name="connsiteY7" fmla="*/ 601899 h 927453"/>
              <a:gd name="connsiteX8" fmla="*/ 804167 w 951466"/>
              <a:gd name="connsiteY8" fmla="*/ 797053 h 927453"/>
              <a:gd name="connsiteX9" fmla="*/ 738163 w 951466"/>
              <a:gd name="connsiteY9" fmla="*/ 825613 h 927453"/>
              <a:gd name="connsiteX10" fmla="*/ 545961 w 951466"/>
              <a:gd name="connsiteY10" fmla="*/ 927156 h 927453"/>
              <a:gd name="connsiteX11" fmla="*/ 475734 w 951466"/>
              <a:gd name="connsiteY11" fmla="*/ 910761 h 927453"/>
              <a:gd name="connsiteX12" fmla="*/ 260827 w 951466"/>
              <a:gd name="connsiteY12" fmla="*/ 880087 h 927453"/>
              <a:gd name="connsiteX13" fmla="*/ 213304 w 951466"/>
              <a:gd name="connsiteY13" fmla="*/ 825613 h 927453"/>
              <a:gd name="connsiteX14" fmla="*/ 57536 w 951466"/>
              <a:gd name="connsiteY14" fmla="*/ 673826 h 927453"/>
              <a:gd name="connsiteX15" fmla="*/ 51200 w 951466"/>
              <a:gd name="connsiteY15" fmla="*/ 601899 h 927453"/>
              <a:gd name="connsiteX16" fmla="*/ 14238 w 951466"/>
              <a:gd name="connsiteY16" fmla="*/ 387177 h 927453"/>
              <a:gd name="connsiteX17" fmla="*/ 51200 w 951466"/>
              <a:gd name="connsiteY17" fmla="*/ 325299 h 927453"/>
              <a:gd name="connsiteX18" fmla="*/ 147301 w 951466"/>
              <a:gd name="connsiteY18" fmla="*/ 130145 h 927453"/>
              <a:gd name="connsiteX19" fmla="*/ 213304 w 951466"/>
              <a:gd name="connsiteY19" fmla="*/ 102115 h 927453"/>
              <a:gd name="connsiteX20" fmla="*/ 405506 w 951466"/>
              <a:gd name="connsiteY20" fmla="*/ 571 h 92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1466" h="927453">
                <a:moveTo>
                  <a:pt x="405506" y="571"/>
                </a:moveTo>
                <a:cubicBezTo>
                  <a:pt x="430323" y="1629"/>
                  <a:pt x="454085" y="7446"/>
                  <a:pt x="475734" y="16437"/>
                </a:cubicBezTo>
                <a:cubicBezTo>
                  <a:pt x="545433" y="-12651"/>
                  <a:pt x="628334" y="-3660"/>
                  <a:pt x="690641" y="47641"/>
                </a:cubicBezTo>
                <a:cubicBezTo>
                  <a:pt x="710178" y="63507"/>
                  <a:pt x="726019" y="82017"/>
                  <a:pt x="738163" y="102115"/>
                </a:cubicBezTo>
                <a:cubicBezTo>
                  <a:pt x="811559" y="119038"/>
                  <a:pt x="873338" y="175628"/>
                  <a:pt x="893931" y="253901"/>
                </a:cubicBezTo>
                <a:cubicBezTo>
                  <a:pt x="900268" y="277700"/>
                  <a:pt x="902380" y="302028"/>
                  <a:pt x="900268" y="325299"/>
                </a:cubicBezTo>
                <a:cubicBezTo>
                  <a:pt x="949374" y="382946"/>
                  <a:pt x="966271" y="464392"/>
                  <a:pt x="937230" y="540021"/>
                </a:cubicBezTo>
                <a:cubicBezTo>
                  <a:pt x="928253" y="563292"/>
                  <a:pt x="915581" y="583918"/>
                  <a:pt x="900268" y="601899"/>
                </a:cubicBezTo>
                <a:cubicBezTo>
                  <a:pt x="906604" y="676999"/>
                  <a:pt x="872282" y="753157"/>
                  <a:pt x="804167" y="797053"/>
                </a:cubicBezTo>
                <a:cubicBezTo>
                  <a:pt x="783574" y="810804"/>
                  <a:pt x="760869" y="820324"/>
                  <a:pt x="738163" y="825613"/>
                </a:cubicBezTo>
                <a:cubicBezTo>
                  <a:pt x="699089" y="890135"/>
                  <a:pt x="626750" y="931387"/>
                  <a:pt x="545961" y="927156"/>
                </a:cubicBezTo>
                <a:cubicBezTo>
                  <a:pt x="521144" y="925570"/>
                  <a:pt x="497383" y="919752"/>
                  <a:pt x="475734" y="910761"/>
                </a:cubicBezTo>
                <a:cubicBezTo>
                  <a:pt x="406034" y="939849"/>
                  <a:pt x="323134" y="930858"/>
                  <a:pt x="260827" y="880087"/>
                </a:cubicBezTo>
                <a:cubicBezTo>
                  <a:pt x="241290" y="864220"/>
                  <a:pt x="225449" y="845710"/>
                  <a:pt x="213304" y="825613"/>
                </a:cubicBezTo>
                <a:cubicBezTo>
                  <a:pt x="139908" y="808160"/>
                  <a:pt x="78129" y="752099"/>
                  <a:pt x="57536" y="673826"/>
                </a:cubicBezTo>
                <a:cubicBezTo>
                  <a:pt x="51200" y="649498"/>
                  <a:pt x="49088" y="625170"/>
                  <a:pt x="51200" y="601899"/>
                </a:cubicBezTo>
                <a:cubicBezTo>
                  <a:pt x="2093" y="544781"/>
                  <a:pt x="-14804" y="462806"/>
                  <a:pt x="14238" y="387177"/>
                </a:cubicBezTo>
                <a:cubicBezTo>
                  <a:pt x="23214" y="363907"/>
                  <a:pt x="35887" y="343281"/>
                  <a:pt x="51200" y="325299"/>
                </a:cubicBezTo>
                <a:cubicBezTo>
                  <a:pt x="44863" y="250199"/>
                  <a:pt x="79185" y="174041"/>
                  <a:pt x="147301" y="130145"/>
                </a:cubicBezTo>
                <a:cubicBezTo>
                  <a:pt x="167894" y="116394"/>
                  <a:pt x="190599" y="107403"/>
                  <a:pt x="213304" y="102115"/>
                </a:cubicBezTo>
                <a:cubicBezTo>
                  <a:pt x="252378" y="37592"/>
                  <a:pt x="324718" y="-4189"/>
                  <a:pt x="405506" y="571"/>
                </a:cubicBezTo>
                <a:close/>
              </a:path>
            </a:pathLst>
          </a:custGeom>
          <a:solidFill>
            <a:srgbClr val="F40009"/>
          </a:solidFill>
        </p:spPr>
        <p:txBody>
          <a:bodyPr wrap="square" anchor="ctr" anchorCtr="1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#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9442D-DB34-E6E2-CDF0-084E908405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200" y="6390000"/>
            <a:ext cx="1324800" cy="245422"/>
          </a:xfrm>
          <a:prstGeom prst="rect">
            <a:avLst/>
          </a:prstGeom>
        </p:spPr>
      </p:pic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EA455ED8-C2F4-0F05-A7E5-BBEAC6FF5D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5D84F05-9AE7-04B4-91D8-C8DCFE3B3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246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(Red &amp;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F701FBAA-B6C0-0DD8-27C8-D6F62B1D0954}"/>
              </a:ext>
            </a:extLst>
          </p:cNvPr>
          <p:cNvSpPr>
            <a:spLocks/>
          </p:cNvSpPr>
          <p:nvPr userDrawn="1"/>
        </p:nvSpPr>
        <p:spPr bwMode="auto">
          <a:xfrm>
            <a:off x="3135313" y="351729"/>
            <a:ext cx="5921375" cy="5976938"/>
          </a:xfrm>
          <a:custGeom>
            <a:avLst/>
            <a:gdLst>
              <a:gd name="T0" fmla="*/ 2041 w 3730"/>
              <a:gd name="T1" fmla="*/ 38 h 3764"/>
              <a:gd name="T2" fmla="*/ 2308 w 3730"/>
              <a:gd name="T3" fmla="*/ 153 h 3764"/>
              <a:gd name="T4" fmla="*/ 2568 w 3730"/>
              <a:gd name="T5" fmla="*/ 172 h 3764"/>
              <a:gd name="T6" fmla="*/ 2790 w 3730"/>
              <a:gd name="T7" fmla="*/ 362 h 3764"/>
              <a:gd name="T8" fmla="*/ 3033 w 3730"/>
              <a:gd name="T9" fmla="*/ 457 h 3764"/>
              <a:gd name="T10" fmla="*/ 3190 w 3730"/>
              <a:gd name="T11" fmla="*/ 705 h 3764"/>
              <a:gd name="T12" fmla="*/ 3394 w 3730"/>
              <a:gd name="T13" fmla="*/ 869 h 3764"/>
              <a:gd name="T14" fmla="*/ 3472 w 3730"/>
              <a:gd name="T15" fmla="*/ 1152 h 3764"/>
              <a:gd name="T16" fmla="*/ 3619 w 3730"/>
              <a:gd name="T17" fmla="*/ 1369 h 3764"/>
              <a:gd name="T18" fmla="*/ 3611 w 3730"/>
              <a:gd name="T19" fmla="*/ 1663 h 3764"/>
              <a:gd name="T20" fmla="*/ 3688 w 3730"/>
              <a:gd name="T21" fmla="*/ 1915 h 3764"/>
              <a:gd name="T22" fmla="*/ 3595 w 3730"/>
              <a:gd name="T23" fmla="*/ 2193 h 3764"/>
              <a:gd name="T24" fmla="*/ 3596 w 3730"/>
              <a:gd name="T25" fmla="*/ 2457 h 3764"/>
              <a:gd name="T26" fmla="*/ 3425 w 3730"/>
              <a:gd name="T27" fmla="*/ 2695 h 3764"/>
              <a:gd name="T28" fmla="*/ 3349 w 3730"/>
              <a:gd name="T29" fmla="*/ 2947 h 3764"/>
              <a:gd name="T30" fmla="*/ 3117 w 3730"/>
              <a:gd name="T31" fmla="*/ 3124 h 3764"/>
              <a:gd name="T32" fmla="*/ 2971 w 3730"/>
              <a:gd name="T33" fmla="*/ 3342 h 3764"/>
              <a:gd name="T34" fmla="*/ 2698 w 3730"/>
              <a:gd name="T35" fmla="*/ 3442 h 3764"/>
              <a:gd name="T36" fmla="*/ 2494 w 3730"/>
              <a:gd name="T37" fmla="*/ 3606 h 3764"/>
              <a:gd name="T38" fmla="*/ 2204 w 3730"/>
              <a:gd name="T39" fmla="*/ 3620 h 3764"/>
              <a:gd name="T40" fmla="*/ 1962 w 3730"/>
              <a:gd name="T41" fmla="*/ 3717 h 3764"/>
              <a:gd name="T42" fmla="*/ 1680 w 3730"/>
              <a:gd name="T43" fmla="*/ 3644 h 3764"/>
              <a:gd name="T44" fmla="*/ 1421 w 3730"/>
              <a:gd name="T45" fmla="*/ 3664 h 3764"/>
              <a:gd name="T46" fmla="*/ 1173 w 3730"/>
              <a:gd name="T47" fmla="*/ 3510 h 3764"/>
              <a:gd name="T48" fmla="*/ 919 w 3730"/>
              <a:gd name="T49" fmla="*/ 3452 h 3764"/>
              <a:gd name="T50" fmla="*/ 727 w 3730"/>
              <a:gd name="T51" fmla="*/ 3231 h 3764"/>
              <a:gd name="T52" fmla="*/ 501 w 3730"/>
              <a:gd name="T53" fmla="*/ 3100 h 3764"/>
              <a:gd name="T54" fmla="*/ 383 w 3730"/>
              <a:gd name="T55" fmla="*/ 2832 h 3764"/>
              <a:gd name="T56" fmla="*/ 205 w 3730"/>
              <a:gd name="T57" fmla="*/ 2639 h 3764"/>
              <a:gd name="T58" fmla="*/ 170 w 3730"/>
              <a:gd name="T59" fmla="*/ 2347 h 3764"/>
              <a:gd name="T60" fmla="*/ 56 w 3730"/>
              <a:gd name="T61" fmla="*/ 2110 h 3764"/>
              <a:gd name="T62" fmla="*/ 107 w 3730"/>
              <a:gd name="T63" fmla="*/ 1820 h 3764"/>
              <a:gd name="T64" fmla="*/ 68 w 3730"/>
              <a:gd name="T65" fmla="*/ 1560 h 3764"/>
              <a:gd name="T66" fmla="*/ 201 w 3730"/>
              <a:gd name="T67" fmla="*/ 1299 h 3764"/>
              <a:gd name="T68" fmla="*/ 240 w 3730"/>
              <a:gd name="T69" fmla="*/ 1038 h 3764"/>
              <a:gd name="T70" fmla="*/ 443 w 3730"/>
              <a:gd name="T71" fmla="*/ 828 h 3764"/>
              <a:gd name="T72" fmla="*/ 556 w 3730"/>
              <a:gd name="T73" fmla="*/ 590 h 3764"/>
              <a:gd name="T74" fmla="*/ 811 w 3730"/>
              <a:gd name="T75" fmla="*/ 450 h 3764"/>
              <a:gd name="T76" fmla="*/ 988 w 3730"/>
              <a:gd name="T77" fmla="*/ 257 h 3764"/>
              <a:gd name="T78" fmla="*/ 1273 w 3730"/>
              <a:gd name="T79" fmla="*/ 199 h 3764"/>
              <a:gd name="T80" fmla="*/ 1498 w 3730"/>
              <a:gd name="T81" fmla="*/ 67 h 3764"/>
              <a:gd name="T82" fmla="*/ 1787 w 3730"/>
              <a:gd name="T83" fmla="*/ 97 h 3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730" h="3764">
                <a:moveTo>
                  <a:pt x="1943" y="97"/>
                </a:moveTo>
                <a:cubicBezTo>
                  <a:pt x="2041" y="38"/>
                  <a:pt x="2041" y="38"/>
                  <a:pt x="2041" y="38"/>
                </a:cubicBezTo>
                <a:cubicBezTo>
                  <a:pt x="2103" y="0"/>
                  <a:pt x="2183" y="13"/>
                  <a:pt x="2232" y="67"/>
                </a:cubicBezTo>
                <a:cubicBezTo>
                  <a:pt x="2308" y="153"/>
                  <a:pt x="2308" y="153"/>
                  <a:pt x="2308" y="153"/>
                </a:cubicBezTo>
                <a:cubicBezTo>
                  <a:pt x="2346" y="195"/>
                  <a:pt x="2403" y="213"/>
                  <a:pt x="2457" y="199"/>
                </a:cubicBezTo>
                <a:cubicBezTo>
                  <a:pt x="2568" y="172"/>
                  <a:pt x="2568" y="172"/>
                  <a:pt x="2568" y="172"/>
                </a:cubicBezTo>
                <a:cubicBezTo>
                  <a:pt x="2639" y="155"/>
                  <a:pt x="2712" y="190"/>
                  <a:pt x="2742" y="257"/>
                </a:cubicBezTo>
                <a:cubicBezTo>
                  <a:pt x="2790" y="362"/>
                  <a:pt x="2790" y="362"/>
                  <a:pt x="2790" y="362"/>
                </a:cubicBezTo>
                <a:cubicBezTo>
                  <a:pt x="2814" y="413"/>
                  <a:pt x="2863" y="447"/>
                  <a:pt x="2919" y="450"/>
                </a:cubicBezTo>
                <a:cubicBezTo>
                  <a:pt x="3033" y="457"/>
                  <a:pt x="3033" y="457"/>
                  <a:pt x="3033" y="457"/>
                </a:cubicBezTo>
                <a:cubicBezTo>
                  <a:pt x="3105" y="462"/>
                  <a:pt x="3165" y="518"/>
                  <a:pt x="3174" y="590"/>
                </a:cubicBezTo>
                <a:cubicBezTo>
                  <a:pt x="3190" y="705"/>
                  <a:pt x="3190" y="705"/>
                  <a:pt x="3190" y="705"/>
                </a:cubicBezTo>
                <a:cubicBezTo>
                  <a:pt x="3197" y="761"/>
                  <a:pt x="3235" y="808"/>
                  <a:pt x="3287" y="828"/>
                </a:cubicBezTo>
                <a:cubicBezTo>
                  <a:pt x="3394" y="869"/>
                  <a:pt x="3394" y="869"/>
                  <a:pt x="3394" y="869"/>
                </a:cubicBezTo>
                <a:cubicBezTo>
                  <a:pt x="3462" y="895"/>
                  <a:pt x="3502" y="965"/>
                  <a:pt x="3490" y="1038"/>
                </a:cubicBezTo>
                <a:cubicBezTo>
                  <a:pt x="3472" y="1152"/>
                  <a:pt x="3472" y="1152"/>
                  <a:pt x="3472" y="1152"/>
                </a:cubicBezTo>
                <a:cubicBezTo>
                  <a:pt x="3463" y="1208"/>
                  <a:pt x="3485" y="1264"/>
                  <a:pt x="3529" y="1299"/>
                </a:cubicBezTo>
                <a:cubicBezTo>
                  <a:pt x="3619" y="1369"/>
                  <a:pt x="3619" y="1369"/>
                  <a:pt x="3619" y="1369"/>
                </a:cubicBezTo>
                <a:cubicBezTo>
                  <a:pt x="3676" y="1414"/>
                  <a:pt x="3694" y="1494"/>
                  <a:pt x="3662" y="1560"/>
                </a:cubicBezTo>
                <a:cubicBezTo>
                  <a:pt x="3611" y="1663"/>
                  <a:pt x="3611" y="1663"/>
                  <a:pt x="3611" y="1663"/>
                </a:cubicBezTo>
                <a:cubicBezTo>
                  <a:pt x="3586" y="1714"/>
                  <a:pt x="3591" y="1774"/>
                  <a:pt x="3623" y="1820"/>
                </a:cubicBezTo>
                <a:cubicBezTo>
                  <a:pt x="3688" y="1915"/>
                  <a:pt x="3688" y="1915"/>
                  <a:pt x="3688" y="1915"/>
                </a:cubicBezTo>
                <a:cubicBezTo>
                  <a:pt x="3730" y="1975"/>
                  <a:pt x="3724" y="2057"/>
                  <a:pt x="3674" y="2110"/>
                </a:cubicBezTo>
                <a:cubicBezTo>
                  <a:pt x="3595" y="2193"/>
                  <a:pt x="3595" y="2193"/>
                  <a:pt x="3595" y="2193"/>
                </a:cubicBezTo>
                <a:cubicBezTo>
                  <a:pt x="3557" y="2234"/>
                  <a:pt x="3543" y="2293"/>
                  <a:pt x="3560" y="2347"/>
                </a:cubicBezTo>
                <a:cubicBezTo>
                  <a:pt x="3596" y="2457"/>
                  <a:pt x="3596" y="2457"/>
                  <a:pt x="3596" y="2457"/>
                </a:cubicBezTo>
                <a:cubicBezTo>
                  <a:pt x="3618" y="2527"/>
                  <a:pt x="3588" y="2603"/>
                  <a:pt x="3525" y="2639"/>
                </a:cubicBezTo>
                <a:cubicBezTo>
                  <a:pt x="3425" y="2695"/>
                  <a:pt x="3425" y="2695"/>
                  <a:pt x="3425" y="2695"/>
                </a:cubicBezTo>
                <a:cubicBezTo>
                  <a:pt x="3377" y="2723"/>
                  <a:pt x="3347" y="2775"/>
                  <a:pt x="3347" y="2832"/>
                </a:cubicBezTo>
                <a:cubicBezTo>
                  <a:pt x="3349" y="2947"/>
                  <a:pt x="3349" y="2947"/>
                  <a:pt x="3349" y="2947"/>
                </a:cubicBezTo>
                <a:cubicBezTo>
                  <a:pt x="3350" y="3020"/>
                  <a:pt x="3300" y="3084"/>
                  <a:pt x="3229" y="3100"/>
                </a:cubicBezTo>
                <a:cubicBezTo>
                  <a:pt x="3117" y="3124"/>
                  <a:pt x="3117" y="3124"/>
                  <a:pt x="3117" y="3124"/>
                </a:cubicBezTo>
                <a:cubicBezTo>
                  <a:pt x="3062" y="3136"/>
                  <a:pt x="3019" y="3177"/>
                  <a:pt x="3003" y="3231"/>
                </a:cubicBezTo>
                <a:cubicBezTo>
                  <a:pt x="2971" y="3342"/>
                  <a:pt x="2971" y="3342"/>
                  <a:pt x="2971" y="3342"/>
                </a:cubicBezTo>
                <a:cubicBezTo>
                  <a:pt x="2950" y="3412"/>
                  <a:pt x="2883" y="3458"/>
                  <a:pt x="2811" y="3452"/>
                </a:cubicBezTo>
                <a:cubicBezTo>
                  <a:pt x="2698" y="3442"/>
                  <a:pt x="2698" y="3442"/>
                  <a:pt x="2698" y="3442"/>
                </a:cubicBezTo>
                <a:cubicBezTo>
                  <a:pt x="2642" y="3437"/>
                  <a:pt x="2588" y="3463"/>
                  <a:pt x="2557" y="3510"/>
                </a:cubicBezTo>
                <a:cubicBezTo>
                  <a:pt x="2494" y="3606"/>
                  <a:pt x="2494" y="3606"/>
                  <a:pt x="2494" y="3606"/>
                </a:cubicBezTo>
                <a:cubicBezTo>
                  <a:pt x="2454" y="3668"/>
                  <a:pt x="2377" y="3692"/>
                  <a:pt x="2309" y="3664"/>
                </a:cubicBezTo>
                <a:cubicBezTo>
                  <a:pt x="2204" y="3620"/>
                  <a:pt x="2204" y="3620"/>
                  <a:pt x="2204" y="3620"/>
                </a:cubicBezTo>
                <a:cubicBezTo>
                  <a:pt x="2152" y="3599"/>
                  <a:pt x="2093" y="3608"/>
                  <a:pt x="2050" y="3644"/>
                </a:cubicBezTo>
                <a:cubicBezTo>
                  <a:pt x="1962" y="3717"/>
                  <a:pt x="1962" y="3717"/>
                  <a:pt x="1962" y="3717"/>
                </a:cubicBezTo>
                <a:cubicBezTo>
                  <a:pt x="1905" y="3764"/>
                  <a:pt x="1825" y="3764"/>
                  <a:pt x="1768" y="3717"/>
                </a:cubicBezTo>
                <a:cubicBezTo>
                  <a:pt x="1680" y="3644"/>
                  <a:pt x="1680" y="3644"/>
                  <a:pt x="1680" y="3644"/>
                </a:cubicBezTo>
                <a:cubicBezTo>
                  <a:pt x="1637" y="3608"/>
                  <a:pt x="1578" y="3599"/>
                  <a:pt x="1526" y="3620"/>
                </a:cubicBezTo>
                <a:cubicBezTo>
                  <a:pt x="1421" y="3664"/>
                  <a:pt x="1421" y="3664"/>
                  <a:pt x="1421" y="3664"/>
                </a:cubicBezTo>
                <a:cubicBezTo>
                  <a:pt x="1353" y="3692"/>
                  <a:pt x="1276" y="3668"/>
                  <a:pt x="1236" y="3606"/>
                </a:cubicBezTo>
                <a:cubicBezTo>
                  <a:pt x="1173" y="3510"/>
                  <a:pt x="1173" y="3510"/>
                  <a:pt x="1173" y="3510"/>
                </a:cubicBezTo>
                <a:cubicBezTo>
                  <a:pt x="1142" y="3463"/>
                  <a:pt x="1088" y="3437"/>
                  <a:pt x="1032" y="3442"/>
                </a:cubicBezTo>
                <a:cubicBezTo>
                  <a:pt x="919" y="3452"/>
                  <a:pt x="919" y="3452"/>
                  <a:pt x="919" y="3452"/>
                </a:cubicBezTo>
                <a:cubicBezTo>
                  <a:pt x="847" y="3458"/>
                  <a:pt x="780" y="3412"/>
                  <a:pt x="759" y="3342"/>
                </a:cubicBezTo>
                <a:cubicBezTo>
                  <a:pt x="727" y="3231"/>
                  <a:pt x="727" y="3231"/>
                  <a:pt x="727" y="3231"/>
                </a:cubicBezTo>
                <a:cubicBezTo>
                  <a:pt x="711" y="3177"/>
                  <a:pt x="668" y="3136"/>
                  <a:pt x="613" y="3124"/>
                </a:cubicBezTo>
                <a:cubicBezTo>
                  <a:pt x="501" y="3100"/>
                  <a:pt x="501" y="3100"/>
                  <a:pt x="501" y="3100"/>
                </a:cubicBezTo>
                <a:cubicBezTo>
                  <a:pt x="430" y="3084"/>
                  <a:pt x="380" y="3020"/>
                  <a:pt x="381" y="2947"/>
                </a:cubicBezTo>
                <a:cubicBezTo>
                  <a:pt x="383" y="2832"/>
                  <a:pt x="383" y="2832"/>
                  <a:pt x="383" y="2832"/>
                </a:cubicBezTo>
                <a:cubicBezTo>
                  <a:pt x="383" y="2775"/>
                  <a:pt x="353" y="2723"/>
                  <a:pt x="305" y="2695"/>
                </a:cubicBezTo>
                <a:cubicBezTo>
                  <a:pt x="205" y="2639"/>
                  <a:pt x="205" y="2639"/>
                  <a:pt x="205" y="2639"/>
                </a:cubicBezTo>
                <a:cubicBezTo>
                  <a:pt x="142" y="2603"/>
                  <a:pt x="112" y="2527"/>
                  <a:pt x="134" y="2457"/>
                </a:cubicBezTo>
                <a:cubicBezTo>
                  <a:pt x="170" y="2347"/>
                  <a:pt x="170" y="2347"/>
                  <a:pt x="170" y="2347"/>
                </a:cubicBezTo>
                <a:cubicBezTo>
                  <a:pt x="187" y="2293"/>
                  <a:pt x="173" y="2234"/>
                  <a:pt x="135" y="2193"/>
                </a:cubicBezTo>
                <a:cubicBezTo>
                  <a:pt x="56" y="2110"/>
                  <a:pt x="56" y="2110"/>
                  <a:pt x="56" y="2110"/>
                </a:cubicBezTo>
                <a:cubicBezTo>
                  <a:pt x="6" y="2057"/>
                  <a:pt x="0" y="1975"/>
                  <a:pt x="42" y="1915"/>
                </a:cubicBezTo>
                <a:cubicBezTo>
                  <a:pt x="107" y="1820"/>
                  <a:pt x="107" y="1820"/>
                  <a:pt x="107" y="1820"/>
                </a:cubicBezTo>
                <a:cubicBezTo>
                  <a:pt x="139" y="1774"/>
                  <a:pt x="144" y="1714"/>
                  <a:pt x="119" y="1663"/>
                </a:cubicBezTo>
                <a:cubicBezTo>
                  <a:pt x="68" y="1560"/>
                  <a:pt x="68" y="1560"/>
                  <a:pt x="68" y="1560"/>
                </a:cubicBezTo>
                <a:cubicBezTo>
                  <a:pt x="36" y="1494"/>
                  <a:pt x="54" y="1414"/>
                  <a:pt x="111" y="1369"/>
                </a:cubicBezTo>
                <a:cubicBezTo>
                  <a:pt x="201" y="1299"/>
                  <a:pt x="201" y="1299"/>
                  <a:pt x="201" y="1299"/>
                </a:cubicBezTo>
                <a:cubicBezTo>
                  <a:pt x="245" y="1264"/>
                  <a:pt x="267" y="1208"/>
                  <a:pt x="258" y="1152"/>
                </a:cubicBezTo>
                <a:cubicBezTo>
                  <a:pt x="240" y="1038"/>
                  <a:pt x="240" y="1038"/>
                  <a:pt x="240" y="1038"/>
                </a:cubicBezTo>
                <a:cubicBezTo>
                  <a:pt x="228" y="965"/>
                  <a:pt x="268" y="895"/>
                  <a:pt x="336" y="869"/>
                </a:cubicBezTo>
                <a:cubicBezTo>
                  <a:pt x="443" y="828"/>
                  <a:pt x="443" y="828"/>
                  <a:pt x="443" y="828"/>
                </a:cubicBezTo>
                <a:cubicBezTo>
                  <a:pt x="495" y="808"/>
                  <a:pt x="533" y="761"/>
                  <a:pt x="540" y="705"/>
                </a:cubicBezTo>
                <a:cubicBezTo>
                  <a:pt x="556" y="590"/>
                  <a:pt x="556" y="590"/>
                  <a:pt x="556" y="590"/>
                </a:cubicBezTo>
                <a:cubicBezTo>
                  <a:pt x="565" y="518"/>
                  <a:pt x="625" y="462"/>
                  <a:pt x="697" y="457"/>
                </a:cubicBezTo>
                <a:cubicBezTo>
                  <a:pt x="811" y="450"/>
                  <a:pt x="811" y="450"/>
                  <a:pt x="811" y="450"/>
                </a:cubicBezTo>
                <a:cubicBezTo>
                  <a:pt x="867" y="447"/>
                  <a:pt x="916" y="413"/>
                  <a:pt x="940" y="362"/>
                </a:cubicBezTo>
                <a:cubicBezTo>
                  <a:pt x="988" y="257"/>
                  <a:pt x="988" y="257"/>
                  <a:pt x="988" y="257"/>
                </a:cubicBezTo>
                <a:cubicBezTo>
                  <a:pt x="1018" y="190"/>
                  <a:pt x="1091" y="155"/>
                  <a:pt x="1162" y="172"/>
                </a:cubicBezTo>
                <a:cubicBezTo>
                  <a:pt x="1273" y="199"/>
                  <a:pt x="1273" y="199"/>
                  <a:pt x="1273" y="199"/>
                </a:cubicBezTo>
                <a:cubicBezTo>
                  <a:pt x="1327" y="213"/>
                  <a:pt x="1384" y="195"/>
                  <a:pt x="1422" y="153"/>
                </a:cubicBezTo>
                <a:cubicBezTo>
                  <a:pt x="1498" y="67"/>
                  <a:pt x="1498" y="67"/>
                  <a:pt x="1498" y="67"/>
                </a:cubicBezTo>
                <a:cubicBezTo>
                  <a:pt x="1547" y="13"/>
                  <a:pt x="1627" y="0"/>
                  <a:pt x="1689" y="38"/>
                </a:cubicBezTo>
                <a:cubicBezTo>
                  <a:pt x="1787" y="97"/>
                  <a:pt x="1787" y="97"/>
                  <a:pt x="1787" y="97"/>
                </a:cubicBezTo>
                <a:cubicBezTo>
                  <a:pt x="1835" y="126"/>
                  <a:pt x="1895" y="126"/>
                  <a:pt x="1943" y="97"/>
                </a:cubicBezTo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02E230E-2369-60A5-24A1-C6A73B4082CB}"/>
              </a:ext>
            </a:extLst>
          </p:cNvPr>
          <p:cNvSpPr>
            <a:spLocks/>
          </p:cNvSpPr>
          <p:nvPr userDrawn="1"/>
        </p:nvSpPr>
        <p:spPr bwMode="auto">
          <a:xfrm>
            <a:off x="9124950" y="327917"/>
            <a:ext cx="3067050" cy="6021388"/>
          </a:xfrm>
          <a:custGeom>
            <a:avLst/>
            <a:gdLst>
              <a:gd name="T0" fmla="*/ 1932 w 1932"/>
              <a:gd name="T1" fmla="*/ 111 h 3792"/>
              <a:gd name="T2" fmla="*/ 1802 w 1932"/>
              <a:gd name="T3" fmla="*/ 98 h 3792"/>
              <a:gd name="T4" fmla="*/ 1703 w 1932"/>
              <a:gd name="T5" fmla="*/ 38 h 3792"/>
              <a:gd name="T6" fmla="*/ 1511 w 1932"/>
              <a:gd name="T7" fmla="*/ 68 h 3792"/>
              <a:gd name="T8" fmla="*/ 1434 w 1932"/>
              <a:gd name="T9" fmla="*/ 154 h 3792"/>
              <a:gd name="T10" fmla="*/ 1283 w 1932"/>
              <a:gd name="T11" fmla="*/ 201 h 3792"/>
              <a:gd name="T12" fmla="*/ 1172 w 1932"/>
              <a:gd name="T13" fmla="*/ 174 h 3792"/>
              <a:gd name="T14" fmla="*/ 996 w 1932"/>
              <a:gd name="T15" fmla="*/ 259 h 3792"/>
              <a:gd name="T16" fmla="*/ 948 w 1932"/>
              <a:gd name="T17" fmla="*/ 365 h 3792"/>
              <a:gd name="T18" fmla="*/ 818 w 1932"/>
              <a:gd name="T19" fmla="*/ 454 h 3792"/>
              <a:gd name="T20" fmla="*/ 703 w 1932"/>
              <a:gd name="T21" fmla="*/ 461 h 3792"/>
              <a:gd name="T22" fmla="*/ 560 w 1932"/>
              <a:gd name="T23" fmla="*/ 595 h 3792"/>
              <a:gd name="T24" fmla="*/ 545 w 1932"/>
              <a:gd name="T25" fmla="*/ 710 h 3792"/>
              <a:gd name="T26" fmla="*/ 447 w 1932"/>
              <a:gd name="T27" fmla="*/ 835 h 3792"/>
              <a:gd name="T28" fmla="*/ 339 w 1932"/>
              <a:gd name="T29" fmla="*/ 876 h 3792"/>
              <a:gd name="T30" fmla="*/ 242 w 1932"/>
              <a:gd name="T31" fmla="*/ 1046 h 3792"/>
              <a:gd name="T32" fmla="*/ 261 w 1932"/>
              <a:gd name="T33" fmla="*/ 1161 h 3792"/>
              <a:gd name="T34" fmla="*/ 203 w 1932"/>
              <a:gd name="T35" fmla="*/ 1309 h 3792"/>
              <a:gd name="T36" fmla="*/ 112 w 1932"/>
              <a:gd name="T37" fmla="*/ 1380 h 3792"/>
              <a:gd name="T38" fmla="*/ 69 w 1932"/>
              <a:gd name="T39" fmla="*/ 1573 h 3792"/>
              <a:gd name="T40" fmla="*/ 120 w 1932"/>
              <a:gd name="T41" fmla="*/ 1677 h 3792"/>
              <a:gd name="T42" fmla="*/ 109 w 1932"/>
              <a:gd name="T43" fmla="*/ 1835 h 3792"/>
              <a:gd name="T44" fmla="*/ 43 w 1932"/>
              <a:gd name="T45" fmla="*/ 1930 h 3792"/>
              <a:gd name="T46" fmla="*/ 57 w 1932"/>
              <a:gd name="T47" fmla="*/ 2127 h 3792"/>
              <a:gd name="T48" fmla="*/ 136 w 1932"/>
              <a:gd name="T49" fmla="*/ 2211 h 3792"/>
              <a:gd name="T50" fmla="*/ 171 w 1932"/>
              <a:gd name="T51" fmla="*/ 2366 h 3792"/>
              <a:gd name="T52" fmla="*/ 136 w 1932"/>
              <a:gd name="T53" fmla="*/ 2477 h 3792"/>
              <a:gd name="T54" fmla="*/ 207 w 1932"/>
              <a:gd name="T55" fmla="*/ 2660 h 3792"/>
              <a:gd name="T56" fmla="*/ 307 w 1932"/>
              <a:gd name="T57" fmla="*/ 2717 h 3792"/>
              <a:gd name="T58" fmla="*/ 386 w 1932"/>
              <a:gd name="T59" fmla="*/ 2855 h 3792"/>
              <a:gd name="T60" fmla="*/ 385 w 1932"/>
              <a:gd name="T61" fmla="*/ 2971 h 3792"/>
              <a:gd name="T62" fmla="*/ 506 w 1932"/>
              <a:gd name="T63" fmla="*/ 3125 h 3792"/>
              <a:gd name="T64" fmla="*/ 618 w 1932"/>
              <a:gd name="T65" fmla="*/ 3149 h 3792"/>
              <a:gd name="T66" fmla="*/ 734 w 1932"/>
              <a:gd name="T67" fmla="*/ 3258 h 3792"/>
              <a:gd name="T68" fmla="*/ 766 w 1932"/>
              <a:gd name="T69" fmla="*/ 3369 h 3792"/>
              <a:gd name="T70" fmla="*/ 927 w 1932"/>
              <a:gd name="T71" fmla="*/ 3480 h 3792"/>
              <a:gd name="T72" fmla="*/ 1041 w 1932"/>
              <a:gd name="T73" fmla="*/ 3470 h 3792"/>
              <a:gd name="T74" fmla="*/ 1183 w 1932"/>
              <a:gd name="T75" fmla="*/ 3539 h 3792"/>
              <a:gd name="T76" fmla="*/ 1246 w 1932"/>
              <a:gd name="T77" fmla="*/ 3636 h 3792"/>
              <a:gd name="T78" fmla="*/ 1433 w 1932"/>
              <a:gd name="T79" fmla="*/ 3694 h 3792"/>
              <a:gd name="T80" fmla="*/ 1539 w 1932"/>
              <a:gd name="T81" fmla="*/ 3650 h 3792"/>
              <a:gd name="T82" fmla="*/ 1694 w 1932"/>
              <a:gd name="T83" fmla="*/ 3674 h 3792"/>
              <a:gd name="T84" fmla="*/ 1783 w 1932"/>
              <a:gd name="T85" fmla="*/ 3747 h 3792"/>
              <a:gd name="T86" fmla="*/ 1932 w 1932"/>
              <a:gd name="T87" fmla="*/ 3774 h 3792"/>
              <a:gd name="T88" fmla="*/ 1932 w 1932"/>
              <a:gd name="T89" fmla="*/ 111 h 3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2" h="3792">
                <a:moveTo>
                  <a:pt x="1932" y="111"/>
                </a:moveTo>
                <a:cubicBezTo>
                  <a:pt x="1889" y="126"/>
                  <a:pt x="1842" y="122"/>
                  <a:pt x="1802" y="98"/>
                </a:cubicBezTo>
                <a:cubicBezTo>
                  <a:pt x="1703" y="38"/>
                  <a:pt x="1703" y="38"/>
                  <a:pt x="1703" y="38"/>
                </a:cubicBezTo>
                <a:cubicBezTo>
                  <a:pt x="1640" y="0"/>
                  <a:pt x="1560" y="13"/>
                  <a:pt x="1511" y="68"/>
                </a:cubicBezTo>
                <a:cubicBezTo>
                  <a:pt x="1434" y="154"/>
                  <a:pt x="1434" y="154"/>
                  <a:pt x="1434" y="154"/>
                </a:cubicBezTo>
                <a:cubicBezTo>
                  <a:pt x="1396" y="196"/>
                  <a:pt x="1338" y="214"/>
                  <a:pt x="1283" y="201"/>
                </a:cubicBezTo>
                <a:cubicBezTo>
                  <a:pt x="1172" y="174"/>
                  <a:pt x="1172" y="174"/>
                  <a:pt x="1172" y="174"/>
                </a:cubicBezTo>
                <a:cubicBezTo>
                  <a:pt x="1101" y="156"/>
                  <a:pt x="1027" y="192"/>
                  <a:pt x="996" y="259"/>
                </a:cubicBezTo>
                <a:cubicBezTo>
                  <a:pt x="948" y="365"/>
                  <a:pt x="948" y="365"/>
                  <a:pt x="948" y="365"/>
                </a:cubicBezTo>
                <a:cubicBezTo>
                  <a:pt x="924" y="416"/>
                  <a:pt x="874" y="451"/>
                  <a:pt x="818" y="454"/>
                </a:cubicBezTo>
                <a:cubicBezTo>
                  <a:pt x="703" y="461"/>
                  <a:pt x="703" y="461"/>
                  <a:pt x="703" y="461"/>
                </a:cubicBezTo>
                <a:cubicBezTo>
                  <a:pt x="630" y="466"/>
                  <a:pt x="570" y="522"/>
                  <a:pt x="560" y="595"/>
                </a:cubicBezTo>
                <a:cubicBezTo>
                  <a:pt x="545" y="710"/>
                  <a:pt x="545" y="710"/>
                  <a:pt x="545" y="710"/>
                </a:cubicBezTo>
                <a:cubicBezTo>
                  <a:pt x="537" y="767"/>
                  <a:pt x="500" y="815"/>
                  <a:pt x="447" y="835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271" y="902"/>
                  <a:pt x="230" y="973"/>
                  <a:pt x="242" y="1046"/>
                </a:cubicBezTo>
                <a:cubicBezTo>
                  <a:pt x="261" y="1161"/>
                  <a:pt x="261" y="1161"/>
                  <a:pt x="261" y="1161"/>
                </a:cubicBezTo>
                <a:cubicBezTo>
                  <a:pt x="270" y="1217"/>
                  <a:pt x="248" y="1274"/>
                  <a:pt x="203" y="1309"/>
                </a:cubicBezTo>
                <a:cubicBezTo>
                  <a:pt x="112" y="1380"/>
                  <a:pt x="112" y="1380"/>
                  <a:pt x="112" y="1380"/>
                </a:cubicBezTo>
                <a:cubicBezTo>
                  <a:pt x="55" y="1426"/>
                  <a:pt x="36" y="1506"/>
                  <a:pt x="69" y="1573"/>
                </a:cubicBezTo>
                <a:cubicBezTo>
                  <a:pt x="120" y="1677"/>
                  <a:pt x="120" y="1677"/>
                  <a:pt x="120" y="1677"/>
                </a:cubicBezTo>
                <a:cubicBezTo>
                  <a:pt x="146" y="1728"/>
                  <a:pt x="141" y="1789"/>
                  <a:pt x="109" y="1835"/>
                </a:cubicBezTo>
                <a:cubicBezTo>
                  <a:pt x="43" y="1930"/>
                  <a:pt x="43" y="1930"/>
                  <a:pt x="43" y="1930"/>
                </a:cubicBezTo>
                <a:cubicBezTo>
                  <a:pt x="0" y="1991"/>
                  <a:pt x="7" y="2073"/>
                  <a:pt x="57" y="2127"/>
                </a:cubicBezTo>
                <a:cubicBezTo>
                  <a:pt x="136" y="2211"/>
                  <a:pt x="136" y="2211"/>
                  <a:pt x="136" y="2211"/>
                </a:cubicBezTo>
                <a:cubicBezTo>
                  <a:pt x="175" y="2252"/>
                  <a:pt x="189" y="2312"/>
                  <a:pt x="171" y="2366"/>
                </a:cubicBezTo>
                <a:cubicBezTo>
                  <a:pt x="136" y="2477"/>
                  <a:pt x="136" y="2477"/>
                  <a:pt x="136" y="2477"/>
                </a:cubicBezTo>
                <a:cubicBezTo>
                  <a:pt x="113" y="2547"/>
                  <a:pt x="143" y="2624"/>
                  <a:pt x="207" y="2660"/>
                </a:cubicBezTo>
                <a:cubicBezTo>
                  <a:pt x="307" y="2717"/>
                  <a:pt x="307" y="2717"/>
                  <a:pt x="307" y="2717"/>
                </a:cubicBezTo>
                <a:cubicBezTo>
                  <a:pt x="357" y="2745"/>
                  <a:pt x="387" y="2798"/>
                  <a:pt x="386" y="2855"/>
                </a:cubicBezTo>
                <a:cubicBezTo>
                  <a:pt x="385" y="2971"/>
                  <a:pt x="385" y="2971"/>
                  <a:pt x="385" y="2971"/>
                </a:cubicBezTo>
                <a:cubicBezTo>
                  <a:pt x="384" y="3045"/>
                  <a:pt x="434" y="3110"/>
                  <a:pt x="506" y="3125"/>
                </a:cubicBezTo>
                <a:cubicBezTo>
                  <a:pt x="618" y="3149"/>
                  <a:pt x="618" y="3149"/>
                  <a:pt x="618" y="3149"/>
                </a:cubicBezTo>
                <a:cubicBezTo>
                  <a:pt x="673" y="3161"/>
                  <a:pt x="718" y="3203"/>
                  <a:pt x="734" y="3258"/>
                </a:cubicBezTo>
                <a:cubicBezTo>
                  <a:pt x="766" y="3369"/>
                  <a:pt x="766" y="3369"/>
                  <a:pt x="766" y="3369"/>
                </a:cubicBezTo>
                <a:cubicBezTo>
                  <a:pt x="787" y="3440"/>
                  <a:pt x="854" y="3487"/>
                  <a:pt x="927" y="3480"/>
                </a:cubicBezTo>
                <a:cubicBezTo>
                  <a:pt x="1041" y="3470"/>
                  <a:pt x="1041" y="3470"/>
                  <a:pt x="1041" y="3470"/>
                </a:cubicBezTo>
                <a:cubicBezTo>
                  <a:pt x="1098" y="3465"/>
                  <a:pt x="1152" y="3491"/>
                  <a:pt x="1183" y="3539"/>
                </a:cubicBezTo>
                <a:cubicBezTo>
                  <a:pt x="1246" y="3636"/>
                  <a:pt x="1246" y="3636"/>
                  <a:pt x="1246" y="3636"/>
                </a:cubicBezTo>
                <a:cubicBezTo>
                  <a:pt x="1287" y="3698"/>
                  <a:pt x="1365" y="3722"/>
                  <a:pt x="1433" y="3694"/>
                </a:cubicBezTo>
                <a:cubicBezTo>
                  <a:pt x="1539" y="3650"/>
                  <a:pt x="1539" y="3650"/>
                  <a:pt x="1539" y="3650"/>
                </a:cubicBezTo>
                <a:cubicBezTo>
                  <a:pt x="1591" y="3628"/>
                  <a:pt x="1651" y="3638"/>
                  <a:pt x="1694" y="3674"/>
                </a:cubicBezTo>
                <a:cubicBezTo>
                  <a:pt x="1783" y="3747"/>
                  <a:pt x="1783" y="3747"/>
                  <a:pt x="1783" y="3747"/>
                </a:cubicBezTo>
                <a:cubicBezTo>
                  <a:pt x="1826" y="3783"/>
                  <a:pt x="1882" y="3792"/>
                  <a:pt x="1932" y="3774"/>
                </a:cubicBezTo>
                <a:lnTo>
                  <a:pt x="1932" y="111"/>
                </a:ln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20A85EC-E157-7341-930D-AF2033E7C4AC}"/>
              </a:ext>
            </a:extLst>
          </p:cNvPr>
          <p:cNvSpPr>
            <a:spLocks/>
          </p:cNvSpPr>
          <p:nvPr userDrawn="1"/>
        </p:nvSpPr>
        <p:spPr bwMode="auto">
          <a:xfrm>
            <a:off x="0" y="327917"/>
            <a:ext cx="3067050" cy="6021388"/>
          </a:xfrm>
          <a:custGeom>
            <a:avLst/>
            <a:gdLst>
              <a:gd name="T0" fmla="*/ 0 w 1932"/>
              <a:gd name="T1" fmla="*/ 111 h 3792"/>
              <a:gd name="T2" fmla="*/ 130 w 1932"/>
              <a:gd name="T3" fmla="*/ 98 h 3792"/>
              <a:gd name="T4" fmla="*/ 229 w 1932"/>
              <a:gd name="T5" fmla="*/ 38 h 3792"/>
              <a:gd name="T6" fmla="*/ 421 w 1932"/>
              <a:gd name="T7" fmla="*/ 68 h 3792"/>
              <a:gd name="T8" fmla="*/ 498 w 1932"/>
              <a:gd name="T9" fmla="*/ 154 h 3792"/>
              <a:gd name="T10" fmla="*/ 649 w 1932"/>
              <a:gd name="T11" fmla="*/ 201 h 3792"/>
              <a:gd name="T12" fmla="*/ 760 w 1932"/>
              <a:gd name="T13" fmla="*/ 174 h 3792"/>
              <a:gd name="T14" fmla="*/ 936 w 1932"/>
              <a:gd name="T15" fmla="*/ 259 h 3792"/>
              <a:gd name="T16" fmla="*/ 984 w 1932"/>
              <a:gd name="T17" fmla="*/ 365 h 3792"/>
              <a:gd name="T18" fmla="*/ 1114 w 1932"/>
              <a:gd name="T19" fmla="*/ 454 h 3792"/>
              <a:gd name="T20" fmla="*/ 1229 w 1932"/>
              <a:gd name="T21" fmla="*/ 461 h 3792"/>
              <a:gd name="T22" fmla="*/ 1372 w 1932"/>
              <a:gd name="T23" fmla="*/ 595 h 3792"/>
              <a:gd name="T24" fmla="*/ 1387 w 1932"/>
              <a:gd name="T25" fmla="*/ 710 h 3792"/>
              <a:gd name="T26" fmla="*/ 1485 w 1932"/>
              <a:gd name="T27" fmla="*/ 835 h 3792"/>
              <a:gd name="T28" fmla="*/ 1593 w 1932"/>
              <a:gd name="T29" fmla="*/ 876 h 3792"/>
              <a:gd name="T30" fmla="*/ 1690 w 1932"/>
              <a:gd name="T31" fmla="*/ 1046 h 3792"/>
              <a:gd name="T32" fmla="*/ 1671 w 1932"/>
              <a:gd name="T33" fmla="*/ 1161 h 3792"/>
              <a:gd name="T34" fmla="*/ 1729 w 1932"/>
              <a:gd name="T35" fmla="*/ 1309 h 3792"/>
              <a:gd name="T36" fmla="*/ 1820 w 1932"/>
              <a:gd name="T37" fmla="*/ 1380 h 3792"/>
              <a:gd name="T38" fmla="*/ 1863 w 1932"/>
              <a:gd name="T39" fmla="*/ 1573 h 3792"/>
              <a:gd name="T40" fmla="*/ 1812 w 1932"/>
              <a:gd name="T41" fmla="*/ 1677 h 3792"/>
              <a:gd name="T42" fmla="*/ 1823 w 1932"/>
              <a:gd name="T43" fmla="*/ 1835 h 3792"/>
              <a:gd name="T44" fmla="*/ 1889 w 1932"/>
              <a:gd name="T45" fmla="*/ 1930 h 3792"/>
              <a:gd name="T46" fmla="*/ 1875 w 1932"/>
              <a:gd name="T47" fmla="*/ 2127 h 3792"/>
              <a:gd name="T48" fmla="*/ 1796 w 1932"/>
              <a:gd name="T49" fmla="*/ 2211 h 3792"/>
              <a:gd name="T50" fmla="*/ 1761 w 1932"/>
              <a:gd name="T51" fmla="*/ 2366 h 3792"/>
              <a:gd name="T52" fmla="*/ 1796 w 1932"/>
              <a:gd name="T53" fmla="*/ 2477 h 3792"/>
              <a:gd name="T54" fmla="*/ 1725 w 1932"/>
              <a:gd name="T55" fmla="*/ 2660 h 3792"/>
              <a:gd name="T56" fmla="*/ 1625 w 1932"/>
              <a:gd name="T57" fmla="*/ 2717 h 3792"/>
              <a:gd name="T58" fmla="*/ 1546 w 1932"/>
              <a:gd name="T59" fmla="*/ 2855 h 3792"/>
              <a:gd name="T60" fmla="*/ 1547 w 1932"/>
              <a:gd name="T61" fmla="*/ 2971 h 3792"/>
              <a:gd name="T62" fmla="*/ 1426 w 1932"/>
              <a:gd name="T63" fmla="*/ 3125 h 3792"/>
              <a:gd name="T64" fmla="*/ 1314 w 1932"/>
              <a:gd name="T65" fmla="*/ 3149 h 3792"/>
              <a:gd name="T66" fmla="*/ 1198 w 1932"/>
              <a:gd name="T67" fmla="*/ 3258 h 3792"/>
              <a:gd name="T68" fmla="*/ 1166 w 1932"/>
              <a:gd name="T69" fmla="*/ 3369 h 3792"/>
              <a:gd name="T70" fmla="*/ 1005 w 1932"/>
              <a:gd name="T71" fmla="*/ 3480 h 3792"/>
              <a:gd name="T72" fmla="*/ 891 w 1932"/>
              <a:gd name="T73" fmla="*/ 3470 h 3792"/>
              <a:gd name="T74" fmla="*/ 749 w 1932"/>
              <a:gd name="T75" fmla="*/ 3539 h 3792"/>
              <a:gd name="T76" fmla="*/ 686 w 1932"/>
              <a:gd name="T77" fmla="*/ 3636 h 3792"/>
              <a:gd name="T78" fmla="*/ 499 w 1932"/>
              <a:gd name="T79" fmla="*/ 3694 h 3792"/>
              <a:gd name="T80" fmla="*/ 393 w 1932"/>
              <a:gd name="T81" fmla="*/ 3650 h 3792"/>
              <a:gd name="T82" fmla="*/ 238 w 1932"/>
              <a:gd name="T83" fmla="*/ 3674 h 3792"/>
              <a:gd name="T84" fmla="*/ 149 w 1932"/>
              <a:gd name="T85" fmla="*/ 3747 h 3792"/>
              <a:gd name="T86" fmla="*/ 0 w 1932"/>
              <a:gd name="T87" fmla="*/ 3774 h 3792"/>
              <a:gd name="T88" fmla="*/ 0 w 1932"/>
              <a:gd name="T89" fmla="*/ 111 h 3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2" h="3792">
                <a:moveTo>
                  <a:pt x="0" y="111"/>
                </a:moveTo>
                <a:cubicBezTo>
                  <a:pt x="43" y="126"/>
                  <a:pt x="90" y="122"/>
                  <a:pt x="130" y="98"/>
                </a:cubicBezTo>
                <a:cubicBezTo>
                  <a:pt x="229" y="38"/>
                  <a:pt x="229" y="38"/>
                  <a:pt x="229" y="38"/>
                </a:cubicBezTo>
                <a:cubicBezTo>
                  <a:pt x="292" y="0"/>
                  <a:pt x="372" y="13"/>
                  <a:pt x="421" y="68"/>
                </a:cubicBezTo>
                <a:cubicBezTo>
                  <a:pt x="498" y="154"/>
                  <a:pt x="498" y="154"/>
                  <a:pt x="498" y="154"/>
                </a:cubicBezTo>
                <a:cubicBezTo>
                  <a:pt x="536" y="196"/>
                  <a:pt x="594" y="214"/>
                  <a:pt x="649" y="201"/>
                </a:cubicBezTo>
                <a:cubicBezTo>
                  <a:pt x="760" y="174"/>
                  <a:pt x="760" y="174"/>
                  <a:pt x="760" y="174"/>
                </a:cubicBezTo>
                <a:cubicBezTo>
                  <a:pt x="831" y="156"/>
                  <a:pt x="905" y="192"/>
                  <a:pt x="936" y="259"/>
                </a:cubicBezTo>
                <a:cubicBezTo>
                  <a:pt x="984" y="365"/>
                  <a:pt x="984" y="365"/>
                  <a:pt x="984" y="365"/>
                </a:cubicBezTo>
                <a:cubicBezTo>
                  <a:pt x="1008" y="416"/>
                  <a:pt x="1058" y="451"/>
                  <a:pt x="1114" y="454"/>
                </a:cubicBezTo>
                <a:cubicBezTo>
                  <a:pt x="1229" y="461"/>
                  <a:pt x="1229" y="461"/>
                  <a:pt x="1229" y="461"/>
                </a:cubicBezTo>
                <a:cubicBezTo>
                  <a:pt x="1302" y="466"/>
                  <a:pt x="1362" y="522"/>
                  <a:pt x="1372" y="595"/>
                </a:cubicBezTo>
                <a:cubicBezTo>
                  <a:pt x="1387" y="710"/>
                  <a:pt x="1387" y="710"/>
                  <a:pt x="1387" y="710"/>
                </a:cubicBezTo>
                <a:cubicBezTo>
                  <a:pt x="1395" y="767"/>
                  <a:pt x="1432" y="815"/>
                  <a:pt x="1485" y="835"/>
                </a:cubicBezTo>
                <a:cubicBezTo>
                  <a:pt x="1593" y="876"/>
                  <a:pt x="1593" y="876"/>
                  <a:pt x="1593" y="876"/>
                </a:cubicBezTo>
                <a:cubicBezTo>
                  <a:pt x="1661" y="902"/>
                  <a:pt x="1702" y="973"/>
                  <a:pt x="1690" y="1046"/>
                </a:cubicBezTo>
                <a:cubicBezTo>
                  <a:pt x="1671" y="1161"/>
                  <a:pt x="1671" y="1161"/>
                  <a:pt x="1671" y="1161"/>
                </a:cubicBezTo>
                <a:cubicBezTo>
                  <a:pt x="1662" y="1217"/>
                  <a:pt x="1684" y="1274"/>
                  <a:pt x="1729" y="1309"/>
                </a:cubicBezTo>
                <a:cubicBezTo>
                  <a:pt x="1820" y="1380"/>
                  <a:pt x="1820" y="1380"/>
                  <a:pt x="1820" y="1380"/>
                </a:cubicBezTo>
                <a:cubicBezTo>
                  <a:pt x="1877" y="1426"/>
                  <a:pt x="1896" y="1506"/>
                  <a:pt x="1863" y="1573"/>
                </a:cubicBezTo>
                <a:cubicBezTo>
                  <a:pt x="1812" y="1677"/>
                  <a:pt x="1812" y="1677"/>
                  <a:pt x="1812" y="1677"/>
                </a:cubicBezTo>
                <a:cubicBezTo>
                  <a:pt x="1786" y="1728"/>
                  <a:pt x="1791" y="1789"/>
                  <a:pt x="1823" y="1835"/>
                </a:cubicBezTo>
                <a:cubicBezTo>
                  <a:pt x="1889" y="1930"/>
                  <a:pt x="1889" y="1930"/>
                  <a:pt x="1889" y="1930"/>
                </a:cubicBezTo>
                <a:cubicBezTo>
                  <a:pt x="1932" y="1991"/>
                  <a:pt x="1925" y="2073"/>
                  <a:pt x="1875" y="2127"/>
                </a:cubicBezTo>
                <a:cubicBezTo>
                  <a:pt x="1796" y="2211"/>
                  <a:pt x="1796" y="2211"/>
                  <a:pt x="1796" y="2211"/>
                </a:cubicBezTo>
                <a:cubicBezTo>
                  <a:pt x="1757" y="2252"/>
                  <a:pt x="1743" y="2312"/>
                  <a:pt x="1761" y="2366"/>
                </a:cubicBezTo>
                <a:cubicBezTo>
                  <a:pt x="1796" y="2477"/>
                  <a:pt x="1796" y="2477"/>
                  <a:pt x="1796" y="2477"/>
                </a:cubicBezTo>
                <a:cubicBezTo>
                  <a:pt x="1819" y="2547"/>
                  <a:pt x="1789" y="2624"/>
                  <a:pt x="1725" y="2660"/>
                </a:cubicBezTo>
                <a:cubicBezTo>
                  <a:pt x="1625" y="2717"/>
                  <a:pt x="1625" y="2717"/>
                  <a:pt x="1625" y="2717"/>
                </a:cubicBezTo>
                <a:cubicBezTo>
                  <a:pt x="1575" y="2745"/>
                  <a:pt x="1545" y="2798"/>
                  <a:pt x="1546" y="2855"/>
                </a:cubicBezTo>
                <a:cubicBezTo>
                  <a:pt x="1547" y="2971"/>
                  <a:pt x="1547" y="2971"/>
                  <a:pt x="1547" y="2971"/>
                </a:cubicBezTo>
                <a:cubicBezTo>
                  <a:pt x="1548" y="3045"/>
                  <a:pt x="1498" y="3110"/>
                  <a:pt x="1426" y="3125"/>
                </a:cubicBezTo>
                <a:cubicBezTo>
                  <a:pt x="1314" y="3149"/>
                  <a:pt x="1314" y="3149"/>
                  <a:pt x="1314" y="3149"/>
                </a:cubicBezTo>
                <a:cubicBezTo>
                  <a:pt x="1259" y="3161"/>
                  <a:pt x="1214" y="3203"/>
                  <a:pt x="1198" y="3258"/>
                </a:cubicBezTo>
                <a:cubicBezTo>
                  <a:pt x="1166" y="3369"/>
                  <a:pt x="1166" y="3369"/>
                  <a:pt x="1166" y="3369"/>
                </a:cubicBezTo>
                <a:cubicBezTo>
                  <a:pt x="1145" y="3440"/>
                  <a:pt x="1078" y="3487"/>
                  <a:pt x="1005" y="3480"/>
                </a:cubicBezTo>
                <a:cubicBezTo>
                  <a:pt x="891" y="3470"/>
                  <a:pt x="891" y="3470"/>
                  <a:pt x="891" y="3470"/>
                </a:cubicBezTo>
                <a:cubicBezTo>
                  <a:pt x="834" y="3465"/>
                  <a:pt x="780" y="3491"/>
                  <a:pt x="749" y="3539"/>
                </a:cubicBezTo>
                <a:cubicBezTo>
                  <a:pt x="686" y="3636"/>
                  <a:pt x="686" y="3636"/>
                  <a:pt x="686" y="3636"/>
                </a:cubicBezTo>
                <a:cubicBezTo>
                  <a:pt x="645" y="3698"/>
                  <a:pt x="567" y="3722"/>
                  <a:pt x="499" y="3694"/>
                </a:cubicBezTo>
                <a:cubicBezTo>
                  <a:pt x="393" y="3650"/>
                  <a:pt x="393" y="3650"/>
                  <a:pt x="393" y="3650"/>
                </a:cubicBezTo>
                <a:cubicBezTo>
                  <a:pt x="341" y="3628"/>
                  <a:pt x="281" y="3638"/>
                  <a:pt x="238" y="3674"/>
                </a:cubicBezTo>
                <a:cubicBezTo>
                  <a:pt x="149" y="3747"/>
                  <a:pt x="149" y="3747"/>
                  <a:pt x="149" y="3747"/>
                </a:cubicBezTo>
                <a:cubicBezTo>
                  <a:pt x="106" y="3783"/>
                  <a:pt x="50" y="3792"/>
                  <a:pt x="0" y="3774"/>
                </a:cubicBezTo>
                <a:lnTo>
                  <a:pt x="0" y="111"/>
                </a:ln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382FC6-6789-47AC-4599-9AC7F032A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5713" y="2471738"/>
            <a:ext cx="4652962" cy="2605087"/>
          </a:xfrm>
        </p:spPr>
        <p:txBody>
          <a:bodyPr/>
          <a:lstStyle>
            <a:lvl1pPr algn="ctr">
              <a:lnSpc>
                <a:spcPct val="95000"/>
              </a:lnSpc>
              <a:spcAft>
                <a:spcPts val="2400"/>
              </a:spcAft>
              <a:defRPr sz="4000" b="1" spc="-150"/>
            </a:lvl1pPr>
            <a:lvl2pPr marL="0" indent="0" algn="ctr"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51554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ll Quote (Red &amp;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F701FBAA-B6C0-0DD8-27C8-D6F62B1D0954}"/>
              </a:ext>
            </a:extLst>
          </p:cNvPr>
          <p:cNvSpPr>
            <a:spLocks/>
          </p:cNvSpPr>
          <p:nvPr userDrawn="1"/>
        </p:nvSpPr>
        <p:spPr bwMode="auto">
          <a:xfrm>
            <a:off x="3135313" y="351729"/>
            <a:ext cx="5921375" cy="5976938"/>
          </a:xfrm>
          <a:custGeom>
            <a:avLst/>
            <a:gdLst>
              <a:gd name="T0" fmla="*/ 2041 w 3730"/>
              <a:gd name="T1" fmla="*/ 38 h 3764"/>
              <a:gd name="T2" fmla="*/ 2308 w 3730"/>
              <a:gd name="T3" fmla="*/ 153 h 3764"/>
              <a:gd name="T4" fmla="*/ 2568 w 3730"/>
              <a:gd name="T5" fmla="*/ 172 h 3764"/>
              <a:gd name="T6" fmla="*/ 2790 w 3730"/>
              <a:gd name="T7" fmla="*/ 362 h 3764"/>
              <a:gd name="T8" fmla="*/ 3033 w 3730"/>
              <a:gd name="T9" fmla="*/ 457 h 3764"/>
              <a:gd name="T10" fmla="*/ 3190 w 3730"/>
              <a:gd name="T11" fmla="*/ 705 h 3764"/>
              <a:gd name="T12" fmla="*/ 3394 w 3730"/>
              <a:gd name="T13" fmla="*/ 869 h 3764"/>
              <a:gd name="T14" fmla="*/ 3472 w 3730"/>
              <a:gd name="T15" fmla="*/ 1152 h 3764"/>
              <a:gd name="T16" fmla="*/ 3619 w 3730"/>
              <a:gd name="T17" fmla="*/ 1369 h 3764"/>
              <a:gd name="T18" fmla="*/ 3611 w 3730"/>
              <a:gd name="T19" fmla="*/ 1663 h 3764"/>
              <a:gd name="T20" fmla="*/ 3688 w 3730"/>
              <a:gd name="T21" fmla="*/ 1915 h 3764"/>
              <a:gd name="T22" fmla="*/ 3595 w 3730"/>
              <a:gd name="T23" fmla="*/ 2193 h 3764"/>
              <a:gd name="T24" fmla="*/ 3596 w 3730"/>
              <a:gd name="T25" fmla="*/ 2457 h 3764"/>
              <a:gd name="T26" fmla="*/ 3425 w 3730"/>
              <a:gd name="T27" fmla="*/ 2695 h 3764"/>
              <a:gd name="T28" fmla="*/ 3349 w 3730"/>
              <a:gd name="T29" fmla="*/ 2947 h 3764"/>
              <a:gd name="T30" fmla="*/ 3117 w 3730"/>
              <a:gd name="T31" fmla="*/ 3124 h 3764"/>
              <a:gd name="T32" fmla="*/ 2971 w 3730"/>
              <a:gd name="T33" fmla="*/ 3342 h 3764"/>
              <a:gd name="T34" fmla="*/ 2698 w 3730"/>
              <a:gd name="T35" fmla="*/ 3442 h 3764"/>
              <a:gd name="T36" fmla="*/ 2494 w 3730"/>
              <a:gd name="T37" fmla="*/ 3606 h 3764"/>
              <a:gd name="T38" fmla="*/ 2204 w 3730"/>
              <a:gd name="T39" fmla="*/ 3620 h 3764"/>
              <a:gd name="T40" fmla="*/ 1962 w 3730"/>
              <a:gd name="T41" fmla="*/ 3717 h 3764"/>
              <a:gd name="T42" fmla="*/ 1680 w 3730"/>
              <a:gd name="T43" fmla="*/ 3644 h 3764"/>
              <a:gd name="T44" fmla="*/ 1421 w 3730"/>
              <a:gd name="T45" fmla="*/ 3664 h 3764"/>
              <a:gd name="T46" fmla="*/ 1173 w 3730"/>
              <a:gd name="T47" fmla="*/ 3510 h 3764"/>
              <a:gd name="T48" fmla="*/ 919 w 3730"/>
              <a:gd name="T49" fmla="*/ 3452 h 3764"/>
              <a:gd name="T50" fmla="*/ 727 w 3730"/>
              <a:gd name="T51" fmla="*/ 3231 h 3764"/>
              <a:gd name="T52" fmla="*/ 501 w 3730"/>
              <a:gd name="T53" fmla="*/ 3100 h 3764"/>
              <a:gd name="T54" fmla="*/ 383 w 3730"/>
              <a:gd name="T55" fmla="*/ 2832 h 3764"/>
              <a:gd name="T56" fmla="*/ 205 w 3730"/>
              <a:gd name="T57" fmla="*/ 2639 h 3764"/>
              <a:gd name="T58" fmla="*/ 170 w 3730"/>
              <a:gd name="T59" fmla="*/ 2347 h 3764"/>
              <a:gd name="T60" fmla="*/ 56 w 3730"/>
              <a:gd name="T61" fmla="*/ 2110 h 3764"/>
              <a:gd name="T62" fmla="*/ 107 w 3730"/>
              <a:gd name="T63" fmla="*/ 1820 h 3764"/>
              <a:gd name="T64" fmla="*/ 68 w 3730"/>
              <a:gd name="T65" fmla="*/ 1560 h 3764"/>
              <a:gd name="T66" fmla="*/ 201 w 3730"/>
              <a:gd name="T67" fmla="*/ 1299 h 3764"/>
              <a:gd name="T68" fmla="*/ 240 w 3730"/>
              <a:gd name="T69" fmla="*/ 1038 h 3764"/>
              <a:gd name="T70" fmla="*/ 443 w 3730"/>
              <a:gd name="T71" fmla="*/ 828 h 3764"/>
              <a:gd name="T72" fmla="*/ 556 w 3730"/>
              <a:gd name="T73" fmla="*/ 590 h 3764"/>
              <a:gd name="T74" fmla="*/ 811 w 3730"/>
              <a:gd name="T75" fmla="*/ 450 h 3764"/>
              <a:gd name="T76" fmla="*/ 988 w 3730"/>
              <a:gd name="T77" fmla="*/ 257 h 3764"/>
              <a:gd name="T78" fmla="*/ 1273 w 3730"/>
              <a:gd name="T79" fmla="*/ 199 h 3764"/>
              <a:gd name="T80" fmla="*/ 1498 w 3730"/>
              <a:gd name="T81" fmla="*/ 67 h 3764"/>
              <a:gd name="T82" fmla="*/ 1787 w 3730"/>
              <a:gd name="T83" fmla="*/ 97 h 3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730" h="3764">
                <a:moveTo>
                  <a:pt x="1943" y="97"/>
                </a:moveTo>
                <a:cubicBezTo>
                  <a:pt x="2041" y="38"/>
                  <a:pt x="2041" y="38"/>
                  <a:pt x="2041" y="38"/>
                </a:cubicBezTo>
                <a:cubicBezTo>
                  <a:pt x="2103" y="0"/>
                  <a:pt x="2183" y="13"/>
                  <a:pt x="2232" y="67"/>
                </a:cubicBezTo>
                <a:cubicBezTo>
                  <a:pt x="2308" y="153"/>
                  <a:pt x="2308" y="153"/>
                  <a:pt x="2308" y="153"/>
                </a:cubicBezTo>
                <a:cubicBezTo>
                  <a:pt x="2346" y="195"/>
                  <a:pt x="2403" y="213"/>
                  <a:pt x="2457" y="199"/>
                </a:cubicBezTo>
                <a:cubicBezTo>
                  <a:pt x="2568" y="172"/>
                  <a:pt x="2568" y="172"/>
                  <a:pt x="2568" y="172"/>
                </a:cubicBezTo>
                <a:cubicBezTo>
                  <a:pt x="2639" y="155"/>
                  <a:pt x="2712" y="190"/>
                  <a:pt x="2742" y="257"/>
                </a:cubicBezTo>
                <a:cubicBezTo>
                  <a:pt x="2790" y="362"/>
                  <a:pt x="2790" y="362"/>
                  <a:pt x="2790" y="362"/>
                </a:cubicBezTo>
                <a:cubicBezTo>
                  <a:pt x="2814" y="413"/>
                  <a:pt x="2863" y="447"/>
                  <a:pt x="2919" y="450"/>
                </a:cubicBezTo>
                <a:cubicBezTo>
                  <a:pt x="3033" y="457"/>
                  <a:pt x="3033" y="457"/>
                  <a:pt x="3033" y="457"/>
                </a:cubicBezTo>
                <a:cubicBezTo>
                  <a:pt x="3105" y="462"/>
                  <a:pt x="3165" y="518"/>
                  <a:pt x="3174" y="590"/>
                </a:cubicBezTo>
                <a:cubicBezTo>
                  <a:pt x="3190" y="705"/>
                  <a:pt x="3190" y="705"/>
                  <a:pt x="3190" y="705"/>
                </a:cubicBezTo>
                <a:cubicBezTo>
                  <a:pt x="3197" y="761"/>
                  <a:pt x="3235" y="808"/>
                  <a:pt x="3287" y="828"/>
                </a:cubicBezTo>
                <a:cubicBezTo>
                  <a:pt x="3394" y="869"/>
                  <a:pt x="3394" y="869"/>
                  <a:pt x="3394" y="869"/>
                </a:cubicBezTo>
                <a:cubicBezTo>
                  <a:pt x="3462" y="895"/>
                  <a:pt x="3502" y="965"/>
                  <a:pt x="3490" y="1038"/>
                </a:cubicBezTo>
                <a:cubicBezTo>
                  <a:pt x="3472" y="1152"/>
                  <a:pt x="3472" y="1152"/>
                  <a:pt x="3472" y="1152"/>
                </a:cubicBezTo>
                <a:cubicBezTo>
                  <a:pt x="3463" y="1208"/>
                  <a:pt x="3485" y="1264"/>
                  <a:pt x="3529" y="1299"/>
                </a:cubicBezTo>
                <a:cubicBezTo>
                  <a:pt x="3619" y="1369"/>
                  <a:pt x="3619" y="1369"/>
                  <a:pt x="3619" y="1369"/>
                </a:cubicBezTo>
                <a:cubicBezTo>
                  <a:pt x="3676" y="1414"/>
                  <a:pt x="3694" y="1494"/>
                  <a:pt x="3662" y="1560"/>
                </a:cubicBezTo>
                <a:cubicBezTo>
                  <a:pt x="3611" y="1663"/>
                  <a:pt x="3611" y="1663"/>
                  <a:pt x="3611" y="1663"/>
                </a:cubicBezTo>
                <a:cubicBezTo>
                  <a:pt x="3586" y="1714"/>
                  <a:pt x="3591" y="1774"/>
                  <a:pt x="3623" y="1820"/>
                </a:cubicBezTo>
                <a:cubicBezTo>
                  <a:pt x="3688" y="1915"/>
                  <a:pt x="3688" y="1915"/>
                  <a:pt x="3688" y="1915"/>
                </a:cubicBezTo>
                <a:cubicBezTo>
                  <a:pt x="3730" y="1975"/>
                  <a:pt x="3724" y="2057"/>
                  <a:pt x="3674" y="2110"/>
                </a:cubicBezTo>
                <a:cubicBezTo>
                  <a:pt x="3595" y="2193"/>
                  <a:pt x="3595" y="2193"/>
                  <a:pt x="3595" y="2193"/>
                </a:cubicBezTo>
                <a:cubicBezTo>
                  <a:pt x="3557" y="2234"/>
                  <a:pt x="3543" y="2293"/>
                  <a:pt x="3560" y="2347"/>
                </a:cubicBezTo>
                <a:cubicBezTo>
                  <a:pt x="3596" y="2457"/>
                  <a:pt x="3596" y="2457"/>
                  <a:pt x="3596" y="2457"/>
                </a:cubicBezTo>
                <a:cubicBezTo>
                  <a:pt x="3618" y="2527"/>
                  <a:pt x="3588" y="2603"/>
                  <a:pt x="3525" y="2639"/>
                </a:cubicBezTo>
                <a:cubicBezTo>
                  <a:pt x="3425" y="2695"/>
                  <a:pt x="3425" y="2695"/>
                  <a:pt x="3425" y="2695"/>
                </a:cubicBezTo>
                <a:cubicBezTo>
                  <a:pt x="3377" y="2723"/>
                  <a:pt x="3347" y="2775"/>
                  <a:pt x="3347" y="2832"/>
                </a:cubicBezTo>
                <a:cubicBezTo>
                  <a:pt x="3349" y="2947"/>
                  <a:pt x="3349" y="2947"/>
                  <a:pt x="3349" y="2947"/>
                </a:cubicBezTo>
                <a:cubicBezTo>
                  <a:pt x="3350" y="3020"/>
                  <a:pt x="3300" y="3084"/>
                  <a:pt x="3229" y="3100"/>
                </a:cubicBezTo>
                <a:cubicBezTo>
                  <a:pt x="3117" y="3124"/>
                  <a:pt x="3117" y="3124"/>
                  <a:pt x="3117" y="3124"/>
                </a:cubicBezTo>
                <a:cubicBezTo>
                  <a:pt x="3062" y="3136"/>
                  <a:pt x="3019" y="3177"/>
                  <a:pt x="3003" y="3231"/>
                </a:cubicBezTo>
                <a:cubicBezTo>
                  <a:pt x="2971" y="3342"/>
                  <a:pt x="2971" y="3342"/>
                  <a:pt x="2971" y="3342"/>
                </a:cubicBezTo>
                <a:cubicBezTo>
                  <a:pt x="2950" y="3412"/>
                  <a:pt x="2883" y="3458"/>
                  <a:pt x="2811" y="3452"/>
                </a:cubicBezTo>
                <a:cubicBezTo>
                  <a:pt x="2698" y="3442"/>
                  <a:pt x="2698" y="3442"/>
                  <a:pt x="2698" y="3442"/>
                </a:cubicBezTo>
                <a:cubicBezTo>
                  <a:pt x="2642" y="3437"/>
                  <a:pt x="2588" y="3463"/>
                  <a:pt x="2557" y="3510"/>
                </a:cubicBezTo>
                <a:cubicBezTo>
                  <a:pt x="2494" y="3606"/>
                  <a:pt x="2494" y="3606"/>
                  <a:pt x="2494" y="3606"/>
                </a:cubicBezTo>
                <a:cubicBezTo>
                  <a:pt x="2454" y="3668"/>
                  <a:pt x="2377" y="3692"/>
                  <a:pt x="2309" y="3664"/>
                </a:cubicBezTo>
                <a:cubicBezTo>
                  <a:pt x="2204" y="3620"/>
                  <a:pt x="2204" y="3620"/>
                  <a:pt x="2204" y="3620"/>
                </a:cubicBezTo>
                <a:cubicBezTo>
                  <a:pt x="2152" y="3599"/>
                  <a:pt x="2093" y="3608"/>
                  <a:pt x="2050" y="3644"/>
                </a:cubicBezTo>
                <a:cubicBezTo>
                  <a:pt x="1962" y="3717"/>
                  <a:pt x="1962" y="3717"/>
                  <a:pt x="1962" y="3717"/>
                </a:cubicBezTo>
                <a:cubicBezTo>
                  <a:pt x="1905" y="3764"/>
                  <a:pt x="1825" y="3764"/>
                  <a:pt x="1768" y="3717"/>
                </a:cubicBezTo>
                <a:cubicBezTo>
                  <a:pt x="1680" y="3644"/>
                  <a:pt x="1680" y="3644"/>
                  <a:pt x="1680" y="3644"/>
                </a:cubicBezTo>
                <a:cubicBezTo>
                  <a:pt x="1637" y="3608"/>
                  <a:pt x="1578" y="3599"/>
                  <a:pt x="1526" y="3620"/>
                </a:cubicBezTo>
                <a:cubicBezTo>
                  <a:pt x="1421" y="3664"/>
                  <a:pt x="1421" y="3664"/>
                  <a:pt x="1421" y="3664"/>
                </a:cubicBezTo>
                <a:cubicBezTo>
                  <a:pt x="1353" y="3692"/>
                  <a:pt x="1276" y="3668"/>
                  <a:pt x="1236" y="3606"/>
                </a:cubicBezTo>
                <a:cubicBezTo>
                  <a:pt x="1173" y="3510"/>
                  <a:pt x="1173" y="3510"/>
                  <a:pt x="1173" y="3510"/>
                </a:cubicBezTo>
                <a:cubicBezTo>
                  <a:pt x="1142" y="3463"/>
                  <a:pt x="1088" y="3437"/>
                  <a:pt x="1032" y="3442"/>
                </a:cubicBezTo>
                <a:cubicBezTo>
                  <a:pt x="919" y="3452"/>
                  <a:pt x="919" y="3452"/>
                  <a:pt x="919" y="3452"/>
                </a:cubicBezTo>
                <a:cubicBezTo>
                  <a:pt x="847" y="3458"/>
                  <a:pt x="780" y="3412"/>
                  <a:pt x="759" y="3342"/>
                </a:cubicBezTo>
                <a:cubicBezTo>
                  <a:pt x="727" y="3231"/>
                  <a:pt x="727" y="3231"/>
                  <a:pt x="727" y="3231"/>
                </a:cubicBezTo>
                <a:cubicBezTo>
                  <a:pt x="711" y="3177"/>
                  <a:pt x="668" y="3136"/>
                  <a:pt x="613" y="3124"/>
                </a:cubicBezTo>
                <a:cubicBezTo>
                  <a:pt x="501" y="3100"/>
                  <a:pt x="501" y="3100"/>
                  <a:pt x="501" y="3100"/>
                </a:cubicBezTo>
                <a:cubicBezTo>
                  <a:pt x="430" y="3084"/>
                  <a:pt x="380" y="3020"/>
                  <a:pt x="381" y="2947"/>
                </a:cubicBezTo>
                <a:cubicBezTo>
                  <a:pt x="383" y="2832"/>
                  <a:pt x="383" y="2832"/>
                  <a:pt x="383" y="2832"/>
                </a:cubicBezTo>
                <a:cubicBezTo>
                  <a:pt x="383" y="2775"/>
                  <a:pt x="353" y="2723"/>
                  <a:pt x="305" y="2695"/>
                </a:cubicBezTo>
                <a:cubicBezTo>
                  <a:pt x="205" y="2639"/>
                  <a:pt x="205" y="2639"/>
                  <a:pt x="205" y="2639"/>
                </a:cubicBezTo>
                <a:cubicBezTo>
                  <a:pt x="142" y="2603"/>
                  <a:pt x="112" y="2527"/>
                  <a:pt x="134" y="2457"/>
                </a:cubicBezTo>
                <a:cubicBezTo>
                  <a:pt x="170" y="2347"/>
                  <a:pt x="170" y="2347"/>
                  <a:pt x="170" y="2347"/>
                </a:cubicBezTo>
                <a:cubicBezTo>
                  <a:pt x="187" y="2293"/>
                  <a:pt x="173" y="2234"/>
                  <a:pt x="135" y="2193"/>
                </a:cubicBezTo>
                <a:cubicBezTo>
                  <a:pt x="56" y="2110"/>
                  <a:pt x="56" y="2110"/>
                  <a:pt x="56" y="2110"/>
                </a:cubicBezTo>
                <a:cubicBezTo>
                  <a:pt x="6" y="2057"/>
                  <a:pt x="0" y="1975"/>
                  <a:pt x="42" y="1915"/>
                </a:cubicBezTo>
                <a:cubicBezTo>
                  <a:pt x="107" y="1820"/>
                  <a:pt x="107" y="1820"/>
                  <a:pt x="107" y="1820"/>
                </a:cubicBezTo>
                <a:cubicBezTo>
                  <a:pt x="139" y="1774"/>
                  <a:pt x="144" y="1714"/>
                  <a:pt x="119" y="1663"/>
                </a:cubicBezTo>
                <a:cubicBezTo>
                  <a:pt x="68" y="1560"/>
                  <a:pt x="68" y="1560"/>
                  <a:pt x="68" y="1560"/>
                </a:cubicBezTo>
                <a:cubicBezTo>
                  <a:pt x="36" y="1494"/>
                  <a:pt x="54" y="1414"/>
                  <a:pt x="111" y="1369"/>
                </a:cubicBezTo>
                <a:cubicBezTo>
                  <a:pt x="201" y="1299"/>
                  <a:pt x="201" y="1299"/>
                  <a:pt x="201" y="1299"/>
                </a:cubicBezTo>
                <a:cubicBezTo>
                  <a:pt x="245" y="1264"/>
                  <a:pt x="267" y="1208"/>
                  <a:pt x="258" y="1152"/>
                </a:cubicBezTo>
                <a:cubicBezTo>
                  <a:pt x="240" y="1038"/>
                  <a:pt x="240" y="1038"/>
                  <a:pt x="240" y="1038"/>
                </a:cubicBezTo>
                <a:cubicBezTo>
                  <a:pt x="228" y="965"/>
                  <a:pt x="268" y="895"/>
                  <a:pt x="336" y="869"/>
                </a:cubicBezTo>
                <a:cubicBezTo>
                  <a:pt x="443" y="828"/>
                  <a:pt x="443" y="828"/>
                  <a:pt x="443" y="828"/>
                </a:cubicBezTo>
                <a:cubicBezTo>
                  <a:pt x="495" y="808"/>
                  <a:pt x="533" y="761"/>
                  <a:pt x="540" y="705"/>
                </a:cubicBezTo>
                <a:cubicBezTo>
                  <a:pt x="556" y="590"/>
                  <a:pt x="556" y="590"/>
                  <a:pt x="556" y="590"/>
                </a:cubicBezTo>
                <a:cubicBezTo>
                  <a:pt x="565" y="518"/>
                  <a:pt x="625" y="462"/>
                  <a:pt x="697" y="457"/>
                </a:cubicBezTo>
                <a:cubicBezTo>
                  <a:pt x="811" y="450"/>
                  <a:pt x="811" y="450"/>
                  <a:pt x="811" y="450"/>
                </a:cubicBezTo>
                <a:cubicBezTo>
                  <a:pt x="867" y="447"/>
                  <a:pt x="916" y="413"/>
                  <a:pt x="940" y="362"/>
                </a:cubicBezTo>
                <a:cubicBezTo>
                  <a:pt x="988" y="257"/>
                  <a:pt x="988" y="257"/>
                  <a:pt x="988" y="257"/>
                </a:cubicBezTo>
                <a:cubicBezTo>
                  <a:pt x="1018" y="190"/>
                  <a:pt x="1091" y="155"/>
                  <a:pt x="1162" y="172"/>
                </a:cubicBezTo>
                <a:cubicBezTo>
                  <a:pt x="1273" y="199"/>
                  <a:pt x="1273" y="199"/>
                  <a:pt x="1273" y="199"/>
                </a:cubicBezTo>
                <a:cubicBezTo>
                  <a:pt x="1327" y="213"/>
                  <a:pt x="1384" y="195"/>
                  <a:pt x="1422" y="153"/>
                </a:cubicBezTo>
                <a:cubicBezTo>
                  <a:pt x="1498" y="67"/>
                  <a:pt x="1498" y="67"/>
                  <a:pt x="1498" y="67"/>
                </a:cubicBezTo>
                <a:cubicBezTo>
                  <a:pt x="1547" y="13"/>
                  <a:pt x="1627" y="0"/>
                  <a:pt x="1689" y="38"/>
                </a:cubicBezTo>
                <a:cubicBezTo>
                  <a:pt x="1787" y="97"/>
                  <a:pt x="1787" y="97"/>
                  <a:pt x="1787" y="97"/>
                </a:cubicBezTo>
                <a:cubicBezTo>
                  <a:pt x="1835" y="126"/>
                  <a:pt x="1895" y="126"/>
                  <a:pt x="1943" y="97"/>
                </a:cubicBezTo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02E230E-2369-60A5-24A1-C6A73B4082CB}"/>
              </a:ext>
            </a:extLst>
          </p:cNvPr>
          <p:cNvSpPr>
            <a:spLocks/>
          </p:cNvSpPr>
          <p:nvPr userDrawn="1"/>
        </p:nvSpPr>
        <p:spPr bwMode="auto">
          <a:xfrm>
            <a:off x="9124950" y="327917"/>
            <a:ext cx="3067050" cy="6021388"/>
          </a:xfrm>
          <a:custGeom>
            <a:avLst/>
            <a:gdLst>
              <a:gd name="T0" fmla="*/ 1932 w 1932"/>
              <a:gd name="T1" fmla="*/ 111 h 3792"/>
              <a:gd name="T2" fmla="*/ 1802 w 1932"/>
              <a:gd name="T3" fmla="*/ 98 h 3792"/>
              <a:gd name="T4" fmla="*/ 1703 w 1932"/>
              <a:gd name="T5" fmla="*/ 38 h 3792"/>
              <a:gd name="T6" fmla="*/ 1511 w 1932"/>
              <a:gd name="T7" fmla="*/ 68 h 3792"/>
              <a:gd name="T8" fmla="*/ 1434 w 1932"/>
              <a:gd name="T9" fmla="*/ 154 h 3792"/>
              <a:gd name="T10" fmla="*/ 1283 w 1932"/>
              <a:gd name="T11" fmla="*/ 201 h 3792"/>
              <a:gd name="T12" fmla="*/ 1172 w 1932"/>
              <a:gd name="T13" fmla="*/ 174 h 3792"/>
              <a:gd name="T14" fmla="*/ 996 w 1932"/>
              <a:gd name="T15" fmla="*/ 259 h 3792"/>
              <a:gd name="T16" fmla="*/ 948 w 1932"/>
              <a:gd name="T17" fmla="*/ 365 h 3792"/>
              <a:gd name="T18" fmla="*/ 818 w 1932"/>
              <a:gd name="T19" fmla="*/ 454 h 3792"/>
              <a:gd name="T20" fmla="*/ 703 w 1932"/>
              <a:gd name="T21" fmla="*/ 461 h 3792"/>
              <a:gd name="T22" fmla="*/ 560 w 1932"/>
              <a:gd name="T23" fmla="*/ 595 h 3792"/>
              <a:gd name="T24" fmla="*/ 545 w 1932"/>
              <a:gd name="T25" fmla="*/ 710 h 3792"/>
              <a:gd name="T26" fmla="*/ 447 w 1932"/>
              <a:gd name="T27" fmla="*/ 835 h 3792"/>
              <a:gd name="T28" fmla="*/ 339 w 1932"/>
              <a:gd name="T29" fmla="*/ 876 h 3792"/>
              <a:gd name="T30" fmla="*/ 242 w 1932"/>
              <a:gd name="T31" fmla="*/ 1046 h 3792"/>
              <a:gd name="T32" fmla="*/ 261 w 1932"/>
              <a:gd name="T33" fmla="*/ 1161 h 3792"/>
              <a:gd name="T34" fmla="*/ 203 w 1932"/>
              <a:gd name="T35" fmla="*/ 1309 h 3792"/>
              <a:gd name="T36" fmla="*/ 112 w 1932"/>
              <a:gd name="T37" fmla="*/ 1380 h 3792"/>
              <a:gd name="T38" fmla="*/ 69 w 1932"/>
              <a:gd name="T39" fmla="*/ 1573 h 3792"/>
              <a:gd name="T40" fmla="*/ 120 w 1932"/>
              <a:gd name="T41" fmla="*/ 1677 h 3792"/>
              <a:gd name="T42" fmla="*/ 109 w 1932"/>
              <a:gd name="T43" fmla="*/ 1835 h 3792"/>
              <a:gd name="T44" fmla="*/ 43 w 1932"/>
              <a:gd name="T45" fmla="*/ 1930 h 3792"/>
              <a:gd name="T46" fmla="*/ 57 w 1932"/>
              <a:gd name="T47" fmla="*/ 2127 h 3792"/>
              <a:gd name="T48" fmla="*/ 136 w 1932"/>
              <a:gd name="T49" fmla="*/ 2211 h 3792"/>
              <a:gd name="T50" fmla="*/ 171 w 1932"/>
              <a:gd name="T51" fmla="*/ 2366 h 3792"/>
              <a:gd name="T52" fmla="*/ 136 w 1932"/>
              <a:gd name="T53" fmla="*/ 2477 h 3792"/>
              <a:gd name="T54" fmla="*/ 207 w 1932"/>
              <a:gd name="T55" fmla="*/ 2660 h 3792"/>
              <a:gd name="T56" fmla="*/ 307 w 1932"/>
              <a:gd name="T57" fmla="*/ 2717 h 3792"/>
              <a:gd name="T58" fmla="*/ 386 w 1932"/>
              <a:gd name="T59" fmla="*/ 2855 h 3792"/>
              <a:gd name="T60" fmla="*/ 385 w 1932"/>
              <a:gd name="T61" fmla="*/ 2971 h 3792"/>
              <a:gd name="T62" fmla="*/ 506 w 1932"/>
              <a:gd name="T63" fmla="*/ 3125 h 3792"/>
              <a:gd name="T64" fmla="*/ 618 w 1932"/>
              <a:gd name="T65" fmla="*/ 3149 h 3792"/>
              <a:gd name="T66" fmla="*/ 734 w 1932"/>
              <a:gd name="T67" fmla="*/ 3258 h 3792"/>
              <a:gd name="T68" fmla="*/ 766 w 1932"/>
              <a:gd name="T69" fmla="*/ 3369 h 3792"/>
              <a:gd name="T70" fmla="*/ 927 w 1932"/>
              <a:gd name="T71" fmla="*/ 3480 h 3792"/>
              <a:gd name="T72" fmla="*/ 1041 w 1932"/>
              <a:gd name="T73" fmla="*/ 3470 h 3792"/>
              <a:gd name="T74" fmla="*/ 1183 w 1932"/>
              <a:gd name="T75" fmla="*/ 3539 h 3792"/>
              <a:gd name="T76" fmla="*/ 1246 w 1932"/>
              <a:gd name="T77" fmla="*/ 3636 h 3792"/>
              <a:gd name="T78" fmla="*/ 1433 w 1932"/>
              <a:gd name="T79" fmla="*/ 3694 h 3792"/>
              <a:gd name="T80" fmla="*/ 1539 w 1932"/>
              <a:gd name="T81" fmla="*/ 3650 h 3792"/>
              <a:gd name="T82" fmla="*/ 1694 w 1932"/>
              <a:gd name="T83" fmla="*/ 3674 h 3792"/>
              <a:gd name="T84" fmla="*/ 1783 w 1932"/>
              <a:gd name="T85" fmla="*/ 3747 h 3792"/>
              <a:gd name="T86" fmla="*/ 1932 w 1932"/>
              <a:gd name="T87" fmla="*/ 3774 h 3792"/>
              <a:gd name="T88" fmla="*/ 1932 w 1932"/>
              <a:gd name="T89" fmla="*/ 111 h 3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2" h="3792">
                <a:moveTo>
                  <a:pt x="1932" y="111"/>
                </a:moveTo>
                <a:cubicBezTo>
                  <a:pt x="1889" y="126"/>
                  <a:pt x="1842" y="122"/>
                  <a:pt x="1802" y="98"/>
                </a:cubicBezTo>
                <a:cubicBezTo>
                  <a:pt x="1703" y="38"/>
                  <a:pt x="1703" y="38"/>
                  <a:pt x="1703" y="38"/>
                </a:cubicBezTo>
                <a:cubicBezTo>
                  <a:pt x="1640" y="0"/>
                  <a:pt x="1560" y="13"/>
                  <a:pt x="1511" y="68"/>
                </a:cubicBezTo>
                <a:cubicBezTo>
                  <a:pt x="1434" y="154"/>
                  <a:pt x="1434" y="154"/>
                  <a:pt x="1434" y="154"/>
                </a:cubicBezTo>
                <a:cubicBezTo>
                  <a:pt x="1396" y="196"/>
                  <a:pt x="1338" y="214"/>
                  <a:pt x="1283" y="201"/>
                </a:cubicBezTo>
                <a:cubicBezTo>
                  <a:pt x="1172" y="174"/>
                  <a:pt x="1172" y="174"/>
                  <a:pt x="1172" y="174"/>
                </a:cubicBezTo>
                <a:cubicBezTo>
                  <a:pt x="1101" y="156"/>
                  <a:pt x="1027" y="192"/>
                  <a:pt x="996" y="259"/>
                </a:cubicBezTo>
                <a:cubicBezTo>
                  <a:pt x="948" y="365"/>
                  <a:pt x="948" y="365"/>
                  <a:pt x="948" y="365"/>
                </a:cubicBezTo>
                <a:cubicBezTo>
                  <a:pt x="924" y="416"/>
                  <a:pt x="874" y="451"/>
                  <a:pt x="818" y="454"/>
                </a:cubicBezTo>
                <a:cubicBezTo>
                  <a:pt x="703" y="461"/>
                  <a:pt x="703" y="461"/>
                  <a:pt x="703" y="461"/>
                </a:cubicBezTo>
                <a:cubicBezTo>
                  <a:pt x="630" y="466"/>
                  <a:pt x="570" y="522"/>
                  <a:pt x="560" y="595"/>
                </a:cubicBezTo>
                <a:cubicBezTo>
                  <a:pt x="545" y="710"/>
                  <a:pt x="545" y="710"/>
                  <a:pt x="545" y="710"/>
                </a:cubicBezTo>
                <a:cubicBezTo>
                  <a:pt x="537" y="767"/>
                  <a:pt x="500" y="815"/>
                  <a:pt x="447" y="835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271" y="902"/>
                  <a:pt x="230" y="973"/>
                  <a:pt x="242" y="1046"/>
                </a:cubicBezTo>
                <a:cubicBezTo>
                  <a:pt x="261" y="1161"/>
                  <a:pt x="261" y="1161"/>
                  <a:pt x="261" y="1161"/>
                </a:cubicBezTo>
                <a:cubicBezTo>
                  <a:pt x="270" y="1217"/>
                  <a:pt x="248" y="1274"/>
                  <a:pt x="203" y="1309"/>
                </a:cubicBezTo>
                <a:cubicBezTo>
                  <a:pt x="112" y="1380"/>
                  <a:pt x="112" y="1380"/>
                  <a:pt x="112" y="1380"/>
                </a:cubicBezTo>
                <a:cubicBezTo>
                  <a:pt x="55" y="1426"/>
                  <a:pt x="36" y="1506"/>
                  <a:pt x="69" y="1573"/>
                </a:cubicBezTo>
                <a:cubicBezTo>
                  <a:pt x="120" y="1677"/>
                  <a:pt x="120" y="1677"/>
                  <a:pt x="120" y="1677"/>
                </a:cubicBezTo>
                <a:cubicBezTo>
                  <a:pt x="146" y="1728"/>
                  <a:pt x="141" y="1789"/>
                  <a:pt x="109" y="1835"/>
                </a:cubicBezTo>
                <a:cubicBezTo>
                  <a:pt x="43" y="1930"/>
                  <a:pt x="43" y="1930"/>
                  <a:pt x="43" y="1930"/>
                </a:cubicBezTo>
                <a:cubicBezTo>
                  <a:pt x="0" y="1991"/>
                  <a:pt x="7" y="2073"/>
                  <a:pt x="57" y="2127"/>
                </a:cubicBezTo>
                <a:cubicBezTo>
                  <a:pt x="136" y="2211"/>
                  <a:pt x="136" y="2211"/>
                  <a:pt x="136" y="2211"/>
                </a:cubicBezTo>
                <a:cubicBezTo>
                  <a:pt x="175" y="2252"/>
                  <a:pt x="189" y="2312"/>
                  <a:pt x="171" y="2366"/>
                </a:cubicBezTo>
                <a:cubicBezTo>
                  <a:pt x="136" y="2477"/>
                  <a:pt x="136" y="2477"/>
                  <a:pt x="136" y="2477"/>
                </a:cubicBezTo>
                <a:cubicBezTo>
                  <a:pt x="113" y="2547"/>
                  <a:pt x="143" y="2624"/>
                  <a:pt x="207" y="2660"/>
                </a:cubicBezTo>
                <a:cubicBezTo>
                  <a:pt x="307" y="2717"/>
                  <a:pt x="307" y="2717"/>
                  <a:pt x="307" y="2717"/>
                </a:cubicBezTo>
                <a:cubicBezTo>
                  <a:pt x="357" y="2745"/>
                  <a:pt x="387" y="2798"/>
                  <a:pt x="386" y="2855"/>
                </a:cubicBezTo>
                <a:cubicBezTo>
                  <a:pt x="385" y="2971"/>
                  <a:pt x="385" y="2971"/>
                  <a:pt x="385" y="2971"/>
                </a:cubicBezTo>
                <a:cubicBezTo>
                  <a:pt x="384" y="3045"/>
                  <a:pt x="434" y="3110"/>
                  <a:pt x="506" y="3125"/>
                </a:cubicBezTo>
                <a:cubicBezTo>
                  <a:pt x="618" y="3149"/>
                  <a:pt x="618" y="3149"/>
                  <a:pt x="618" y="3149"/>
                </a:cubicBezTo>
                <a:cubicBezTo>
                  <a:pt x="673" y="3161"/>
                  <a:pt x="718" y="3203"/>
                  <a:pt x="734" y="3258"/>
                </a:cubicBezTo>
                <a:cubicBezTo>
                  <a:pt x="766" y="3369"/>
                  <a:pt x="766" y="3369"/>
                  <a:pt x="766" y="3369"/>
                </a:cubicBezTo>
                <a:cubicBezTo>
                  <a:pt x="787" y="3440"/>
                  <a:pt x="854" y="3487"/>
                  <a:pt x="927" y="3480"/>
                </a:cubicBezTo>
                <a:cubicBezTo>
                  <a:pt x="1041" y="3470"/>
                  <a:pt x="1041" y="3470"/>
                  <a:pt x="1041" y="3470"/>
                </a:cubicBezTo>
                <a:cubicBezTo>
                  <a:pt x="1098" y="3465"/>
                  <a:pt x="1152" y="3491"/>
                  <a:pt x="1183" y="3539"/>
                </a:cubicBezTo>
                <a:cubicBezTo>
                  <a:pt x="1246" y="3636"/>
                  <a:pt x="1246" y="3636"/>
                  <a:pt x="1246" y="3636"/>
                </a:cubicBezTo>
                <a:cubicBezTo>
                  <a:pt x="1287" y="3698"/>
                  <a:pt x="1365" y="3722"/>
                  <a:pt x="1433" y="3694"/>
                </a:cubicBezTo>
                <a:cubicBezTo>
                  <a:pt x="1539" y="3650"/>
                  <a:pt x="1539" y="3650"/>
                  <a:pt x="1539" y="3650"/>
                </a:cubicBezTo>
                <a:cubicBezTo>
                  <a:pt x="1591" y="3628"/>
                  <a:pt x="1651" y="3638"/>
                  <a:pt x="1694" y="3674"/>
                </a:cubicBezTo>
                <a:cubicBezTo>
                  <a:pt x="1783" y="3747"/>
                  <a:pt x="1783" y="3747"/>
                  <a:pt x="1783" y="3747"/>
                </a:cubicBezTo>
                <a:cubicBezTo>
                  <a:pt x="1826" y="3783"/>
                  <a:pt x="1882" y="3792"/>
                  <a:pt x="1932" y="3774"/>
                </a:cubicBezTo>
                <a:lnTo>
                  <a:pt x="1932" y="111"/>
                </a:ln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20A85EC-E157-7341-930D-AF2033E7C4AC}"/>
              </a:ext>
            </a:extLst>
          </p:cNvPr>
          <p:cNvSpPr>
            <a:spLocks/>
          </p:cNvSpPr>
          <p:nvPr userDrawn="1"/>
        </p:nvSpPr>
        <p:spPr bwMode="auto">
          <a:xfrm>
            <a:off x="0" y="327917"/>
            <a:ext cx="3067050" cy="6021388"/>
          </a:xfrm>
          <a:custGeom>
            <a:avLst/>
            <a:gdLst>
              <a:gd name="T0" fmla="*/ 0 w 1932"/>
              <a:gd name="T1" fmla="*/ 111 h 3792"/>
              <a:gd name="T2" fmla="*/ 130 w 1932"/>
              <a:gd name="T3" fmla="*/ 98 h 3792"/>
              <a:gd name="T4" fmla="*/ 229 w 1932"/>
              <a:gd name="T5" fmla="*/ 38 h 3792"/>
              <a:gd name="T6" fmla="*/ 421 w 1932"/>
              <a:gd name="T7" fmla="*/ 68 h 3792"/>
              <a:gd name="T8" fmla="*/ 498 w 1932"/>
              <a:gd name="T9" fmla="*/ 154 h 3792"/>
              <a:gd name="T10" fmla="*/ 649 w 1932"/>
              <a:gd name="T11" fmla="*/ 201 h 3792"/>
              <a:gd name="T12" fmla="*/ 760 w 1932"/>
              <a:gd name="T13" fmla="*/ 174 h 3792"/>
              <a:gd name="T14" fmla="*/ 936 w 1932"/>
              <a:gd name="T15" fmla="*/ 259 h 3792"/>
              <a:gd name="T16" fmla="*/ 984 w 1932"/>
              <a:gd name="T17" fmla="*/ 365 h 3792"/>
              <a:gd name="T18" fmla="*/ 1114 w 1932"/>
              <a:gd name="T19" fmla="*/ 454 h 3792"/>
              <a:gd name="T20" fmla="*/ 1229 w 1932"/>
              <a:gd name="T21" fmla="*/ 461 h 3792"/>
              <a:gd name="T22" fmla="*/ 1372 w 1932"/>
              <a:gd name="T23" fmla="*/ 595 h 3792"/>
              <a:gd name="T24" fmla="*/ 1387 w 1932"/>
              <a:gd name="T25" fmla="*/ 710 h 3792"/>
              <a:gd name="T26" fmla="*/ 1485 w 1932"/>
              <a:gd name="T27" fmla="*/ 835 h 3792"/>
              <a:gd name="T28" fmla="*/ 1593 w 1932"/>
              <a:gd name="T29" fmla="*/ 876 h 3792"/>
              <a:gd name="T30" fmla="*/ 1690 w 1932"/>
              <a:gd name="T31" fmla="*/ 1046 h 3792"/>
              <a:gd name="T32" fmla="*/ 1671 w 1932"/>
              <a:gd name="T33" fmla="*/ 1161 h 3792"/>
              <a:gd name="T34" fmla="*/ 1729 w 1932"/>
              <a:gd name="T35" fmla="*/ 1309 h 3792"/>
              <a:gd name="T36" fmla="*/ 1820 w 1932"/>
              <a:gd name="T37" fmla="*/ 1380 h 3792"/>
              <a:gd name="T38" fmla="*/ 1863 w 1932"/>
              <a:gd name="T39" fmla="*/ 1573 h 3792"/>
              <a:gd name="T40" fmla="*/ 1812 w 1932"/>
              <a:gd name="T41" fmla="*/ 1677 h 3792"/>
              <a:gd name="T42" fmla="*/ 1823 w 1932"/>
              <a:gd name="T43" fmla="*/ 1835 h 3792"/>
              <a:gd name="T44" fmla="*/ 1889 w 1932"/>
              <a:gd name="T45" fmla="*/ 1930 h 3792"/>
              <a:gd name="T46" fmla="*/ 1875 w 1932"/>
              <a:gd name="T47" fmla="*/ 2127 h 3792"/>
              <a:gd name="T48" fmla="*/ 1796 w 1932"/>
              <a:gd name="T49" fmla="*/ 2211 h 3792"/>
              <a:gd name="T50" fmla="*/ 1761 w 1932"/>
              <a:gd name="T51" fmla="*/ 2366 h 3792"/>
              <a:gd name="T52" fmla="*/ 1796 w 1932"/>
              <a:gd name="T53" fmla="*/ 2477 h 3792"/>
              <a:gd name="T54" fmla="*/ 1725 w 1932"/>
              <a:gd name="T55" fmla="*/ 2660 h 3792"/>
              <a:gd name="T56" fmla="*/ 1625 w 1932"/>
              <a:gd name="T57" fmla="*/ 2717 h 3792"/>
              <a:gd name="T58" fmla="*/ 1546 w 1932"/>
              <a:gd name="T59" fmla="*/ 2855 h 3792"/>
              <a:gd name="T60" fmla="*/ 1547 w 1932"/>
              <a:gd name="T61" fmla="*/ 2971 h 3792"/>
              <a:gd name="T62" fmla="*/ 1426 w 1932"/>
              <a:gd name="T63" fmla="*/ 3125 h 3792"/>
              <a:gd name="T64" fmla="*/ 1314 w 1932"/>
              <a:gd name="T65" fmla="*/ 3149 h 3792"/>
              <a:gd name="T66" fmla="*/ 1198 w 1932"/>
              <a:gd name="T67" fmla="*/ 3258 h 3792"/>
              <a:gd name="T68" fmla="*/ 1166 w 1932"/>
              <a:gd name="T69" fmla="*/ 3369 h 3792"/>
              <a:gd name="T70" fmla="*/ 1005 w 1932"/>
              <a:gd name="T71" fmla="*/ 3480 h 3792"/>
              <a:gd name="T72" fmla="*/ 891 w 1932"/>
              <a:gd name="T73" fmla="*/ 3470 h 3792"/>
              <a:gd name="T74" fmla="*/ 749 w 1932"/>
              <a:gd name="T75" fmla="*/ 3539 h 3792"/>
              <a:gd name="T76" fmla="*/ 686 w 1932"/>
              <a:gd name="T77" fmla="*/ 3636 h 3792"/>
              <a:gd name="T78" fmla="*/ 499 w 1932"/>
              <a:gd name="T79" fmla="*/ 3694 h 3792"/>
              <a:gd name="T80" fmla="*/ 393 w 1932"/>
              <a:gd name="T81" fmla="*/ 3650 h 3792"/>
              <a:gd name="T82" fmla="*/ 238 w 1932"/>
              <a:gd name="T83" fmla="*/ 3674 h 3792"/>
              <a:gd name="T84" fmla="*/ 149 w 1932"/>
              <a:gd name="T85" fmla="*/ 3747 h 3792"/>
              <a:gd name="T86" fmla="*/ 0 w 1932"/>
              <a:gd name="T87" fmla="*/ 3774 h 3792"/>
              <a:gd name="T88" fmla="*/ 0 w 1932"/>
              <a:gd name="T89" fmla="*/ 111 h 3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2" h="3792">
                <a:moveTo>
                  <a:pt x="0" y="111"/>
                </a:moveTo>
                <a:cubicBezTo>
                  <a:pt x="43" y="126"/>
                  <a:pt x="90" y="122"/>
                  <a:pt x="130" y="98"/>
                </a:cubicBezTo>
                <a:cubicBezTo>
                  <a:pt x="229" y="38"/>
                  <a:pt x="229" y="38"/>
                  <a:pt x="229" y="38"/>
                </a:cubicBezTo>
                <a:cubicBezTo>
                  <a:pt x="292" y="0"/>
                  <a:pt x="372" y="13"/>
                  <a:pt x="421" y="68"/>
                </a:cubicBezTo>
                <a:cubicBezTo>
                  <a:pt x="498" y="154"/>
                  <a:pt x="498" y="154"/>
                  <a:pt x="498" y="154"/>
                </a:cubicBezTo>
                <a:cubicBezTo>
                  <a:pt x="536" y="196"/>
                  <a:pt x="594" y="214"/>
                  <a:pt x="649" y="201"/>
                </a:cubicBezTo>
                <a:cubicBezTo>
                  <a:pt x="760" y="174"/>
                  <a:pt x="760" y="174"/>
                  <a:pt x="760" y="174"/>
                </a:cubicBezTo>
                <a:cubicBezTo>
                  <a:pt x="831" y="156"/>
                  <a:pt x="905" y="192"/>
                  <a:pt x="936" y="259"/>
                </a:cubicBezTo>
                <a:cubicBezTo>
                  <a:pt x="984" y="365"/>
                  <a:pt x="984" y="365"/>
                  <a:pt x="984" y="365"/>
                </a:cubicBezTo>
                <a:cubicBezTo>
                  <a:pt x="1008" y="416"/>
                  <a:pt x="1058" y="451"/>
                  <a:pt x="1114" y="454"/>
                </a:cubicBezTo>
                <a:cubicBezTo>
                  <a:pt x="1229" y="461"/>
                  <a:pt x="1229" y="461"/>
                  <a:pt x="1229" y="461"/>
                </a:cubicBezTo>
                <a:cubicBezTo>
                  <a:pt x="1302" y="466"/>
                  <a:pt x="1362" y="522"/>
                  <a:pt x="1372" y="595"/>
                </a:cubicBezTo>
                <a:cubicBezTo>
                  <a:pt x="1387" y="710"/>
                  <a:pt x="1387" y="710"/>
                  <a:pt x="1387" y="710"/>
                </a:cubicBezTo>
                <a:cubicBezTo>
                  <a:pt x="1395" y="767"/>
                  <a:pt x="1432" y="815"/>
                  <a:pt x="1485" y="835"/>
                </a:cubicBezTo>
                <a:cubicBezTo>
                  <a:pt x="1593" y="876"/>
                  <a:pt x="1593" y="876"/>
                  <a:pt x="1593" y="876"/>
                </a:cubicBezTo>
                <a:cubicBezTo>
                  <a:pt x="1661" y="902"/>
                  <a:pt x="1702" y="973"/>
                  <a:pt x="1690" y="1046"/>
                </a:cubicBezTo>
                <a:cubicBezTo>
                  <a:pt x="1671" y="1161"/>
                  <a:pt x="1671" y="1161"/>
                  <a:pt x="1671" y="1161"/>
                </a:cubicBezTo>
                <a:cubicBezTo>
                  <a:pt x="1662" y="1217"/>
                  <a:pt x="1684" y="1274"/>
                  <a:pt x="1729" y="1309"/>
                </a:cubicBezTo>
                <a:cubicBezTo>
                  <a:pt x="1820" y="1380"/>
                  <a:pt x="1820" y="1380"/>
                  <a:pt x="1820" y="1380"/>
                </a:cubicBezTo>
                <a:cubicBezTo>
                  <a:pt x="1877" y="1426"/>
                  <a:pt x="1896" y="1506"/>
                  <a:pt x="1863" y="1573"/>
                </a:cubicBezTo>
                <a:cubicBezTo>
                  <a:pt x="1812" y="1677"/>
                  <a:pt x="1812" y="1677"/>
                  <a:pt x="1812" y="1677"/>
                </a:cubicBezTo>
                <a:cubicBezTo>
                  <a:pt x="1786" y="1728"/>
                  <a:pt x="1791" y="1789"/>
                  <a:pt x="1823" y="1835"/>
                </a:cubicBezTo>
                <a:cubicBezTo>
                  <a:pt x="1889" y="1930"/>
                  <a:pt x="1889" y="1930"/>
                  <a:pt x="1889" y="1930"/>
                </a:cubicBezTo>
                <a:cubicBezTo>
                  <a:pt x="1932" y="1991"/>
                  <a:pt x="1925" y="2073"/>
                  <a:pt x="1875" y="2127"/>
                </a:cubicBezTo>
                <a:cubicBezTo>
                  <a:pt x="1796" y="2211"/>
                  <a:pt x="1796" y="2211"/>
                  <a:pt x="1796" y="2211"/>
                </a:cubicBezTo>
                <a:cubicBezTo>
                  <a:pt x="1757" y="2252"/>
                  <a:pt x="1743" y="2312"/>
                  <a:pt x="1761" y="2366"/>
                </a:cubicBezTo>
                <a:cubicBezTo>
                  <a:pt x="1796" y="2477"/>
                  <a:pt x="1796" y="2477"/>
                  <a:pt x="1796" y="2477"/>
                </a:cubicBezTo>
                <a:cubicBezTo>
                  <a:pt x="1819" y="2547"/>
                  <a:pt x="1789" y="2624"/>
                  <a:pt x="1725" y="2660"/>
                </a:cubicBezTo>
                <a:cubicBezTo>
                  <a:pt x="1625" y="2717"/>
                  <a:pt x="1625" y="2717"/>
                  <a:pt x="1625" y="2717"/>
                </a:cubicBezTo>
                <a:cubicBezTo>
                  <a:pt x="1575" y="2745"/>
                  <a:pt x="1545" y="2798"/>
                  <a:pt x="1546" y="2855"/>
                </a:cubicBezTo>
                <a:cubicBezTo>
                  <a:pt x="1547" y="2971"/>
                  <a:pt x="1547" y="2971"/>
                  <a:pt x="1547" y="2971"/>
                </a:cubicBezTo>
                <a:cubicBezTo>
                  <a:pt x="1548" y="3045"/>
                  <a:pt x="1498" y="3110"/>
                  <a:pt x="1426" y="3125"/>
                </a:cubicBezTo>
                <a:cubicBezTo>
                  <a:pt x="1314" y="3149"/>
                  <a:pt x="1314" y="3149"/>
                  <a:pt x="1314" y="3149"/>
                </a:cubicBezTo>
                <a:cubicBezTo>
                  <a:pt x="1259" y="3161"/>
                  <a:pt x="1214" y="3203"/>
                  <a:pt x="1198" y="3258"/>
                </a:cubicBezTo>
                <a:cubicBezTo>
                  <a:pt x="1166" y="3369"/>
                  <a:pt x="1166" y="3369"/>
                  <a:pt x="1166" y="3369"/>
                </a:cubicBezTo>
                <a:cubicBezTo>
                  <a:pt x="1145" y="3440"/>
                  <a:pt x="1078" y="3487"/>
                  <a:pt x="1005" y="3480"/>
                </a:cubicBezTo>
                <a:cubicBezTo>
                  <a:pt x="891" y="3470"/>
                  <a:pt x="891" y="3470"/>
                  <a:pt x="891" y="3470"/>
                </a:cubicBezTo>
                <a:cubicBezTo>
                  <a:pt x="834" y="3465"/>
                  <a:pt x="780" y="3491"/>
                  <a:pt x="749" y="3539"/>
                </a:cubicBezTo>
                <a:cubicBezTo>
                  <a:pt x="686" y="3636"/>
                  <a:pt x="686" y="3636"/>
                  <a:pt x="686" y="3636"/>
                </a:cubicBezTo>
                <a:cubicBezTo>
                  <a:pt x="645" y="3698"/>
                  <a:pt x="567" y="3722"/>
                  <a:pt x="499" y="3694"/>
                </a:cubicBezTo>
                <a:cubicBezTo>
                  <a:pt x="393" y="3650"/>
                  <a:pt x="393" y="3650"/>
                  <a:pt x="393" y="3650"/>
                </a:cubicBezTo>
                <a:cubicBezTo>
                  <a:pt x="341" y="3628"/>
                  <a:pt x="281" y="3638"/>
                  <a:pt x="238" y="3674"/>
                </a:cubicBezTo>
                <a:cubicBezTo>
                  <a:pt x="149" y="3747"/>
                  <a:pt x="149" y="3747"/>
                  <a:pt x="149" y="3747"/>
                </a:cubicBezTo>
                <a:cubicBezTo>
                  <a:pt x="106" y="3783"/>
                  <a:pt x="50" y="3792"/>
                  <a:pt x="0" y="3774"/>
                </a:cubicBezTo>
                <a:lnTo>
                  <a:pt x="0" y="111"/>
                </a:ln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382FC6-6789-47AC-4599-9AC7F032A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5713" y="2471738"/>
            <a:ext cx="4652962" cy="2605087"/>
          </a:xfrm>
        </p:spPr>
        <p:txBody>
          <a:bodyPr/>
          <a:lstStyle>
            <a:lvl1pPr algn="ctr">
              <a:lnSpc>
                <a:spcPct val="95000"/>
              </a:lnSpc>
              <a:spcAft>
                <a:spcPts val="2400"/>
              </a:spcAft>
              <a:defRPr sz="4000" b="1" spc="-150"/>
            </a:lvl1pPr>
            <a:lvl2pPr marL="0" indent="0" algn="ctr"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97217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(Red &amp; Blue)">
    <p:bg>
      <p:bgPr>
        <a:solidFill>
          <a:srgbClr val="C3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E225281-78A9-3B81-9105-7D3E889231A1}"/>
              </a:ext>
            </a:extLst>
          </p:cNvPr>
          <p:cNvSpPr>
            <a:spLocks/>
          </p:cNvSpPr>
          <p:nvPr userDrawn="1"/>
        </p:nvSpPr>
        <p:spPr bwMode="auto">
          <a:xfrm>
            <a:off x="3135313" y="351729"/>
            <a:ext cx="5921375" cy="5976938"/>
          </a:xfrm>
          <a:custGeom>
            <a:avLst/>
            <a:gdLst>
              <a:gd name="T0" fmla="*/ 2041 w 3730"/>
              <a:gd name="T1" fmla="*/ 38 h 3764"/>
              <a:gd name="T2" fmla="*/ 2308 w 3730"/>
              <a:gd name="T3" fmla="*/ 153 h 3764"/>
              <a:gd name="T4" fmla="*/ 2568 w 3730"/>
              <a:gd name="T5" fmla="*/ 172 h 3764"/>
              <a:gd name="T6" fmla="*/ 2790 w 3730"/>
              <a:gd name="T7" fmla="*/ 362 h 3764"/>
              <a:gd name="T8" fmla="*/ 3033 w 3730"/>
              <a:gd name="T9" fmla="*/ 457 h 3764"/>
              <a:gd name="T10" fmla="*/ 3190 w 3730"/>
              <a:gd name="T11" fmla="*/ 705 h 3764"/>
              <a:gd name="T12" fmla="*/ 3394 w 3730"/>
              <a:gd name="T13" fmla="*/ 869 h 3764"/>
              <a:gd name="T14" fmla="*/ 3472 w 3730"/>
              <a:gd name="T15" fmla="*/ 1152 h 3764"/>
              <a:gd name="T16" fmla="*/ 3619 w 3730"/>
              <a:gd name="T17" fmla="*/ 1369 h 3764"/>
              <a:gd name="T18" fmla="*/ 3611 w 3730"/>
              <a:gd name="T19" fmla="*/ 1663 h 3764"/>
              <a:gd name="T20" fmla="*/ 3688 w 3730"/>
              <a:gd name="T21" fmla="*/ 1915 h 3764"/>
              <a:gd name="T22" fmla="*/ 3595 w 3730"/>
              <a:gd name="T23" fmla="*/ 2193 h 3764"/>
              <a:gd name="T24" fmla="*/ 3596 w 3730"/>
              <a:gd name="T25" fmla="*/ 2457 h 3764"/>
              <a:gd name="T26" fmla="*/ 3425 w 3730"/>
              <a:gd name="T27" fmla="*/ 2695 h 3764"/>
              <a:gd name="T28" fmla="*/ 3349 w 3730"/>
              <a:gd name="T29" fmla="*/ 2947 h 3764"/>
              <a:gd name="T30" fmla="*/ 3117 w 3730"/>
              <a:gd name="T31" fmla="*/ 3124 h 3764"/>
              <a:gd name="T32" fmla="*/ 2971 w 3730"/>
              <a:gd name="T33" fmla="*/ 3342 h 3764"/>
              <a:gd name="T34" fmla="*/ 2698 w 3730"/>
              <a:gd name="T35" fmla="*/ 3442 h 3764"/>
              <a:gd name="T36" fmla="*/ 2494 w 3730"/>
              <a:gd name="T37" fmla="*/ 3606 h 3764"/>
              <a:gd name="T38" fmla="*/ 2204 w 3730"/>
              <a:gd name="T39" fmla="*/ 3620 h 3764"/>
              <a:gd name="T40" fmla="*/ 1962 w 3730"/>
              <a:gd name="T41" fmla="*/ 3717 h 3764"/>
              <a:gd name="T42" fmla="*/ 1680 w 3730"/>
              <a:gd name="T43" fmla="*/ 3644 h 3764"/>
              <a:gd name="T44" fmla="*/ 1421 w 3730"/>
              <a:gd name="T45" fmla="*/ 3664 h 3764"/>
              <a:gd name="T46" fmla="*/ 1173 w 3730"/>
              <a:gd name="T47" fmla="*/ 3510 h 3764"/>
              <a:gd name="T48" fmla="*/ 919 w 3730"/>
              <a:gd name="T49" fmla="*/ 3452 h 3764"/>
              <a:gd name="T50" fmla="*/ 727 w 3730"/>
              <a:gd name="T51" fmla="*/ 3231 h 3764"/>
              <a:gd name="T52" fmla="*/ 501 w 3730"/>
              <a:gd name="T53" fmla="*/ 3100 h 3764"/>
              <a:gd name="T54" fmla="*/ 383 w 3730"/>
              <a:gd name="T55" fmla="*/ 2832 h 3764"/>
              <a:gd name="T56" fmla="*/ 205 w 3730"/>
              <a:gd name="T57" fmla="*/ 2639 h 3764"/>
              <a:gd name="T58" fmla="*/ 170 w 3730"/>
              <a:gd name="T59" fmla="*/ 2347 h 3764"/>
              <a:gd name="T60" fmla="*/ 56 w 3730"/>
              <a:gd name="T61" fmla="*/ 2110 h 3764"/>
              <a:gd name="T62" fmla="*/ 107 w 3730"/>
              <a:gd name="T63" fmla="*/ 1820 h 3764"/>
              <a:gd name="T64" fmla="*/ 68 w 3730"/>
              <a:gd name="T65" fmla="*/ 1560 h 3764"/>
              <a:gd name="T66" fmla="*/ 201 w 3730"/>
              <a:gd name="T67" fmla="*/ 1299 h 3764"/>
              <a:gd name="T68" fmla="*/ 240 w 3730"/>
              <a:gd name="T69" fmla="*/ 1038 h 3764"/>
              <a:gd name="T70" fmla="*/ 443 w 3730"/>
              <a:gd name="T71" fmla="*/ 828 h 3764"/>
              <a:gd name="T72" fmla="*/ 556 w 3730"/>
              <a:gd name="T73" fmla="*/ 590 h 3764"/>
              <a:gd name="T74" fmla="*/ 811 w 3730"/>
              <a:gd name="T75" fmla="*/ 450 h 3764"/>
              <a:gd name="T76" fmla="*/ 988 w 3730"/>
              <a:gd name="T77" fmla="*/ 257 h 3764"/>
              <a:gd name="T78" fmla="*/ 1273 w 3730"/>
              <a:gd name="T79" fmla="*/ 199 h 3764"/>
              <a:gd name="T80" fmla="*/ 1498 w 3730"/>
              <a:gd name="T81" fmla="*/ 67 h 3764"/>
              <a:gd name="T82" fmla="*/ 1787 w 3730"/>
              <a:gd name="T83" fmla="*/ 97 h 3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730" h="3764">
                <a:moveTo>
                  <a:pt x="1943" y="97"/>
                </a:moveTo>
                <a:cubicBezTo>
                  <a:pt x="2041" y="38"/>
                  <a:pt x="2041" y="38"/>
                  <a:pt x="2041" y="38"/>
                </a:cubicBezTo>
                <a:cubicBezTo>
                  <a:pt x="2103" y="0"/>
                  <a:pt x="2183" y="13"/>
                  <a:pt x="2232" y="67"/>
                </a:cubicBezTo>
                <a:cubicBezTo>
                  <a:pt x="2308" y="153"/>
                  <a:pt x="2308" y="153"/>
                  <a:pt x="2308" y="153"/>
                </a:cubicBezTo>
                <a:cubicBezTo>
                  <a:pt x="2346" y="195"/>
                  <a:pt x="2403" y="213"/>
                  <a:pt x="2457" y="199"/>
                </a:cubicBezTo>
                <a:cubicBezTo>
                  <a:pt x="2568" y="172"/>
                  <a:pt x="2568" y="172"/>
                  <a:pt x="2568" y="172"/>
                </a:cubicBezTo>
                <a:cubicBezTo>
                  <a:pt x="2639" y="155"/>
                  <a:pt x="2712" y="190"/>
                  <a:pt x="2742" y="257"/>
                </a:cubicBezTo>
                <a:cubicBezTo>
                  <a:pt x="2790" y="362"/>
                  <a:pt x="2790" y="362"/>
                  <a:pt x="2790" y="362"/>
                </a:cubicBezTo>
                <a:cubicBezTo>
                  <a:pt x="2814" y="413"/>
                  <a:pt x="2863" y="447"/>
                  <a:pt x="2919" y="450"/>
                </a:cubicBezTo>
                <a:cubicBezTo>
                  <a:pt x="3033" y="457"/>
                  <a:pt x="3033" y="457"/>
                  <a:pt x="3033" y="457"/>
                </a:cubicBezTo>
                <a:cubicBezTo>
                  <a:pt x="3105" y="462"/>
                  <a:pt x="3165" y="518"/>
                  <a:pt x="3174" y="590"/>
                </a:cubicBezTo>
                <a:cubicBezTo>
                  <a:pt x="3190" y="705"/>
                  <a:pt x="3190" y="705"/>
                  <a:pt x="3190" y="705"/>
                </a:cubicBezTo>
                <a:cubicBezTo>
                  <a:pt x="3197" y="761"/>
                  <a:pt x="3235" y="808"/>
                  <a:pt x="3287" y="828"/>
                </a:cubicBezTo>
                <a:cubicBezTo>
                  <a:pt x="3394" y="869"/>
                  <a:pt x="3394" y="869"/>
                  <a:pt x="3394" y="869"/>
                </a:cubicBezTo>
                <a:cubicBezTo>
                  <a:pt x="3462" y="895"/>
                  <a:pt x="3502" y="965"/>
                  <a:pt x="3490" y="1038"/>
                </a:cubicBezTo>
                <a:cubicBezTo>
                  <a:pt x="3472" y="1152"/>
                  <a:pt x="3472" y="1152"/>
                  <a:pt x="3472" y="1152"/>
                </a:cubicBezTo>
                <a:cubicBezTo>
                  <a:pt x="3463" y="1208"/>
                  <a:pt x="3485" y="1264"/>
                  <a:pt x="3529" y="1299"/>
                </a:cubicBezTo>
                <a:cubicBezTo>
                  <a:pt x="3619" y="1369"/>
                  <a:pt x="3619" y="1369"/>
                  <a:pt x="3619" y="1369"/>
                </a:cubicBezTo>
                <a:cubicBezTo>
                  <a:pt x="3676" y="1414"/>
                  <a:pt x="3694" y="1494"/>
                  <a:pt x="3662" y="1560"/>
                </a:cubicBezTo>
                <a:cubicBezTo>
                  <a:pt x="3611" y="1663"/>
                  <a:pt x="3611" y="1663"/>
                  <a:pt x="3611" y="1663"/>
                </a:cubicBezTo>
                <a:cubicBezTo>
                  <a:pt x="3586" y="1714"/>
                  <a:pt x="3591" y="1774"/>
                  <a:pt x="3623" y="1820"/>
                </a:cubicBezTo>
                <a:cubicBezTo>
                  <a:pt x="3688" y="1915"/>
                  <a:pt x="3688" y="1915"/>
                  <a:pt x="3688" y="1915"/>
                </a:cubicBezTo>
                <a:cubicBezTo>
                  <a:pt x="3730" y="1975"/>
                  <a:pt x="3724" y="2057"/>
                  <a:pt x="3674" y="2110"/>
                </a:cubicBezTo>
                <a:cubicBezTo>
                  <a:pt x="3595" y="2193"/>
                  <a:pt x="3595" y="2193"/>
                  <a:pt x="3595" y="2193"/>
                </a:cubicBezTo>
                <a:cubicBezTo>
                  <a:pt x="3557" y="2234"/>
                  <a:pt x="3543" y="2293"/>
                  <a:pt x="3560" y="2347"/>
                </a:cubicBezTo>
                <a:cubicBezTo>
                  <a:pt x="3596" y="2457"/>
                  <a:pt x="3596" y="2457"/>
                  <a:pt x="3596" y="2457"/>
                </a:cubicBezTo>
                <a:cubicBezTo>
                  <a:pt x="3618" y="2527"/>
                  <a:pt x="3588" y="2603"/>
                  <a:pt x="3525" y="2639"/>
                </a:cubicBezTo>
                <a:cubicBezTo>
                  <a:pt x="3425" y="2695"/>
                  <a:pt x="3425" y="2695"/>
                  <a:pt x="3425" y="2695"/>
                </a:cubicBezTo>
                <a:cubicBezTo>
                  <a:pt x="3377" y="2723"/>
                  <a:pt x="3347" y="2775"/>
                  <a:pt x="3347" y="2832"/>
                </a:cubicBezTo>
                <a:cubicBezTo>
                  <a:pt x="3349" y="2947"/>
                  <a:pt x="3349" y="2947"/>
                  <a:pt x="3349" y="2947"/>
                </a:cubicBezTo>
                <a:cubicBezTo>
                  <a:pt x="3350" y="3020"/>
                  <a:pt x="3300" y="3084"/>
                  <a:pt x="3229" y="3100"/>
                </a:cubicBezTo>
                <a:cubicBezTo>
                  <a:pt x="3117" y="3124"/>
                  <a:pt x="3117" y="3124"/>
                  <a:pt x="3117" y="3124"/>
                </a:cubicBezTo>
                <a:cubicBezTo>
                  <a:pt x="3062" y="3136"/>
                  <a:pt x="3019" y="3177"/>
                  <a:pt x="3003" y="3231"/>
                </a:cubicBezTo>
                <a:cubicBezTo>
                  <a:pt x="2971" y="3342"/>
                  <a:pt x="2971" y="3342"/>
                  <a:pt x="2971" y="3342"/>
                </a:cubicBezTo>
                <a:cubicBezTo>
                  <a:pt x="2950" y="3412"/>
                  <a:pt x="2883" y="3458"/>
                  <a:pt x="2811" y="3452"/>
                </a:cubicBezTo>
                <a:cubicBezTo>
                  <a:pt x="2698" y="3442"/>
                  <a:pt x="2698" y="3442"/>
                  <a:pt x="2698" y="3442"/>
                </a:cubicBezTo>
                <a:cubicBezTo>
                  <a:pt x="2642" y="3437"/>
                  <a:pt x="2588" y="3463"/>
                  <a:pt x="2557" y="3510"/>
                </a:cubicBezTo>
                <a:cubicBezTo>
                  <a:pt x="2494" y="3606"/>
                  <a:pt x="2494" y="3606"/>
                  <a:pt x="2494" y="3606"/>
                </a:cubicBezTo>
                <a:cubicBezTo>
                  <a:pt x="2454" y="3668"/>
                  <a:pt x="2377" y="3692"/>
                  <a:pt x="2309" y="3664"/>
                </a:cubicBezTo>
                <a:cubicBezTo>
                  <a:pt x="2204" y="3620"/>
                  <a:pt x="2204" y="3620"/>
                  <a:pt x="2204" y="3620"/>
                </a:cubicBezTo>
                <a:cubicBezTo>
                  <a:pt x="2152" y="3599"/>
                  <a:pt x="2093" y="3608"/>
                  <a:pt x="2050" y="3644"/>
                </a:cubicBezTo>
                <a:cubicBezTo>
                  <a:pt x="1962" y="3717"/>
                  <a:pt x="1962" y="3717"/>
                  <a:pt x="1962" y="3717"/>
                </a:cubicBezTo>
                <a:cubicBezTo>
                  <a:pt x="1905" y="3764"/>
                  <a:pt x="1825" y="3764"/>
                  <a:pt x="1768" y="3717"/>
                </a:cubicBezTo>
                <a:cubicBezTo>
                  <a:pt x="1680" y="3644"/>
                  <a:pt x="1680" y="3644"/>
                  <a:pt x="1680" y="3644"/>
                </a:cubicBezTo>
                <a:cubicBezTo>
                  <a:pt x="1637" y="3608"/>
                  <a:pt x="1578" y="3599"/>
                  <a:pt x="1526" y="3620"/>
                </a:cubicBezTo>
                <a:cubicBezTo>
                  <a:pt x="1421" y="3664"/>
                  <a:pt x="1421" y="3664"/>
                  <a:pt x="1421" y="3664"/>
                </a:cubicBezTo>
                <a:cubicBezTo>
                  <a:pt x="1353" y="3692"/>
                  <a:pt x="1276" y="3668"/>
                  <a:pt x="1236" y="3606"/>
                </a:cubicBezTo>
                <a:cubicBezTo>
                  <a:pt x="1173" y="3510"/>
                  <a:pt x="1173" y="3510"/>
                  <a:pt x="1173" y="3510"/>
                </a:cubicBezTo>
                <a:cubicBezTo>
                  <a:pt x="1142" y="3463"/>
                  <a:pt x="1088" y="3437"/>
                  <a:pt x="1032" y="3442"/>
                </a:cubicBezTo>
                <a:cubicBezTo>
                  <a:pt x="919" y="3452"/>
                  <a:pt x="919" y="3452"/>
                  <a:pt x="919" y="3452"/>
                </a:cubicBezTo>
                <a:cubicBezTo>
                  <a:pt x="847" y="3458"/>
                  <a:pt x="780" y="3412"/>
                  <a:pt x="759" y="3342"/>
                </a:cubicBezTo>
                <a:cubicBezTo>
                  <a:pt x="727" y="3231"/>
                  <a:pt x="727" y="3231"/>
                  <a:pt x="727" y="3231"/>
                </a:cubicBezTo>
                <a:cubicBezTo>
                  <a:pt x="711" y="3177"/>
                  <a:pt x="668" y="3136"/>
                  <a:pt x="613" y="3124"/>
                </a:cubicBezTo>
                <a:cubicBezTo>
                  <a:pt x="501" y="3100"/>
                  <a:pt x="501" y="3100"/>
                  <a:pt x="501" y="3100"/>
                </a:cubicBezTo>
                <a:cubicBezTo>
                  <a:pt x="430" y="3084"/>
                  <a:pt x="380" y="3020"/>
                  <a:pt x="381" y="2947"/>
                </a:cubicBezTo>
                <a:cubicBezTo>
                  <a:pt x="383" y="2832"/>
                  <a:pt x="383" y="2832"/>
                  <a:pt x="383" y="2832"/>
                </a:cubicBezTo>
                <a:cubicBezTo>
                  <a:pt x="383" y="2775"/>
                  <a:pt x="353" y="2723"/>
                  <a:pt x="305" y="2695"/>
                </a:cubicBezTo>
                <a:cubicBezTo>
                  <a:pt x="205" y="2639"/>
                  <a:pt x="205" y="2639"/>
                  <a:pt x="205" y="2639"/>
                </a:cubicBezTo>
                <a:cubicBezTo>
                  <a:pt x="142" y="2603"/>
                  <a:pt x="112" y="2527"/>
                  <a:pt x="134" y="2457"/>
                </a:cubicBezTo>
                <a:cubicBezTo>
                  <a:pt x="170" y="2347"/>
                  <a:pt x="170" y="2347"/>
                  <a:pt x="170" y="2347"/>
                </a:cubicBezTo>
                <a:cubicBezTo>
                  <a:pt x="187" y="2293"/>
                  <a:pt x="173" y="2234"/>
                  <a:pt x="135" y="2193"/>
                </a:cubicBezTo>
                <a:cubicBezTo>
                  <a:pt x="56" y="2110"/>
                  <a:pt x="56" y="2110"/>
                  <a:pt x="56" y="2110"/>
                </a:cubicBezTo>
                <a:cubicBezTo>
                  <a:pt x="6" y="2057"/>
                  <a:pt x="0" y="1975"/>
                  <a:pt x="42" y="1915"/>
                </a:cubicBezTo>
                <a:cubicBezTo>
                  <a:pt x="107" y="1820"/>
                  <a:pt x="107" y="1820"/>
                  <a:pt x="107" y="1820"/>
                </a:cubicBezTo>
                <a:cubicBezTo>
                  <a:pt x="139" y="1774"/>
                  <a:pt x="144" y="1714"/>
                  <a:pt x="119" y="1663"/>
                </a:cubicBezTo>
                <a:cubicBezTo>
                  <a:pt x="68" y="1560"/>
                  <a:pt x="68" y="1560"/>
                  <a:pt x="68" y="1560"/>
                </a:cubicBezTo>
                <a:cubicBezTo>
                  <a:pt x="36" y="1494"/>
                  <a:pt x="54" y="1414"/>
                  <a:pt x="111" y="1369"/>
                </a:cubicBezTo>
                <a:cubicBezTo>
                  <a:pt x="201" y="1299"/>
                  <a:pt x="201" y="1299"/>
                  <a:pt x="201" y="1299"/>
                </a:cubicBezTo>
                <a:cubicBezTo>
                  <a:pt x="245" y="1264"/>
                  <a:pt x="267" y="1208"/>
                  <a:pt x="258" y="1152"/>
                </a:cubicBezTo>
                <a:cubicBezTo>
                  <a:pt x="240" y="1038"/>
                  <a:pt x="240" y="1038"/>
                  <a:pt x="240" y="1038"/>
                </a:cubicBezTo>
                <a:cubicBezTo>
                  <a:pt x="228" y="965"/>
                  <a:pt x="268" y="895"/>
                  <a:pt x="336" y="869"/>
                </a:cubicBezTo>
                <a:cubicBezTo>
                  <a:pt x="443" y="828"/>
                  <a:pt x="443" y="828"/>
                  <a:pt x="443" y="828"/>
                </a:cubicBezTo>
                <a:cubicBezTo>
                  <a:pt x="495" y="808"/>
                  <a:pt x="533" y="761"/>
                  <a:pt x="540" y="705"/>
                </a:cubicBezTo>
                <a:cubicBezTo>
                  <a:pt x="556" y="590"/>
                  <a:pt x="556" y="590"/>
                  <a:pt x="556" y="590"/>
                </a:cubicBezTo>
                <a:cubicBezTo>
                  <a:pt x="565" y="518"/>
                  <a:pt x="625" y="462"/>
                  <a:pt x="697" y="457"/>
                </a:cubicBezTo>
                <a:cubicBezTo>
                  <a:pt x="811" y="450"/>
                  <a:pt x="811" y="450"/>
                  <a:pt x="811" y="450"/>
                </a:cubicBezTo>
                <a:cubicBezTo>
                  <a:pt x="867" y="447"/>
                  <a:pt x="916" y="413"/>
                  <a:pt x="940" y="362"/>
                </a:cubicBezTo>
                <a:cubicBezTo>
                  <a:pt x="988" y="257"/>
                  <a:pt x="988" y="257"/>
                  <a:pt x="988" y="257"/>
                </a:cubicBezTo>
                <a:cubicBezTo>
                  <a:pt x="1018" y="190"/>
                  <a:pt x="1091" y="155"/>
                  <a:pt x="1162" y="172"/>
                </a:cubicBezTo>
                <a:cubicBezTo>
                  <a:pt x="1273" y="199"/>
                  <a:pt x="1273" y="199"/>
                  <a:pt x="1273" y="199"/>
                </a:cubicBezTo>
                <a:cubicBezTo>
                  <a:pt x="1327" y="213"/>
                  <a:pt x="1384" y="195"/>
                  <a:pt x="1422" y="153"/>
                </a:cubicBezTo>
                <a:cubicBezTo>
                  <a:pt x="1498" y="67"/>
                  <a:pt x="1498" y="67"/>
                  <a:pt x="1498" y="67"/>
                </a:cubicBezTo>
                <a:cubicBezTo>
                  <a:pt x="1547" y="13"/>
                  <a:pt x="1627" y="0"/>
                  <a:pt x="1689" y="38"/>
                </a:cubicBezTo>
                <a:cubicBezTo>
                  <a:pt x="1787" y="97"/>
                  <a:pt x="1787" y="97"/>
                  <a:pt x="1787" y="97"/>
                </a:cubicBezTo>
                <a:cubicBezTo>
                  <a:pt x="1835" y="126"/>
                  <a:pt x="1895" y="126"/>
                  <a:pt x="1943" y="97"/>
                </a:cubicBezTo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A9B4C29-FEAE-DE4A-4443-B97C75CF973D}"/>
              </a:ext>
            </a:extLst>
          </p:cNvPr>
          <p:cNvSpPr>
            <a:spLocks/>
          </p:cNvSpPr>
          <p:nvPr userDrawn="1"/>
        </p:nvSpPr>
        <p:spPr bwMode="auto">
          <a:xfrm>
            <a:off x="9124950" y="327917"/>
            <a:ext cx="3067050" cy="6021388"/>
          </a:xfrm>
          <a:custGeom>
            <a:avLst/>
            <a:gdLst>
              <a:gd name="T0" fmla="*/ 1932 w 1932"/>
              <a:gd name="T1" fmla="*/ 111 h 3792"/>
              <a:gd name="T2" fmla="*/ 1802 w 1932"/>
              <a:gd name="T3" fmla="*/ 98 h 3792"/>
              <a:gd name="T4" fmla="*/ 1703 w 1932"/>
              <a:gd name="T5" fmla="*/ 38 h 3792"/>
              <a:gd name="T6" fmla="*/ 1511 w 1932"/>
              <a:gd name="T7" fmla="*/ 68 h 3792"/>
              <a:gd name="T8" fmla="*/ 1434 w 1932"/>
              <a:gd name="T9" fmla="*/ 154 h 3792"/>
              <a:gd name="T10" fmla="*/ 1283 w 1932"/>
              <a:gd name="T11" fmla="*/ 201 h 3792"/>
              <a:gd name="T12" fmla="*/ 1172 w 1932"/>
              <a:gd name="T13" fmla="*/ 174 h 3792"/>
              <a:gd name="T14" fmla="*/ 996 w 1932"/>
              <a:gd name="T15" fmla="*/ 259 h 3792"/>
              <a:gd name="T16" fmla="*/ 948 w 1932"/>
              <a:gd name="T17" fmla="*/ 365 h 3792"/>
              <a:gd name="T18" fmla="*/ 818 w 1932"/>
              <a:gd name="T19" fmla="*/ 454 h 3792"/>
              <a:gd name="T20" fmla="*/ 703 w 1932"/>
              <a:gd name="T21" fmla="*/ 461 h 3792"/>
              <a:gd name="T22" fmla="*/ 560 w 1932"/>
              <a:gd name="T23" fmla="*/ 595 h 3792"/>
              <a:gd name="T24" fmla="*/ 545 w 1932"/>
              <a:gd name="T25" fmla="*/ 710 h 3792"/>
              <a:gd name="T26" fmla="*/ 447 w 1932"/>
              <a:gd name="T27" fmla="*/ 835 h 3792"/>
              <a:gd name="T28" fmla="*/ 339 w 1932"/>
              <a:gd name="T29" fmla="*/ 876 h 3792"/>
              <a:gd name="T30" fmla="*/ 242 w 1932"/>
              <a:gd name="T31" fmla="*/ 1046 h 3792"/>
              <a:gd name="T32" fmla="*/ 261 w 1932"/>
              <a:gd name="T33" fmla="*/ 1161 h 3792"/>
              <a:gd name="T34" fmla="*/ 203 w 1932"/>
              <a:gd name="T35" fmla="*/ 1309 h 3792"/>
              <a:gd name="T36" fmla="*/ 112 w 1932"/>
              <a:gd name="T37" fmla="*/ 1380 h 3792"/>
              <a:gd name="T38" fmla="*/ 69 w 1932"/>
              <a:gd name="T39" fmla="*/ 1573 h 3792"/>
              <a:gd name="T40" fmla="*/ 120 w 1932"/>
              <a:gd name="T41" fmla="*/ 1677 h 3792"/>
              <a:gd name="T42" fmla="*/ 109 w 1932"/>
              <a:gd name="T43" fmla="*/ 1835 h 3792"/>
              <a:gd name="T44" fmla="*/ 43 w 1932"/>
              <a:gd name="T45" fmla="*/ 1930 h 3792"/>
              <a:gd name="T46" fmla="*/ 57 w 1932"/>
              <a:gd name="T47" fmla="*/ 2127 h 3792"/>
              <a:gd name="T48" fmla="*/ 136 w 1932"/>
              <a:gd name="T49" fmla="*/ 2211 h 3792"/>
              <a:gd name="T50" fmla="*/ 171 w 1932"/>
              <a:gd name="T51" fmla="*/ 2366 h 3792"/>
              <a:gd name="T52" fmla="*/ 136 w 1932"/>
              <a:gd name="T53" fmla="*/ 2477 h 3792"/>
              <a:gd name="T54" fmla="*/ 207 w 1932"/>
              <a:gd name="T55" fmla="*/ 2660 h 3792"/>
              <a:gd name="T56" fmla="*/ 307 w 1932"/>
              <a:gd name="T57" fmla="*/ 2717 h 3792"/>
              <a:gd name="T58" fmla="*/ 386 w 1932"/>
              <a:gd name="T59" fmla="*/ 2855 h 3792"/>
              <a:gd name="T60" fmla="*/ 385 w 1932"/>
              <a:gd name="T61" fmla="*/ 2971 h 3792"/>
              <a:gd name="T62" fmla="*/ 506 w 1932"/>
              <a:gd name="T63" fmla="*/ 3125 h 3792"/>
              <a:gd name="T64" fmla="*/ 618 w 1932"/>
              <a:gd name="T65" fmla="*/ 3149 h 3792"/>
              <a:gd name="T66" fmla="*/ 734 w 1932"/>
              <a:gd name="T67" fmla="*/ 3258 h 3792"/>
              <a:gd name="T68" fmla="*/ 766 w 1932"/>
              <a:gd name="T69" fmla="*/ 3369 h 3792"/>
              <a:gd name="T70" fmla="*/ 927 w 1932"/>
              <a:gd name="T71" fmla="*/ 3480 h 3792"/>
              <a:gd name="T72" fmla="*/ 1041 w 1932"/>
              <a:gd name="T73" fmla="*/ 3470 h 3792"/>
              <a:gd name="T74" fmla="*/ 1183 w 1932"/>
              <a:gd name="T75" fmla="*/ 3539 h 3792"/>
              <a:gd name="T76" fmla="*/ 1246 w 1932"/>
              <a:gd name="T77" fmla="*/ 3636 h 3792"/>
              <a:gd name="T78" fmla="*/ 1433 w 1932"/>
              <a:gd name="T79" fmla="*/ 3694 h 3792"/>
              <a:gd name="T80" fmla="*/ 1539 w 1932"/>
              <a:gd name="T81" fmla="*/ 3650 h 3792"/>
              <a:gd name="T82" fmla="*/ 1694 w 1932"/>
              <a:gd name="T83" fmla="*/ 3674 h 3792"/>
              <a:gd name="T84" fmla="*/ 1783 w 1932"/>
              <a:gd name="T85" fmla="*/ 3747 h 3792"/>
              <a:gd name="T86" fmla="*/ 1932 w 1932"/>
              <a:gd name="T87" fmla="*/ 3774 h 3792"/>
              <a:gd name="T88" fmla="*/ 1932 w 1932"/>
              <a:gd name="T89" fmla="*/ 111 h 3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2" h="3792">
                <a:moveTo>
                  <a:pt x="1932" y="111"/>
                </a:moveTo>
                <a:cubicBezTo>
                  <a:pt x="1889" y="126"/>
                  <a:pt x="1842" y="122"/>
                  <a:pt x="1802" y="98"/>
                </a:cubicBezTo>
                <a:cubicBezTo>
                  <a:pt x="1703" y="38"/>
                  <a:pt x="1703" y="38"/>
                  <a:pt x="1703" y="38"/>
                </a:cubicBezTo>
                <a:cubicBezTo>
                  <a:pt x="1640" y="0"/>
                  <a:pt x="1560" y="13"/>
                  <a:pt x="1511" y="68"/>
                </a:cubicBezTo>
                <a:cubicBezTo>
                  <a:pt x="1434" y="154"/>
                  <a:pt x="1434" y="154"/>
                  <a:pt x="1434" y="154"/>
                </a:cubicBezTo>
                <a:cubicBezTo>
                  <a:pt x="1396" y="196"/>
                  <a:pt x="1338" y="214"/>
                  <a:pt x="1283" y="201"/>
                </a:cubicBezTo>
                <a:cubicBezTo>
                  <a:pt x="1172" y="174"/>
                  <a:pt x="1172" y="174"/>
                  <a:pt x="1172" y="174"/>
                </a:cubicBezTo>
                <a:cubicBezTo>
                  <a:pt x="1101" y="156"/>
                  <a:pt x="1027" y="192"/>
                  <a:pt x="996" y="259"/>
                </a:cubicBezTo>
                <a:cubicBezTo>
                  <a:pt x="948" y="365"/>
                  <a:pt x="948" y="365"/>
                  <a:pt x="948" y="365"/>
                </a:cubicBezTo>
                <a:cubicBezTo>
                  <a:pt x="924" y="416"/>
                  <a:pt x="874" y="451"/>
                  <a:pt x="818" y="454"/>
                </a:cubicBezTo>
                <a:cubicBezTo>
                  <a:pt x="703" y="461"/>
                  <a:pt x="703" y="461"/>
                  <a:pt x="703" y="461"/>
                </a:cubicBezTo>
                <a:cubicBezTo>
                  <a:pt x="630" y="466"/>
                  <a:pt x="570" y="522"/>
                  <a:pt x="560" y="595"/>
                </a:cubicBezTo>
                <a:cubicBezTo>
                  <a:pt x="545" y="710"/>
                  <a:pt x="545" y="710"/>
                  <a:pt x="545" y="710"/>
                </a:cubicBezTo>
                <a:cubicBezTo>
                  <a:pt x="537" y="767"/>
                  <a:pt x="500" y="815"/>
                  <a:pt x="447" y="835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271" y="902"/>
                  <a:pt x="230" y="973"/>
                  <a:pt x="242" y="1046"/>
                </a:cubicBezTo>
                <a:cubicBezTo>
                  <a:pt x="261" y="1161"/>
                  <a:pt x="261" y="1161"/>
                  <a:pt x="261" y="1161"/>
                </a:cubicBezTo>
                <a:cubicBezTo>
                  <a:pt x="270" y="1217"/>
                  <a:pt x="248" y="1274"/>
                  <a:pt x="203" y="1309"/>
                </a:cubicBezTo>
                <a:cubicBezTo>
                  <a:pt x="112" y="1380"/>
                  <a:pt x="112" y="1380"/>
                  <a:pt x="112" y="1380"/>
                </a:cubicBezTo>
                <a:cubicBezTo>
                  <a:pt x="55" y="1426"/>
                  <a:pt x="36" y="1506"/>
                  <a:pt x="69" y="1573"/>
                </a:cubicBezTo>
                <a:cubicBezTo>
                  <a:pt x="120" y="1677"/>
                  <a:pt x="120" y="1677"/>
                  <a:pt x="120" y="1677"/>
                </a:cubicBezTo>
                <a:cubicBezTo>
                  <a:pt x="146" y="1728"/>
                  <a:pt x="141" y="1789"/>
                  <a:pt x="109" y="1835"/>
                </a:cubicBezTo>
                <a:cubicBezTo>
                  <a:pt x="43" y="1930"/>
                  <a:pt x="43" y="1930"/>
                  <a:pt x="43" y="1930"/>
                </a:cubicBezTo>
                <a:cubicBezTo>
                  <a:pt x="0" y="1991"/>
                  <a:pt x="7" y="2073"/>
                  <a:pt x="57" y="2127"/>
                </a:cubicBezTo>
                <a:cubicBezTo>
                  <a:pt x="136" y="2211"/>
                  <a:pt x="136" y="2211"/>
                  <a:pt x="136" y="2211"/>
                </a:cubicBezTo>
                <a:cubicBezTo>
                  <a:pt x="175" y="2252"/>
                  <a:pt x="189" y="2312"/>
                  <a:pt x="171" y="2366"/>
                </a:cubicBezTo>
                <a:cubicBezTo>
                  <a:pt x="136" y="2477"/>
                  <a:pt x="136" y="2477"/>
                  <a:pt x="136" y="2477"/>
                </a:cubicBezTo>
                <a:cubicBezTo>
                  <a:pt x="113" y="2547"/>
                  <a:pt x="143" y="2624"/>
                  <a:pt x="207" y="2660"/>
                </a:cubicBezTo>
                <a:cubicBezTo>
                  <a:pt x="307" y="2717"/>
                  <a:pt x="307" y="2717"/>
                  <a:pt x="307" y="2717"/>
                </a:cubicBezTo>
                <a:cubicBezTo>
                  <a:pt x="357" y="2745"/>
                  <a:pt x="387" y="2798"/>
                  <a:pt x="386" y="2855"/>
                </a:cubicBezTo>
                <a:cubicBezTo>
                  <a:pt x="385" y="2971"/>
                  <a:pt x="385" y="2971"/>
                  <a:pt x="385" y="2971"/>
                </a:cubicBezTo>
                <a:cubicBezTo>
                  <a:pt x="384" y="3045"/>
                  <a:pt x="434" y="3110"/>
                  <a:pt x="506" y="3125"/>
                </a:cubicBezTo>
                <a:cubicBezTo>
                  <a:pt x="618" y="3149"/>
                  <a:pt x="618" y="3149"/>
                  <a:pt x="618" y="3149"/>
                </a:cubicBezTo>
                <a:cubicBezTo>
                  <a:pt x="673" y="3161"/>
                  <a:pt x="718" y="3203"/>
                  <a:pt x="734" y="3258"/>
                </a:cubicBezTo>
                <a:cubicBezTo>
                  <a:pt x="766" y="3369"/>
                  <a:pt x="766" y="3369"/>
                  <a:pt x="766" y="3369"/>
                </a:cubicBezTo>
                <a:cubicBezTo>
                  <a:pt x="787" y="3440"/>
                  <a:pt x="854" y="3487"/>
                  <a:pt x="927" y="3480"/>
                </a:cubicBezTo>
                <a:cubicBezTo>
                  <a:pt x="1041" y="3470"/>
                  <a:pt x="1041" y="3470"/>
                  <a:pt x="1041" y="3470"/>
                </a:cubicBezTo>
                <a:cubicBezTo>
                  <a:pt x="1098" y="3465"/>
                  <a:pt x="1152" y="3491"/>
                  <a:pt x="1183" y="3539"/>
                </a:cubicBezTo>
                <a:cubicBezTo>
                  <a:pt x="1246" y="3636"/>
                  <a:pt x="1246" y="3636"/>
                  <a:pt x="1246" y="3636"/>
                </a:cubicBezTo>
                <a:cubicBezTo>
                  <a:pt x="1287" y="3698"/>
                  <a:pt x="1365" y="3722"/>
                  <a:pt x="1433" y="3694"/>
                </a:cubicBezTo>
                <a:cubicBezTo>
                  <a:pt x="1539" y="3650"/>
                  <a:pt x="1539" y="3650"/>
                  <a:pt x="1539" y="3650"/>
                </a:cubicBezTo>
                <a:cubicBezTo>
                  <a:pt x="1591" y="3628"/>
                  <a:pt x="1651" y="3638"/>
                  <a:pt x="1694" y="3674"/>
                </a:cubicBezTo>
                <a:cubicBezTo>
                  <a:pt x="1783" y="3747"/>
                  <a:pt x="1783" y="3747"/>
                  <a:pt x="1783" y="3747"/>
                </a:cubicBezTo>
                <a:cubicBezTo>
                  <a:pt x="1826" y="3783"/>
                  <a:pt x="1882" y="3792"/>
                  <a:pt x="1932" y="3774"/>
                </a:cubicBezTo>
                <a:lnTo>
                  <a:pt x="1932" y="111"/>
                </a:ln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389B7A1-4FDE-1CD7-9061-2040603049AE}"/>
              </a:ext>
            </a:extLst>
          </p:cNvPr>
          <p:cNvSpPr>
            <a:spLocks/>
          </p:cNvSpPr>
          <p:nvPr userDrawn="1"/>
        </p:nvSpPr>
        <p:spPr bwMode="auto">
          <a:xfrm>
            <a:off x="0" y="327917"/>
            <a:ext cx="3067050" cy="6021388"/>
          </a:xfrm>
          <a:custGeom>
            <a:avLst/>
            <a:gdLst>
              <a:gd name="T0" fmla="*/ 0 w 1932"/>
              <a:gd name="T1" fmla="*/ 111 h 3792"/>
              <a:gd name="T2" fmla="*/ 130 w 1932"/>
              <a:gd name="T3" fmla="*/ 98 h 3792"/>
              <a:gd name="T4" fmla="*/ 229 w 1932"/>
              <a:gd name="T5" fmla="*/ 38 h 3792"/>
              <a:gd name="T6" fmla="*/ 421 w 1932"/>
              <a:gd name="T7" fmla="*/ 68 h 3792"/>
              <a:gd name="T8" fmla="*/ 498 w 1932"/>
              <a:gd name="T9" fmla="*/ 154 h 3792"/>
              <a:gd name="T10" fmla="*/ 649 w 1932"/>
              <a:gd name="T11" fmla="*/ 201 h 3792"/>
              <a:gd name="T12" fmla="*/ 760 w 1932"/>
              <a:gd name="T13" fmla="*/ 174 h 3792"/>
              <a:gd name="T14" fmla="*/ 936 w 1932"/>
              <a:gd name="T15" fmla="*/ 259 h 3792"/>
              <a:gd name="T16" fmla="*/ 984 w 1932"/>
              <a:gd name="T17" fmla="*/ 365 h 3792"/>
              <a:gd name="T18" fmla="*/ 1114 w 1932"/>
              <a:gd name="T19" fmla="*/ 454 h 3792"/>
              <a:gd name="T20" fmla="*/ 1229 w 1932"/>
              <a:gd name="T21" fmla="*/ 461 h 3792"/>
              <a:gd name="T22" fmla="*/ 1372 w 1932"/>
              <a:gd name="T23" fmla="*/ 595 h 3792"/>
              <a:gd name="T24" fmla="*/ 1387 w 1932"/>
              <a:gd name="T25" fmla="*/ 710 h 3792"/>
              <a:gd name="T26" fmla="*/ 1485 w 1932"/>
              <a:gd name="T27" fmla="*/ 835 h 3792"/>
              <a:gd name="T28" fmla="*/ 1593 w 1932"/>
              <a:gd name="T29" fmla="*/ 876 h 3792"/>
              <a:gd name="T30" fmla="*/ 1690 w 1932"/>
              <a:gd name="T31" fmla="*/ 1046 h 3792"/>
              <a:gd name="T32" fmla="*/ 1671 w 1932"/>
              <a:gd name="T33" fmla="*/ 1161 h 3792"/>
              <a:gd name="T34" fmla="*/ 1729 w 1932"/>
              <a:gd name="T35" fmla="*/ 1309 h 3792"/>
              <a:gd name="T36" fmla="*/ 1820 w 1932"/>
              <a:gd name="T37" fmla="*/ 1380 h 3792"/>
              <a:gd name="T38" fmla="*/ 1863 w 1932"/>
              <a:gd name="T39" fmla="*/ 1573 h 3792"/>
              <a:gd name="T40" fmla="*/ 1812 w 1932"/>
              <a:gd name="T41" fmla="*/ 1677 h 3792"/>
              <a:gd name="T42" fmla="*/ 1823 w 1932"/>
              <a:gd name="T43" fmla="*/ 1835 h 3792"/>
              <a:gd name="T44" fmla="*/ 1889 w 1932"/>
              <a:gd name="T45" fmla="*/ 1930 h 3792"/>
              <a:gd name="T46" fmla="*/ 1875 w 1932"/>
              <a:gd name="T47" fmla="*/ 2127 h 3792"/>
              <a:gd name="T48" fmla="*/ 1796 w 1932"/>
              <a:gd name="T49" fmla="*/ 2211 h 3792"/>
              <a:gd name="T50" fmla="*/ 1761 w 1932"/>
              <a:gd name="T51" fmla="*/ 2366 h 3792"/>
              <a:gd name="T52" fmla="*/ 1796 w 1932"/>
              <a:gd name="T53" fmla="*/ 2477 h 3792"/>
              <a:gd name="T54" fmla="*/ 1725 w 1932"/>
              <a:gd name="T55" fmla="*/ 2660 h 3792"/>
              <a:gd name="T56" fmla="*/ 1625 w 1932"/>
              <a:gd name="T57" fmla="*/ 2717 h 3792"/>
              <a:gd name="T58" fmla="*/ 1546 w 1932"/>
              <a:gd name="T59" fmla="*/ 2855 h 3792"/>
              <a:gd name="T60" fmla="*/ 1547 w 1932"/>
              <a:gd name="T61" fmla="*/ 2971 h 3792"/>
              <a:gd name="T62" fmla="*/ 1426 w 1932"/>
              <a:gd name="T63" fmla="*/ 3125 h 3792"/>
              <a:gd name="T64" fmla="*/ 1314 w 1932"/>
              <a:gd name="T65" fmla="*/ 3149 h 3792"/>
              <a:gd name="T66" fmla="*/ 1198 w 1932"/>
              <a:gd name="T67" fmla="*/ 3258 h 3792"/>
              <a:gd name="T68" fmla="*/ 1166 w 1932"/>
              <a:gd name="T69" fmla="*/ 3369 h 3792"/>
              <a:gd name="T70" fmla="*/ 1005 w 1932"/>
              <a:gd name="T71" fmla="*/ 3480 h 3792"/>
              <a:gd name="T72" fmla="*/ 891 w 1932"/>
              <a:gd name="T73" fmla="*/ 3470 h 3792"/>
              <a:gd name="T74" fmla="*/ 749 w 1932"/>
              <a:gd name="T75" fmla="*/ 3539 h 3792"/>
              <a:gd name="T76" fmla="*/ 686 w 1932"/>
              <a:gd name="T77" fmla="*/ 3636 h 3792"/>
              <a:gd name="T78" fmla="*/ 499 w 1932"/>
              <a:gd name="T79" fmla="*/ 3694 h 3792"/>
              <a:gd name="T80" fmla="*/ 393 w 1932"/>
              <a:gd name="T81" fmla="*/ 3650 h 3792"/>
              <a:gd name="T82" fmla="*/ 238 w 1932"/>
              <a:gd name="T83" fmla="*/ 3674 h 3792"/>
              <a:gd name="T84" fmla="*/ 149 w 1932"/>
              <a:gd name="T85" fmla="*/ 3747 h 3792"/>
              <a:gd name="T86" fmla="*/ 0 w 1932"/>
              <a:gd name="T87" fmla="*/ 3774 h 3792"/>
              <a:gd name="T88" fmla="*/ 0 w 1932"/>
              <a:gd name="T89" fmla="*/ 111 h 3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32" h="3792">
                <a:moveTo>
                  <a:pt x="0" y="111"/>
                </a:moveTo>
                <a:cubicBezTo>
                  <a:pt x="43" y="126"/>
                  <a:pt x="90" y="122"/>
                  <a:pt x="130" y="98"/>
                </a:cubicBezTo>
                <a:cubicBezTo>
                  <a:pt x="229" y="38"/>
                  <a:pt x="229" y="38"/>
                  <a:pt x="229" y="38"/>
                </a:cubicBezTo>
                <a:cubicBezTo>
                  <a:pt x="292" y="0"/>
                  <a:pt x="372" y="13"/>
                  <a:pt x="421" y="68"/>
                </a:cubicBezTo>
                <a:cubicBezTo>
                  <a:pt x="498" y="154"/>
                  <a:pt x="498" y="154"/>
                  <a:pt x="498" y="154"/>
                </a:cubicBezTo>
                <a:cubicBezTo>
                  <a:pt x="536" y="196"/>
                  <a:pt x="594" y="214"/>
                  <a:pt x="649" y="201"/>
                </a:cubicBezTo>
                <a:cubicBezTo>
                  <a:pt x="760" y="174"/>
                  <a:pt x="760" y="174"/>
                  <a:pt x="760" y="174"/>
                </a:cubicBezTo>
                <a:cubicBezTo>
                  <a:pt x="831" y="156"/>
                  <a:pt x="905" y="192"/>
                  <a:pt x="936" y="259"/>
                </a:cubicBezTo>
                <a:cubicBezTo>
                  <a:pt x="984" y="365"/>
                  <a:pt x="984" y="365"/>
                  <a:pt x="984" y="365"/>
                </a:cubicBezTo>
                <a:cubicBezTo>
                  <a:pt x="1008" y="416"/>
                  <a:pt x="1058" y="451"/>
                  <a:pt x="1114" y="454"/>
                </a:cubicBezTo>
                <a:cubicBezTo>
                  <a:pt x="1229" y="461"/>
                  <a:pt x="1229" y="461"/>
                  <a:pt x="1229" y="461"/>
                </a:cubicBezTo>
                <a:cubicBezTo>
                  <a:pt x="1302" y="466"/>
                  <a:pt x="1362" y="522"/>
                  <a:pt x="1372" y="595"/>
                </a:cubicBezTo>
                <a:cubicBezTo>
                  <a:pt x="1387" y="710"/>
                  <a:pt x="1387" y="710"/>
                  <a:pt x="1387" y="710"/>
                </a:cubicBezTo>
                <a:cubicBezTo>
                  <a:pt x="1395" y="767"/>
                  <a:pt x="1432" y="815"/>
                  <a:pt x="1485" y="835"/>
                </a:cubicBezTo>
                <a:cubicBezTo>
                  <a:pt x="1593" y="876"/>
                  <a:pt x="1593" y="876"/>
                  <a:pt x="1593" y="876"/>
                </a:cubicBezTo>
                <a:cubicBezTo>
                  <a:pt x="1661" y="902"/>
                  <a:pt x="1702" y="973"/>
                  <a:pt x="1690" y="1046"/>
                </a:cubicBezTo>
                <a:cubicBezTo>
                  <a:pt x="1671" y="1161"/>
                  <a:pt x="1671" y="1161"/>
                  <a:pt x="1671" y="1161"/>
                </a:cubicBezTo>
                <a:cubicBezTo>
                  <a:pt x="1662" y="1217"/>
                  <a:pt x="1684" y="1274"/>
                  <a:pt x="1729" y="1309"/>
                </a:cubicBezTo>
                <a:cubicBezTo>
                  <a:pt x="1820" y="1380"/>
                  <a:pt x="1820" y="1380"/>
                  <a:pt x="1820" y="1380"/>
                </a:cubicBezTo>
                <a:cubicBezTo>
                  <a:pt x="1877" y="1426"/>
                  <a:pt x="1896" y="1506"/>
                  <a:pt x="1863" y="1573"/>
                </a:cubicBezTo>
                <a:cubicBezTo>
                  <a:pt x="1812" y="1677"/>
                  <a:pt x="1812" y="1677"/>
                  <a:pt x="1812" y="1677"/>
                </a:cubicBezTo>
                <a:cubicBezTo>
                  <a:pt x="1786" y="1728"/>
                  <a:pt x="1791" y="1789"/>
                  <a:pt x="1823" y="1835"/>
                </a:cubicBezTo>
                <a:cubicBezTo>
                  <a:pt x="1889" y="1930"/>
                  <a:pt x="1889" y="1930"/>
                  <a:pt x="1889" y="1930"/>
                </a:cubicBezTo>
                <a:cubicBezTo>
                  <a:pt x="1932" y="1991"/>
                  <a:pt x="1925" y="2073"/>
                  <a:pt x="1875" y="2127"/>
                </a:cubicBezTo>
                <a:cubicBezTo>
                  <a:pt x="1796" y="2211"/>
                  <a:pt x="1796" y="2211"/>
                  <a:pt x="1796" y="2211"/>
                </a:cubicBezTo>
                <a:cubicBezTo>
                  <a:pt x="1757" y="2252"/>
                  <a:pt x="1743" y="2312"/>
                  <a:pt x="1761" y="2366"/>
                </a:cubicBezTo>
                <a:cubicBezTo>
                  <a:pt x="1796" y="2477"/>
                  <a:pt x="1796" y="2477"/>
                  <a:pt x="1796" y="2477"/>
                </a:cubicBezTo>
                <a:cubicBezTo>
                  <a:pt x="1819" y="2547"/>
                  <a:pt x="1789" y="2624"/>
                  <a:pt x="1725" y="2660"/>
                </a:cubicBezTo>
                <a:cubicBezTo>
                  <a:pt x="1625" y="2717"/>
                  <a:pt x="1625" y="2717"/>
                  <a:pt x="1625" y="2717"/>
                </a:cubicBezTo>
                <a:cubicBezTo>
                  <a:pt x="1575" y="2745"/>
                  <a:pt x="1545" y="2798"/>
                  <a:pt x="1546" y="2855"/>
                </a:cubicBezTo>
                <a:cubicBezTo>
                  <a:pt x="1547" y="2971"/>
                  <a:pt x="1547" y="2971"/>
                  <a:pt x="1547" y="2971"/>
                </a:cubicBezTo>
                <a:cubicBezTo>
                  <a:pt x="1548" y="3045"/>
                  <a:pt x="1498" y="3110"/>
                  <a:pt x="1426" y="3125"/>
                </a:cubicBezTo>
                <a:cubicBezTo>
                  <a:pt x="1314" y="3149"/>
                  <a:pt x="1314" y="3149"/>
                  <a:pt x="1314" y="3149"/>
                </a:cubicBezTo>
                <a:cubicBezTo>
                  <a:pt x="1259" y="3161"/>
                  <a:pt x="1214" y="3203"/>
                  <a:pt x="1198" y="3258"/>
                </a:cubicBezTo>
                <a:cubicBezTo>
                  <a:pt x="1166" y="3369"/>
                  <a:pt x="1166" y="3369"/>
                  <a:pt x="1166" y="3369"/>
                </a:cubicBezTo>
                <a:cubicBezTo>
                  <a:pt x="1145" y="3440"/>
                  <a:pt x="1078" y="3487"/>
                  <a:pt x="1005" y="3480"/>
                </a:cubicBezTo>
                <a:cubicBezTo>
                  <a:pt x="891" y="3470"/>
                  <a:pt x="891" y="3470"/>
                  <a:pt x="891" y="3470"/>
                </a:cubicBezTo>
                <a:cubicBezTo>
                  <a:pt x="834" y="3465"/>
                  <a:pt x="780" y="3491"/>
                  <a:pt x="749" y="3539"/>
                </a:cubicBezTo>
                <a:cubicBezTo>
                  <a:pt x="686" y="3636"/>
                  <a:pt x="686" y="3636"/>
                  <a:pt x="686" y="3636"/>
                </a:cubicBezTo>
                <a:cubicBezTo>
                  <a:pt x="645" y="3698"/>
                  <a:pt x="567" y="3722"/>
                  <a:pt x="499" y="3694"/>
                </a:cubicBezTo>
                <a:cubicBezTo>
                  <a:pt x="393" y="3650"/>
                  <a:pt x="393" y="3650"/>
                  <a:pt x="393" y="3650"/>
                </a:cubicBezTo>
                <a:cubicBezTo>
                  <a:pt x="341" y="3628"/>
                  <a:pt x="281" y="3638"/>
                  <a:pt x="238" y="3674"/>
                </a:cubicBezTo>
                <a:cubicBezTo>
                  <a:pt x="149" y="3747"/>
                  <a:pt x="149" y="3747"/>
                  <a:pt x="149" y="3747"/>
                </a:cubicBezTo>
                <a:cubicBezTo>
                  <a:pt x="106" y="3783"/>
                  <a:pt x="50" y="3792"/>
                  <a:pt x="0" y="3774"/>
                </a:cubicBezTo>
                <a:lnTo>
                  <a:pt x="0" y="111"/>
                </a:ln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382FC6-6789-47AC-4599-9AC7F032A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5713" y="2471738"/>
            <a:ext cx="4652962" cy="2605087"/>
          </a:xfrm>
        </p:spPr>
        <p:txBody>
          <a:bodyPr/>
          <a:lstStyle>
            <a:lvl1pPr algn="ctr">
              <a:lnSpc>
                <a:spcPct val="95000"/>
              </a:lnSpc>
              <a:spcAft>
                <a:spcPts val="2400"/>
              </a:spcAft>
              <a:defRPr sz="4000" b="1" spc="-150"/>
            </a:lvl1pPr>
            <a:lvl2pPr marL="0" indent="0" algn="ctr"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29705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0A1658B-E5D3-3B70-2A08-E01E00E721E3}"/>
              </a:ext>
            </a:extLst>
          </p:cNvPr>
          <p:cNvSpPr>
            <a:spLocks/>
          </p:cNvSpPr>
          <p:nvPr userDrawn="1"/>
        </p:nvSpPr>
        <p:spPr bwMode="auto">
          <a:xfrm>
            <a:off x="3135313" y="351729"/>
            <a:ext cx="5921375" cy="5976938"/>
          </a:xfrm>
          <a:custGeom>
            <a:avLst/>
            <a:gdLst>
              <a:gd name="T0" fmla="*/ 2041 w 3730"/>
              <a:gd name="T1" fmla="*/ 38 h 3764"/>
              <a:gd name="T2" fmla="*/ 2308 w 3730"/>
              <a:gd name="T3" fmla="*/ 153 h 3764"/>
              <a:gd name="T4" fmla="*/ 2568 w 3730"/>
              <a:gd name="T5" fmla="*/ 172 h 3764"/>
              <a:gd name="T6" fmla="*/ 2790 w 3730"/>
              <a:gd name="T7" fmla="*/ 362 h 3764"/>
              <a:gd name="T8" fmla="*/ 3033 w 3730"/>
              <a:gd name="T9" fmla="*/ 457 h 3764"/>
              <a:gd name="T10" fmla="*/ 3190 w 3730"/>
              <a:gd name="T11" fmla="*/ 705 h 3764"/>
              <a:gd name="T12" fmla="*/ 3394 w 3730"/>
              <a:gd name="T13" fmla="*/ 869 h 3764"/>
              <a:gd name="T14" fmla="*/ 3472 w 3730"/>
              <a:gd name="T15" fmla="*/ 1152 h 3764"/>
              <a:gd name="T16" fmla="*/ 3619 w 3730"/>
              <a:gd name="T17" fmla="*/ 1369 h 3764"/>
              <a:gd name="T18" fmla="*/ 3611 w 3730"/>
              <a:gd name="T19" fmla="*/ 1663 h 3764"/>
              <a:gd name="T20" fmla="*/ 3688 w 3730"/>
              <a:gd name="T21" fmla="*/ 1915 h 3764"/>
              <a:gd name="T22" fmla="*/ 3595 w 3730"/>
              <a:gd name="T23" fmla="*/ 2193 h 3764"/>
              <a:gd name="T24" fmla="*/ 3596 w 3730"/>
              <a:gd name="T25" fmla="*/ 2457 h 3764"/>
              <a:gd name="T26" fmla="*/ 3425 w 3730"/>
              <a:gd name="T27" fmla="*/ 2695 h 3764"/>
              <a:gd name="T28" fmla="*/ 3349 w 3730"/>
              <a:gd name="T29" fmla="*/ 2947 h 3764"/>
              <a:gd name="T30" fmla="*/ 3117 w 3730"/>
              <a:gd name="T31" fmla="*/ 3124 h 3764"/>
              <a:gd name="T32" fmla="*/ 2971 w 3730"/>
              <a:gd name="T33" fmla="*/ 3342 h 3764"/>
              <a:gd name="T34" fmla="*/ 2698 w 3730"/>
              <a:gd name="T35" fmla="*/ 3442 h 3764"/>
              <a:gd name="T36" fmla="*/ 2494 w 3730"/>
              <a:gd name="T37" fmla="*/ 3606 h 3764"/>
              <a:gd name="T38" fmla="*/ 2204 w 3730"/>
              <a:gd name="T39" fmla="*/ 3620 h 3764"/>
              <a:gd name="T40" fmla="*/ 1962 w 3730"/>
              <a:gd name="T41" fmla="*/ 3717 h 3764"/>
              <a:gd name="T42" fmla="*/ 1680 w 3730"/>
              <a:gd name="T43" fmla="*/ 3644 h 3764"/>
              <a:gd name="T44" fmla="*/ 1421 w 3730"/>
              <a:gd name="T45" fmla="*/ 3664 h 3764"/>
              <a:gd name="T46" fmla="*/ 1173 w 3730"/>
              <a:gd name="T47" fmla="*/ 3510 h 3764"/>
              <a:gd name="T48" fmla="*/ 919 w 3730"/>
              <a:gd name="T49" fmla="*/ 3452 h 3764"/>
              <a:gd name="T50" fmla="*/ 727 w 3730"/>
              <a:gd name="T51" fmla="*/ 3231 h 3764"/>
              <a:gd name="T52" fmla="*/ 501 w 3730"/>
              <a:gd name="T53" fmla="*/ 3100 h 3764"/>
              <a:gd name="T54" fmla="*/ 383 w 3730"/>
              <a:gd name="T55" fmla="*/ 2832 h 3764"/>
              <a:gd name="T56" fmla="*/ 205 w 3730"/>
              <a:gd name="T57" fmla="*/ 2639 h 3764"/>
              <a:gd name="T58" fmla="*/ 170 w 3730"/>
              <a:gd name="T59" fmla="*/ 2347 h 3764"/>
              <a:gd name="T60" fmla="*/ 56 w 3730"/>
              <a:gd name="T61" fmla="*/ 2110 h 3764"/>
              <a:gd name="T62" fmla="*/ 107 w 3730"/>
              <a:gd name="T63" fmla="*/ 1820 h 3764"/>
              <a:gd name="T64" fmla="*/ 68 w 3730"/>
              <a:gd name="T65" fmla="*/ 1560 h 3764"/>
              <a:gd name="T66" fmla="*/ 201 w 3730"/>
              <a:gd name="T67" fmla="*/ 1299 h 3764"/>
              <a:gd name="T68" fmla="*/ 240 w 3730"/>
              <a:gd name="T69" fmla="*/ 1038 h 3764"/>
              <a:gd name="T70" fmla="*/ 443 w 3730"/>
              <a:gd name="T71" fmla="*/ 828 h 3764"/>
              <a:gd name="T72" fmla="*/ 556 w 3730"/>
              <a:gd name="T73" fmla="*/ 590 h 3764"/>
              <a:gd name="T74" fmla="*/ 811 w 3730"/>
              <a:gd name="T75" fmla="*/ 450 h 3764"/>
              <a:gd name="T76" fmla="*/ 988 w 3730"/>
              <a:gd name="T77" fmla="*/ 257 h 3764"/>
              <a:gd name="T78" fmla="*/ 1273 w 3730"/>
              <a:gd name="T79" fmla="*/ 199 h 3764"/>
              <a:gd name="T80" fmla="*/ 1498 w 3730"/>
              <a:gd name="T81" fmla="*/ 67 h 3764"/>
              <a:gd name="T82" fmla="*/ 1787 w 3730"/>
              <a:gd name="T83" fmla="*/ 97 h 3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730" h="3764">
                <a:moveTo>
                  <a:pt x="1943" y="97"/>
                </a:moveTo>
                <a:cubicBezTo>
                  <a:pt x="2041" y="38"/>
                  <a:pt x="2041" y="38"/>
                  <a:pt x="2041" y="38"/>
                </a:cubicBezTo>
                <a:cubicBezTo>
                  <a:pt x="2103" y="0"/>
                  <a:pt x="2183" y="13"/>
                  <a:pt x="2232" y="67"/>
                </a:cubicBezTo>
                <a:cubicBezTo>
                  <a:pt x="2308" y="153"/>
                  <a:pt x="2308" y="153"/>
                  <a:pt x="2308" y="153"/>
                </a:cubicBezTo>
                <a:cubicBezTo>
                  <a:pt x="2346" y="195"/>
                  <a:pt x="2403" y="213"/>
                  <a:pt x="2457" y="199"/>
                </a:cubicBezTo>
                <a:cubicBezTo>
                  <a:pt x="2568" y="172"/>
                  <a:pt x="2568" y="172"/>
                  <a:pt x="2568" y="172"/>
                </a:cubicBezTo>
                <a:cubicBezTo>
                  <a:pt x="2639" y="155"/>
                  <a:pt x="2712" y="190"/>
                  <a:pt x="2742" y="257"/>
                </a:cubicBezTo>
                <a:cubicBezTo>
                  <a:pt x="2790" y="362"/>
                  <a:pt x="2790" y="362"/>
                  <a:pt x="2790" y="362"/>
                </a:cubicBezTo>
                <a:cubicBezTo>
                  <a:pt x="2814" y="413"/>
                  <a:pt x="2863" y="447"/>
                  <a:pt x="2919" y="450"/>
                </a:cubicBezTo>
                <a:cubicBezTo>
                  <a:pt x="3033" y="457"/>
                  <a:pt x="3033" y="457"/>
                  <a:pt x="3033" y="457"/>
                </a:cubicBezTo>
                <a:cubicBezTo>
                  <a:pt x="3105" y="462"/>
                  <a:pt x="3165" y="518"/>
                  <a:pt x="3174" y="590"/>
                </a:cubicBezTo>
                <a:cubicBezTo>
                  <a:pt x="3190" y="705"/>
                  <a:pt x="3190" y="705"/>
                  <a:pt x="3190" y="705"/>
                </a:cubicBezTo>
                <a:cubicBezTo>
                  <a:pt x="3197" y="761"/>
                  <a:pt x="3235" y="808"/>
                  <a:pt x="3287" y="828"/>
                </a:cubicBezTo>
                <a:cubicBezTo>
                  <a:pt x="3394" y="869"/>
                  <a:pt x="3394" y="869"/>
                  <a:pt x="3394" y="869"/>
                </a:cubicBezTo>
                <a:cubicBezTo>
                  <a:pt x="3462" y="895"/>
                  <a:pt x="3502" y="965"/>
                  <a:pt x="3490" y="1038"/>
                </a:cubicBezTo>
                <a:cubicBezTo>
                  <a:pt x="3472" y="1152"/>
                  <a:pt x="3472" y="1152"/>
                  <a:pt x="3472" y="1152"/>
                </a:cubicBezTo>
                <a:cubicBezTo>
                  <a:pt x="3463" y="1208"/>
                  <a:pt x="3485" y="1264"/>
                  <a:pt x="3529" y="1299"/>
                </a:cubicBezTo>
                <a:cubicBezTo>
                  <a:pt x="3619" y="1369"/>
                  <a:pt x="3619" y="1369"/>
                  <a:pt x="3619" y="1369"/>
                </a:cubicBezTo>
                <a:cubicBezTo>
                  <a:pt x="3676" y="1414"/>
                  <a:pt x="3694" y="1494"/>
                  <a:pt x="3662" y="1560"/>
                </a:cubicBezTo>
                <a:cubicBezTo>
                  <a:pt x="3611" y="1663"/>
                  <a:pt x="3611" y="1663"/>
                  <a:pt x="3611" y="1663"/>
                </a:cubicBezTo>
                <a:cubicBezTo>
                  <a:pt x="3586" y="1714"/>
                  <a:pt x="3591" y="1774"/>
                  <a:pt x="3623" y="1820"/>
                </a:cubicBezTo>
                <a:cubicBezTo>
                  <a:pt x="3688" y="1915"/>
                  <a:pt x="3688" y="1915"/>
                  <a:pt x="3688" y="1915"/>
                </a:cubicBezTo>
                <a:cubicBezTo>
                  <a:pt x="3730" y="1975"/>
                  <a:pt x="3724" y="2057"/>
                  <a:pt x="3674" y="2110"/>
                </a:cubicBezTo>
                <a:cubicBezTo>
                  <a:pt x="3595" y="2193"/>
                  <a:pt x="3595" y="2193"/>
                  <a:pt x="3595" y="2193"/>
                </a:cubicBezTo>
                <a:cubicBezTo>
                  <a:pt x="3557" y="2234"/>
                  <a:pt x="3543" y="2293"/>
                  <a:pt x="3560" y="2347"/>
                </a:cubicBezTo>
                <a:cubicBezTo>
                  <a:pt x="3596" y="2457"/>
                  <a:pt x="3596" y="2457"/>
                  <a:pt x="3596" y="2457"/>
                </a:cubicBezTo>
                <a:cubicBezTo>
                  <a:pt x="3618" y="2527"/>
                  <a:pt x="3588" y="2603"/>
                  <a:pt x="3525" y="2639"/>
                </a:cubicBezTo>
                <a:cubicBezTo>
                  <a:pt x="3425" y="2695"/>
                  <a:pt x="3425" y="2695"/>
                  <a:pt x="3425" y="2695"/>
                </a:cubicBezTo>
                <a:cubicBezTo>
                  <a:pt x="3377" y="2723"/>
                  <a:pt x="3347" y="2775"/>
                  <a:pt x="3347" y="2832"/>
                </a:cubicBezTo>
                <a:cubicBezTo>
                  <a:pt x="3349" y="2947"/>
                  <a:pt x="3349" y="2947"/>
                  <a:pt x="3349" y="2947"/>
                </a:cubicBezTo>
                <a:cubicBezTo>
                  <a:pt x="3350" y="3020"/>
                  <a:pt x="3300" y="3084"/>
                  <a:pt x="3229" y="3100"/>
                </a:cubicBezTo>
                <a:cubicBezTo>
                  <a:pt x="3117" y="3124"/>
                  <a:pt x="3117" y="3124"/>
                  <a:pt x="3117" y="3124"/>
                </a:cubicBezTo>
                <a:cubicBezTo>
                  <a:pt x="3062" y="3136"/>
                  <a:pt x="3019" y="3177"/>
                  <a:pt x="3003" y="3231"/>
                </a:cubicBezTo>
                <a:cubicBezTo>
                  <a:pt x="2971" y="3342"/>
                  <a:pt x="2971" y="3342"/>
                  <a:pt x="2971" y="3342"/>
                </a:cubicBezTo>
                <a:cubicBezTo>
                  <a:pt x="2950" y="3412"/>
                  <a:pt x="2883" y="3458"/>
                  <a:pt x="2811" y="3452"/>
                </a:cubicBezTo>
                <a:cubicBezTo>
                  <a:pt x="2698" y="3442"/>
                  <a:pt x="2698" y="3442"/>
                  <a:pt x="2698" y="3442"/>
                </a:cubicBezTo>
                <a:cubicBezTo>
                  <a:pt x="2642" y="3437"/>
                  <a:pt x="2588" y="3463"/>
                  <a:pt x="2557" y="3510"/>
                </a:cubicBezTo>
                <a:cubicBezTo>
                  <a:pt x="2494" y="3606"/>
                  <a:pt x="2494" y="3606"/>
                  <a:pt x="2494" y="3606"/>
                </a:cubicBezTo>
                <a:cubicBezTo>
                  <a:pt x="2454" y="3668"/>
                  <a:pt x="2377" y="3692"/>
                  <a:pt x="2309" y="3664"/>
                </a:cubicBezTo>
                <a:cubicBezTo>
                  <a:pt x="2204" y="3620"/>
                  <a:pt x="2204" y="3620"/>
                  <a:pt x="2204" y="3620"/>
                </a:cubicBezTo>
                <a:cubicBezTo>
                  <a:pt x="2152" y="3599"/>
                  <a:pt x="2093" y="3608"/>
                  <a:pt x="2050" y="3644"/>
                </a:cubicBezTo>
                <a:cubicBezTo>
                  <a:pt x="1962" y="3717"/>
                  <a:pt x="1962" y="3717"/>
                  <a:pt x="1962" y="3717"/>
                </a:cubicBezTo>
                <a:cubicBezTo>
                  <a:pt x="1905" y="3764"/>
                  <a:pt x="1825" y="3764"/>
                  <a:pt x="1768" y="3717"/>
                </a:cubicBezTo>
                <a:cubicBezTo>
                  <a:pt x="1680" y="3644"/>
                  <a:pt x="1680" y="3644"/>
                  <a:pt x="1680" y="3644"/>
                </a:cubicBezTo>
                <a:cubicBezTo>
                  <a:pt x="1637" y="3608"/>
                  <a:pt x="1578" y="3599"/>
                  <a:pt x="1526" y="3620"/>
                </a:cubicBezTo>
                <a:cubicBezTo>
                  <a:pt x="1421" y="3664"/>
                  <a:pt x="1421" y="3664"/>
                  <a:pt x="1421" y="3664"/>
                </a:cubicBezTo>
                <a:cubicBezTo>
                  <a:pt x="1353" y="3692"/>
                  <a:pt x="1276" y="3668"/>
                  <a:pt x="1236" y="3606"/>
                </a:cubicBezTo>
                <a:cubicBezTo>
                  <a:pt x="1173" y="3510"/>
                  <a:pt x="1173" y="3510"/>
                  <a:pt x="1173" y="3510"/>
                </a:cubicBezTo>
                <a:cubicBezTo>
                  <a:pt x="1142" y="3463"/>
                  <a:pt x="1088" y="3437"/>
                  <a:pt x="1032" y="3442"/>
                </a:cubicBezTo>
                <a:cubicBezTo>
                  <a:pt x="919" y="3452"/>
                  <a:pt x="919" y="3452"/>
                  <a:pt x="919" y="3452"/>
                </a:cubicBezTo>
                <a:cubicBezTo>
                  <a:pt x="847" y="3458"/>
                  <a:pt x="780" y="3412"/>
                  <a:pt x="759" y="3342"/>
                </a:cubicBezTo>
                <a:cubicBezTo>
                  <a:pt x="727" y="3231"/>
                  <a:pt x="727" y="3231"/>
                  <a:pt x="727" y="3231"/>
                </a:cubicBezTo>
                <a:cubicBezTo>
                  <a:pt x="711" y="3177"/>
                  <a:pt x="668" y="3136"/>
                  <a:pt x="613" y="3124"/>
                </a:cubicBezTo>
                <a:cubicBezTo>
                  <a:pt x="501" y="3100"/>
                  <a:pt x="501" y="3100"/>
                  <a:pt x="501" y="3100"/>
                </a:cubicBezTo>
                <a:cubicBezTo>
                  <a:pt x="430" y="3084"/>
                  <a:pt x="380" y="3020"/>
                  <a:pt x="381" y="2947"/>
                </a:cubicBezTo>
                <a:cubicBezTo>
                  <a:pt x="383" y="2832"/>
                  <a:pt x="383" y="2832"/>
                  <a:pt x="383" y="2832"/>
                </a:cubicBezTo>
                <a:cubicBezTo>
                  <a:pt x="383" y="2775"/>
                  <a:pt x="353" y="2723"/>
                  <a:pt x="305" y="2695"/>
                </a:cubicBezTo>
                <a:cubicBezTo>
                  <a:pt x="205" y="2639"/>
                  <a:pt x="205" y="2639"/>
                  <a:pt x="205" y="2639"/>
                </a:cubicBezTo>
                <a:cubicBezTo>
                  <a:pt x="142" y="2603"/>
                  <a:pt x="112" y="2527"/>
                  <a:pt x="134" y="2457"/>
                </a:cubicBezTo>
                <a:cubicBezTo>
                  <a:pt x="170" y="2347"/>
                  <a:pt x="170" y="2347"/>
                  <a:pt x="170" y="2347"/>
                </a:cubicBezTo>
                <a:cubicBezTo>
                  <a:pt x="187" y="2293"/>
                  <a:pt x="173" y="2234"/>
                  <a:pt x="135" y="2193"/>
                </a:cubicBezTo>
                <a:cubicBezTo>
                  <a:pt x="56" y="2110"/>
                  <a:pt x="56" y="2110"/>
                  <a:pt x="56" y="2110"/>
                </a:cubicBezTo>
                <a:cubicBezTo>
                  <a:pt x="6" y="2057"/>
                  <a:pt x="0" y="1975"/>
                  <a:pt x="42" y="1915"/>
                </a:cubicBezTo>
                <a:cubicBezTo>
                  <a:pt x="107" y="1820"/>
                  <a:pt x="107" y="1820"/>
                  <a:pt x="107" y="1820"/>
                </a:cubicBezTo>
                <a:cubicBezTo>
                  <a:pt x="139" y="1774"/>
                  <a:pt x="144" y="1714"/>
                  <a:pt x="119" y="1663"/>
                </a:cubicBezTo>
                <a:cubicBezTo>
                  <a:pt x="68" y="1560"/>
                  <a:pt x="68" y="1560"/>
                  <a:pt x="68" y="1560"/>
                </a:cubicBezTo>
                <a:cubicBezTo>
                  <a:pt x="36" y="1494"/>
                  <a:pt x="54" y="1414"/>
                  <a:pt x="111" y="1369"/>
                </a:cubicBezTo>
                <a:cubicBezTo>
                  <a:pt x="201" y="1299"/>
                  <a:pt x="201" y="1299"/>
                  <a:pt x="201" y="1299"/>
                </a:cubicBezTo>
                <a:cubicBezTo>
                  <a:pt x="245" y="1264"/>
                  <a:pt x="267" y="1208"/>
                  <a:pt x="258" y="1152"/>
                </a:cubicBezTo>
                <a:cubicBezTo>
                  <a:pt x="240" y="1038"/>
                  <a:pt x="240" y="1038"/>
                  <a:pt x="240" y="1038"/>
                </a:cubicBezTo>
                <a:cubicBezTo>
                  <a:pt x="228" y="965"/>
                  <a:pt x="268" y="895"/>
                  <a:pt x="336" y="869"/>
                </a:cubicBezTo>
                <a:cubicBezTo>
                  <a:pt x="443" y="828"/>
                  <a:pt x="443" y="828"/>
                  <a:pt x="443" y="828"/>
                </a:cubicBezTo>
                <a:cubicBezTo>
                  <a:pt x="495" y="808"/>
                  <a:pt x="533" y="761"/>
                  <a:pt x="540" y="705"/>
                </a:cubicBezTo>
                <a:cubicBezTo>
                  <a:pt x="556" y="590"/>
                  <a:pt x="556" y="590"/>
                  <a:pt x="556" y="590"/>
                </a:cubicBezTo>
                <a:cubicBezTo>
                  <a:pt x="565" y="518"/>
                  <a:pt x="625" y="462"/>
                  <a:pt x="697" y="457"/>
                </a:cubicBezTo>
                <a:cubicBezTo>
                  <a:pt x="811" y="450"/>
                  <a:pt x="811" y="450"/>
                  <a:pt x="811" y="450"/>
                </a:cubicBezTo>
                <a:cubicBezTo>
                  <a:pt x="867" y="447"/>
                  <a:pt x="916" y="413"/>
                  <a:pt x="940" y="362"/>
                </a:cubicBezTo>
                <a:cubicBezTo>
                  <a:pt x="988" y="257"/>
                  <a:pt x="988" y="257"/>
                  <a:pt x="988" y="257"/>
                </a:cubicBezTo>
                <a:cubicBezTo>
                  <a:pt x="1018" y="190"/>
                  <a:pt x="1091" y="155"/>
                  <a:pt x="1162" y="172"/>
                </a:cubicBezTo>
                <a:cubicBezTo>
                  <a:pt x="1273" y="199"/>
                  <a:pt x="1273" y="199"/>
                  <a:pt x="1273" y="199"/>
                </a:cubicBezTo>
                <a:cubicBezTo>
                  <a:pt x="1327" y="213"/>
                  <a:pt x="1384" y="195"/>
                  <a:pt x="1422" y="153"/>
                </a:cubicBezTo>
                <a:cubicBezTo>
                  <a:pt x="1498" y="67"/>
                  <a:pt x="1498" y="67"/>
                  <a:pt x="1498" y="67"/>
                </a:cubicBezTo>
                <a:cubicBezTo>
                  <a:pt x="1547" y="13"/>
                  <a:pt x="1627" y="0"/>
                  <a:pt x="1689" y="38"/>
                </a:cubicBezTo>
                <a:cubicBezTo>
                  <a:pt x="1787" y="97"/>
                  <a:pt x="1787" y="97"/>
                  <a:pt x="1787" y="97"/>
                </a:cubicBezTo>
                <a:cubicBezTo>
                  <a:pt x="1835" y="126"/>
                  <a:pt x="1895" y="126"/>
                  <a:pt x="1943" y="97"/>
                </a:cubicBezTo>
              </a:path>
            </a:pathLst>
          </a:custGeom>
          <a:noFill/>
          <a:ln w="6350">
            <a:solidFill>
              <a:srgbClr val="F40009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382FC6-6789-47AC-4599-9AC7F032A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5713" y="2471738"/>
            <a:ext cx="4652962" cy="2605087"/>
          </a:xfrm>
        </p:spPr>
        <p:txBody>
          <a:bodyPr/>
          <a:lstStyle>
            <a:lvl1pPr algn="ctr">
              <a:lnSpc>
                <a:spcPct val="95000"/>
              </a:lnSpc>
              <a:spcAft>
                <a:spcPts val="2400"/>
              </a:spcAft>
              <a:defRPr sz="4000" b="1" spc="-150"/>
            </a:lvl1pPr>
            <a:lvl2pPr marL="0" indent="0" algn="ctr"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E7121615-E1FD-72FA-F5EC-24E2B87FB822}"/>
              </a:ext>
            </a:extLst>
          </p:cNvPr>
          <p:cNvSpPr>
            <a:spLocks/>
          </p:cNvSpPr>
          <p:nvPr userDrawn="1"/>
        </p:nvSpPr>
        <p:spPr bwMode="auto">
          <a:xfrm>
            <a:off x="9126855" y="333375"/>
            <a:ext cx="3067787" cy="6012364"/>
          </a:xfrm>
          <a:custGeom>
            <a:avLst/>
            <a:gdLst>
              <a:gd name="T0" fmla="*/ 1932 w 1932"/>
              <a:gd name="T1" fmla="*/ 110 h 3791"/>
              <a:gd name="T2" fmla="*/ 1802 w 1932"/>
              <a:gd name="T3" fmla="*/ 97 h 3791"/>
              <a:gd name="T4" fmla="*/ 1703 w 1932"/>
              <a:gd name="T5" fmla="*/ 38 h 3791"/>
              <a:gd name="T6" fmla="*/ 1510 w 1932"/>
              <a:gd name="T7" fmla="*/ 67 h 3791"/>
              <a:gd name="T8" fmla="*/ 1434 w 1932"/>
              <a:gd name="T9" fmla="*/ 154 h 3791"/>
              <a:gd name="T10" fmla="*/ 1283 w 1932"/>
              <a:gd name="T11" fmla="*/ 201 h 3791"/>
              <a:gd name="T12" fmla="*/ 1172 w 1932"/>
              <a:gd name="T13" fmla="*/ 173 h 3791"/>
              <a:gd name="T14" fmla="*/ 996 w 1932"/>
              <a:gd name="T15" fmla="*/ 259 h 3791"/>
              <a:gd name="T16" fmla="*/ 948 w 1932"/>
              <a:gd name="T17" fmla="*/ 364 h 3791"/>
              <a:gd name="T18" fmla="*/ 818 w 1932"/>
              <a:gd name="T19" fmla="*/ 454 h 3791"/>
              <a:gd name="T20" fmla="*/ 703 w 1932"/>
              <a:gd name="T21" fmla="*/ 461 h 3791"/>
              <a:gd name="T22" fmla="*/ 560 w 1932"/>
              <a:gd name="T23" fmla="*/ 595 h 3791"/>
              <a:gd name="T24" fmla="*/ 545 w 1932"/>
              <a:gd name="T25" fmla="*/ 710 h 3791"/>
              <a:gd name="T26" fmla="*/ 447 w 1932"/>
              <a:gd name="T27" fmla="*/ 834 h 3791"/>
              <a:gd name="T28" fmla="*/ 339 w 1932"/>
              <a:gd name="T29" fmla="*/ 875 h 3791"/>
              <a:gd name="T30" fmla="*/ 242 w 1932"/>
              <a:gd name="T31" fmla="*/ 1046 h 3791"/>
              <a:gd name="T32" fmla="*/ 260 w 1932"/>
              <a:gd name="T33" fmla="*/ 1161 h 3791"/>
              <a:gd name="T34" fmla="*/ 203 w 1932"/>
              <a:gd name="T35" fmla="*/ 1309 h 3791"/>
              <a:gd name="T36" fmla="*/ 112 w 1932"/>
              <a:gd name="T37" fmla="*/ 1380 h 3791"/>
              <a:gd name="T38" fmla="*/ 69 w 1932"/>
              <a:gd name="T39" fmla="*/ 1572 h 3791"/>
              <a:gd name="T40" fmla="*/ 120 w 1932"/>
              <a:gd name="T41" fmla="*/ 1676 h 3791"/>
              <a:gd name="T42" fmla="*/ 108 w 1932"/>
              <a:gd name="T43" fmla="*/ 1835 h 3791"/>
              <a:gd name="T44" fmla="*/ 42 w 1932"/>
              <a:gd name="T45" fmla="*/ 1930 h 3791"/>
              <a:gd name="T46" fmla="*/ 57 w 1932"/>
              <a:gd name="T47" fmla="*/ 2126 h 3791"/>
              <a:gd name="T48" fmla="*/ 136 w 1932"/>
              <a:gd name="T49" fmla="*/ 2211 h 3791"/>
              <a:gd name="T50" fmla="*/ 171 w 1932"/>
              <a:gd name="T51" fmla="*/ 2366 h 3791"/>
              <a:gd name="T52" fmla="*/ 136 w 1932"/>
              <a:gd name="T53" fmla="*/ 2476 h 3791"/>
              <a:gd name="T54" fmla="*/ 207 w 1932"/>
              <a:gd name="T55" fmla="*/ 2660 h 3791"/>
              <a:gd name="T56" fmla="*/ 307 w 1932"/>
              <a:gd name="T57" fmla="*/ 2716 h 3791"/>
              <a:gd name="T58" fmla="*/ 386 w 1932"/>
              <a:gd name="T59" fmla="*/ 2854 h 3791"/>
              <a:gd name="T60" fmla="*/ 384 w 1932"/>
              <a:gd name="T61" fmla="*/ 2970 h 3791"/>
              <a:gd name="T62" fmla="*/ 506 w 1932"/>
              <a:gd name="T63" fmla="*/ 3125 h 3791"/>
              <a:gd name="T64" fmla="*/ 618 w 1932"/>
              <a:gd name="T65" fmla="*/ 3149 h 3791"/>
              <a:gd name="T66" fmla="*/ 733 w 1932"/>
              <a:gd name="T67" fmla="*/ 3257 h 3791"/>
              <a:gd name="T68" fmla="*/ 766 w 1932"/>
              <a:gd name="T69" fmla="*/ 3369 h 3791"/>
              <a:gd name="T70" fmla="*/ 927 w 1932"/>
              <a:gd name="T71" fmla="*/ 3480 h 3791"/>
              <a:gd name="T72" fmla="*/ 1041 w 1932"/>
              <a:gd name="T73" fmla="*/ 3469 h 3791"/>
              <a:gd name="T74" fmla="*/ 1183 w 1932"/>
              <a:gd name="T75" fmla="*/ 3538 h 3791"/>
              <a:gd name="T76" fmla="*/ 1246 w 1932"/>
              <a:gd name="T77" fmla="*/ 3635 h 3791"/>
              <a:gd name="T78" fmla="*/ 1432 w 1932"/>
              <a:gd name="T79" fmla="*/ 3693 h 3791"/>
              <a:gd name="T80" fmla="*/ 1539 w 1932"/>
              <a:gd name="T81" fmla="*/ 3649 h 3791"/>
              <a:gd name="T82" fmla="*/ 1694 w 1932"/>
              <a:gd name="T83" fmla="*/ 3673 h 3791"/>
              <a:gd name="T84" fmla="*/ 1783 w 1932"/>
              <a:gd name="T85" fmla="*/ 3747 h 3791"/>
              <a:gd name="T86" fmla="*/ 1932 w 1932"/>
              <a:gd name="T87" fmla="*/ 3773 h 3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32" h="3791">
                <a:moveTo>
                  <a:pt x="1932" y="110"/>
                </a:moveTo>
                <a:cubicBezTo>
                  <a:pt x="1889" y="126"/>
                  <a:pt x="1842" y="121"/>
                  <a:pt x="1802" y="97"/>
                </a:cubicBezTo>
                <a:cubicBezTo>
                  <a:pt x="1703" y="38"/>
                  <a:pt x="1703" y="38"/>
                  <a:pt x="1703" y="38"/>
                </a:cubicBezTo>
                <a:cubicBezTo>
                  <a:pt x="1640" y="0"/>
                  <a:pt x="1560" y="12"/>
                  <a:pt x="1510" y="67"/>
                </a:cubicBezTo>
                <a:cubicBezTo>
                  <a:pt x="1434" y="154"/>
                  <a:pt x="1434" y="154"/>
                  <a:pt x="1434" y="154"/>
                </a:cubicBezTo>
                <a:cubicBezTo>
                  <a:pt x="1396" y="196"/>
                  <a:pt x="1338" y="214"/>
                  <a:pt x="1283" y="201"/>
                </a:cubicBezTo>
                <a:cubicBezTo>
                  <a:pt x="1172" y="173"/>
                  <a:pt x="1172" y="173"/>
                  <a:pt x="1172" y="173"/>
                </a:cubicBezTo>
                <a:cubicBezTo>
                  <a:pt x="1100" y="156"/>
                  <a:pt x="1027" y="191"/>
                  <a:pt x="996" y="259"/>
                </a:cubicBezTo>
                <a:cubicBezTo>
                  <a:pt x="948" y="364"/>
                  <a:pt x="948" y="364"/>
                  <a:pt x="948" y="364"/>
                </a:cubicBezTo>
                <a:cubicBezTo>
                  <a:pt x="924" y="416"/>
                  <a:pt x="874" y="450"/>
                  <a:pt x="818" y="454"/>
                </a:cubicBezTo>
                <a:cubicBezTo>
                  <a:pt x="703" y="461"/>
                  <a:pt x="703" y="461"/>
                  <a:pt x="703" y="461"/>
                </a:cubicBezTo>
                <a:cubicBezTo>
                  <a:pt x="630" y="465"/>
                  <a:pt x="570" y="521"/>
                  <a:pt x="560" y="595"/>
                </a:cubicBezTo>
                <a:cubicBezTo>
                  <a:pt x="545" y="710"/>
                  <a:pt x="545" y="710"/>
                  <a:pt x="545" y="710"/>
                </a:cubicBezTo>
                <a:cubicBezTo>
                  <a:pt x="537" y="766"/>
                  <a:pt x="499" y="814"/>
                  <a:pt x="447" y="834"/>
                </a:cubicBezTo>
                <a:cubicBezTo>
                  <a:pt x="339" y="875"/>
                  <a:pt x="339" y="875"/>
                  <a:pt x="339" y="875"/>
                </a:cubicBezTo>
                <a:cubicBezTo>
                  <a:pt x="271" y="901"/>
                  <a:pt x="230" y="973"/>
                  <a:pt x="242" y="1046"/>
                </a:cubicBezTo>
                <a:cubicBezTo>
                  <a:pt x="260" y="1161"/>
                  <a:pt x="260" y="1161"/>
                  <a:pt x="260" y="1161"/>
                </a:cubicBezTo>
                <a:cubicBezTo>
                  <a:pt x="270" y="1217"/>
                  <a:pt x="248" y="1274"/>
                  <a:pt x="203" y="1309"/>
                </a:cubicBezTo>
                <a:cubicBezTo>
                  <a:pt x="112" y="1380"/>
                  <a:pt x="112" y="1380"/>
                  <a:pt x="112" y="1380"/>
                </a:cubicBezTo>
                <a:cubicBezTo>
                  <a:pt x="54" y="1425"/>
                  <a:pt x="36" y="1506"/>
                  <a:pt x="69" y="1572"/>
                </a:cubicBezTo>
                <a:cubicBezTo>
                  <a:pt x="120" y="1676"/>
                  <a:pt x="120" y="1676"/>
                  <a:pt x="120" y="1676"/>
                </a:cubicBezTo>
                <a:cubicBezTo>
                  <a:pt x="145" y="1727"/>
                  <a:pt x="141" y="1788"/>
                  <a:pt x="108" y="1835"/>
                </a:cubicBezTo>
                <a:cubicBezTo>
                  <a:pt x="42" y="1930"/>
                  <a:pt x="42" y="1930"/>
                  <a:pt x="42" y="1930"/>
                </a:cubicBezTo>
                <a:cubicBezTo>
                  <a:pt x="0" y="1991"/>
                  <a:pt x="6" y="2073"/>
                  <a:pt x="57" y="2126"/>
                </a:cubicBezTo>
                <a:cubicBezTo>
                  <a:pt x="136" y="2211"/>
                  <a:pt x="136" y="2211"/>
                  <a:pt x="136" y="2211"/>
                </a:cubicBezTo>
                <a:cubicBezTo>
                  <a:pt x="175" y="2252"/>
                  <a:pt x="189" y="2311"/>
                  <a:pt x="171" y="2366"/>
                </a:cubicBezTo>
                <a:cubicBezTo>
                  <a:pt x="136" y="2476"/>
                  <a:pt x="136" y="2476"/>
                  <a:pt x="136" y="2476"/>
                </a:cubicBezTo>
                <a:cubicBezTo>
                  <a:pt x="113" y="2547"/>
                  <a:pt x="143" y="2624"/>
                  <a:pt x="207" y="2660"/>
                </a:cubicBezTo>
                <a:cubicBezTo>
                  <a:pt x="307" y="2716"/>
                  <a:pt x="307" y="2716"/>
                  <a:pt x="307" y="2716"/>
                </a:cubicBezTo>
                <a:cubicBezTo>
                  <a:pt x="356" y="2744"/>
                  <a:pt x="387" y="2797"/>
                  <a:pt x="386" y="2854"/>
                </a:cubicBezTo>
                <a:cubicBezTo>
                  <a:pt x="384" y="2970"/>
                  <a:pt x="384" y="2970"/>
                  <a:pt x="384" y="2970"/>
                </a:cubicBezTo>
                <a:cubicBezTo>
                  <a:pt x="383" y="3045"/>
                  <a:pt x="434" y="3109"/>
                  <a:pt x="506" y="3125"/>
                </a:cubicBezTo>
                <a:cubicBezTo>
                  <a:pt x="618" y="3149"/>
                  <a:pt x="618" y="3149"/>
                  <a:pt x="618" y="3149"/>
                </a:cubicBezTo>
                <a:cubicBezTo>
                  <a:pt x="673" y="3161"/>
                  <a:pt x="718" y="3202"/>
                  <a:pt x="733" y="3257"/>
                </a:cubicBezTo>
                <a:cubicBezTo>
                  <a:pt x="766" y="3369"/>
                  <a:pt x="766" y="3369"/>
                  <a:pt x="766" y="3369"/>
                </a:cubicBezTo>
                <a:cubicBezTo>
                  <a:pt x="786" y="3440"/>
                  <a:pt x="854" y="3486"/>
                  <a:pt x="927" y="3480"/>
                </a:cubicBezTo>
                <a:cubicBezTo>
                  <a:pt x="1041" y="3469"/>
                  <a:pt x="1041" y="3469"/>
                  <a:pt x="1041" y="3469"/>
                </a:cubicBezTo>
                <a:cubicBezTo>
                  <a:pt x="1097" y="3464"/>
                  <a:pt x="1152" y="3491"/>
                  <a:pt x="1183" y="3538"/>
                </a:cubicBezTo>
                <a:cubicBezTo>
                  <a:pt x="1246" y="3635"/>
                  <a:pt x="1246" y="3635"/>
                  <a:pt x="1246" y="3635"/>
                </a:cubicBezTo>
                <a:cubicBezTo>
                  <a:pt x="1287" y="3697"/>
                  <a:pt x="1365" y="3721"/>
                  <a:pt x="1432" y="3693"/>
                </a:cubicBezTo>
                <a:cubicBezTo>
                  <a:pt x="1539" y="3649"/>
                  <a:pt x="1539" y="3649"/>
                  <a:pt x="1539" y="3649"/>
                </a:cubicBezTo>
                <a:cubicBezTo>
                  <a:pt x="1591" y="3628"/>
                  <a:pt x="1651" y="3637"/>
                  <a:pt x="1694" y="3673"/>
                </a:cubicBezTo>
                <a:cubicBezTo>
                  <a:pt x="1783" y="3747"/>
                  <a:pt x="1783" y="3747"/>
                  <a:pt x="1783" y="3747"/>
                </a:cubicBezTo>
                <a:cubicBezTo>
                  <a:pt x="1826" y="3782"/>
                  <a:pt x="1882" y="3791"/>
                  <a:pt x="1932" y="3773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9D9914AD-5053-478D-5115-A41CA878C7C6}"/>
              </a:ext>
            </a:extLst>
          </p:cNvPr>
          <p:cNvSpPr>
            <a:spLocks/>
          </p:cNvSpPr>
          <p:nvPr userDrawn="1"/>
        </p:nvSpPr>
        <p:spPr bwMode="auto">
          <a:xfrm>
            <a:off x="1589" y="333375"/>
            <a:ext cx="3071005" cy="6021388"/>
          </a:xfrm>
          <a:custGeom>
            <a:avLst/>
            <a:gdLst>
              <a:gd name="T0" fmla="*/ 0 w 1931"/>
              <a:gd name="T1" fmla="*/ 110 h 3791"/>
              <a:gd name="T2" fmla="*/ 130 w 1931"/>
              <a:gd name="T3" fmla="*/ 97 h 3791"/>
              <a:gd name="T4" fmla="*/ 228 w 1931"/>
              <a:gd name="T5" fmla="*/ 38 h 3791"/>
              <a:gd name="T6" fmla="*/ 421 w 1931"/>
              <a:gd name="T7" fmla="*/ 67 h 3791"/>
              <a:gd name="T8" fmla="*/ 498 w 1931"/>
              <a:gd name="T9" fmla="*/ 154 h 3791"/>
              <a:gd name="T10" fmla="*/ 648 w 1931"/>
              <a:gd name="T11" fmla="*/ 201 h 3791"/>
              <a:gd name="T12" fmla="*/ 760 w 1931"/>
              <a:gd name="T13" fmla="*/ 173 h 3791"/>
              <a:gd name="T14" fmla="*/ 935 w 1931"/>
              <a:gd name="T15" fmla="*/ 259 h 3791"/>
              <a:gd name="T16" fmla="*/ 984 w 1931"/>
              <a:gd name="T17" fmla="*/ 364 h 3791"/>
              <a:gd name="T18" fmla="*/ 1114 w 1931"/>
              <a:gd name="T19" fmla="*/ 454 h 3791"/>
              <a:gd name="T20" fmla="*/ 1228 w 1931"/>
              <a:gd name="T21" fmla="*/ 461 h 3791"/>
              <a:gd name="T22" fmla="*/ 1371 w 1931"/>
              <a:gd name="T23" fmla="*/ 595 h 3791"/>
              <a:gd name="T24" fmla="*/ 1387 w 1931"/>
              <a:gd name="T25" fmla="*/ 710 h 3791"/>
              <a:gd name="T26" fmla="*/ 1485 w 1931"/>
              <a:gd name="T27" fmla="*/ 834 h 3791"/>
              <a:gd name="T28" fmla="*/ 1592 w 1931"/>
              <a:gd name="T29" fmla="*/ 875 h 3791"/>
              <a:gd name="T30" fmla="*/ 1690 w 1931"/>
              <a:gd name="T31" fmla="*/ 1046 h 3791"/>
              <a:gd name="T32" fmla="*/ 1671 w 1931"/>
              <a:gd name="T33" fmla="*/ 1161 h 3791"/>
              <a:gd name="T34" fmla="*/ 1729 w 1931"/>
              <a:gd name="T35" fmla="*/ 1309 h 3791"/>
              <a:gd name="T36" fmla="*/ 1819 w 1931"/>
              <a:gd name="T37" fmla="*/ 1380 h 3791"/>
              <a:gd name="T38" fmla="*/ 1863 w 1931"/>
              <a:gd name="T39" fmla="*/ 1572 h 3791"/>
              <a:gd name="T40" fmla="*/ 1811 w 1931"/>
              <a:gd name="T41" fmla="*/ 1676 h 3791"/>
              <a:gd name="T42" fmla="*/ 1823 w 1931"/>
              <a:gd name="T43" fmla="*/ 1835 h 3791"/>
              <a:gd name="T44" fmla="*/ 1889 w 1931"/>
              <a:gd name="T45" fmla="*/ 1930 h 3791"/>
              <a:gd name="T46" fmla="*/ 1875 w 1931"/>
              <a:gd name="T47" fmla="*/ 2126 h 3791"/>
              <a:gd name="T48" fmla="*/ 1795 w 1931"/>
              <a:gd name="T49" fmla="*/ 2211 h 3791"/>
              <a:gd name="T50" fmla="*/ 1760 w 1931"/>
              <a:gd name="T51" fmla="*/ 2366 h 3791"/>
              <a:gd name="T52" fmla="*/ 1796 w 1931"/>
              <a:gd name="T53" fmla="*/ 2476 h 3791"/>
              <a:gd name="T54" fmla="*/ 1725 w 1931"/>
              <a:gd name="T55" fmla="*/ 2660 h 3791"/>
              <a:gd name="T56" fmla="*/ 1624 w 1931"/>
              <a:gd name="T57" fmla="*/ 2716 h 3791"/>
              <a:gd name="T58" fmla="*/ 1546 w 1931"/>
              <a:gd name="T59" fmla="*/ 2854 h 3791"/>
              <a:gd name="T60" fmla="*/ 1547 w 1931"/>
              <a:gd name="T61" fmla="*/ 2970 h 3791"/>
              <a:gd name="T62" fmla="*/ 1426 w 1931"/>
              <a:gd name="T63" fmla="*/ 3125 h 3791"/>
              <a:gd name="T64" fmla="*/ 1313 w 1931"/>
              <a:gd name="T65" fmla="*/ 3149 h 3791"/>
              <a:gd name="T66" fmla="*/ 1198 w 1931"/>
              <a:gd name="T67" fmla="*/ 3257 h 3791"/>
              <a:gd name="T68" fmla="*/ 1166 w 1931"/>
              <a:gd name="T69" fmla="*/ 3369 h 3791"/>
              <a:gd name="T70" fmla="*/ 1005 w 1931"/>
              <a:gd name="T71" fmla="*/ 3480 h 3791"/>
              <a:gd name="T72" fmla="*/ 890 w 1931"/>
              <a:gd name="T73" fmla="*/ 3469 h 3791"/>
              <a:gd name="T74" fmla="*/ 749 w 1931"/>
              <a:gd name="T75" fmla="*/ 3538 h 3791"/>
              <a:gd name="T76" fmla="*/ 685 w 1931"/>
              <a:gd name="T77" fmla="*/ 3635 h 3791"/>
              <a:gd name="T78" fmla="*/ 499 w 1931"/>
              <a:gd name="T79" fmla="*/ 3693 h 3791"/>
              <a:gd name="T80" fmla="*/ 393 w 1931"/>
              <a:gd name="T81" fmla="*/ 3649 h 3791"/>
              <a:gd name="T82" fmla="*/ 237 w 1931"/>
              <a:gd name="T83" fmla="*/ 3673 h 3791"/>
              <a:gd name="T84" fmla="*/ 148 w 1931"/>
              <a:gd name="T85" fmla="*/ 3747 h 3791"/>
              <a:gd name="T86" fmla="*/ 0 w 1931"/>
              <a:gd name="T87" fmla="*/ 3773 h 3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31" h="3791">
                <a:moveTo>
                  <a:pt x="0" y="110"/>
                </a:moveTo>
                <a:cubicBezTo>
                  <a:pt x="42" y="126"/>
                  <a:pt x="90" y="121"/>
                  <a:pt x="130" y="97"/>
                </a:cubicBezTo>
                <a:cubicBezTo>
                  <a:pt x="228" y="38"/>
                  <a:pt x="228" y="38"/>
                  <a:pt x="228" y="38"/>
                </a:cubicBezTo>
                <a:cubicBezTo>
                  <a:pt x="291" y="0"/>
                  <a:pt x="372" y="12"/>
                  <a:pt x="421" y="67"/>
                </a:cubicBezTo>
                <a:cubicBezTo>
                  <a:pt x="498" y="154"/>
                  <a:pt x="498" y="154"/>
                  <a:pt x="498" y="154"/>
                </a:cubicBezTo>
                <a:cubicBezTo>
                  <a:pt x="536" y="196"/>
                  <a:pt x="593" y="214"/>
                  <a:pt x="648" y="201"/>
                </a:cubicBezTo>
                <a:cubicBezTo>
                  <a:pt x="760" y="173"/>
                  <a:pt x="760" y="173"/>
                  <a:pt x="760" y="173"/>
                </a:cubicBezTo>
                <a:cubicBezTo>
                  <a:pt x="831" y="156"/>
                  <a:pt x="905" y="191"/>
                  <a:pt x="935" y="259"/>
                </a:cubicBezTo>
                <a:cubicBezTo>
                  <a:pt x="984" y="364"/>
                  <a:pt x="984" y="364"/>
                  <a:pt x="984" y="364"/>
                </a:cubicBezTo>
                <a:cubicBezTo>
                  <a:pt x="1008" y="416"/>
                  <a:pt x="1057" y="450"/>
                  <a:pt x="1114" y="454"/>
                </a:cubicBezTo>
                <a:cubicBezTo>
                  <a:pt x="1228" y="461"/>
                  <a:pt x="1228" y="461"/>
                  <a:pt x="1228" y="461"/>
                </a:cubicBezTo>
                <a:cubicBezTo>
                  <a:pt x="1302" y="465"/>
                  <a:pt x="1361" y="521"/>
                  <a:pt x="1371" y="595"/>
                </a:cubicBezTo>
                <a:cubicBezTo>
                  <a:pt x="1387" y="710"/>
                  <a:pt x="1387" y="710"/>
                  <a:pt x="1387" y="710"/>
                </a:cubicBezTo>
                <a:cubicBezTo>
                  <a:pt x="1394" y="766"/>
                  <a:pt x="1432" y="814"/>
                  <a:pt x="1485" y="834"/>
                </a:cubicBezTo>
                <a:cubicBezTo>
                  <a:pt x="1592" y="875"/>
                  <a:pt x="1592" y="875"/>
                  <a:pt x="1592" y="875"/>
                </a:cubicBezTo>
                <a:cubicBezTo>
                  <a:pt x="1661" y="901"/>
                  <a:pt x="1702" y="973"/>
                  <a:pt x="1690" y="1046"/>
                </a:cubicBezTo>
                <a:cubicBezTo>
                  <a:pt x="1671" y="1161"/>
                  <a:pt x="1671" y="1161"/>
                  <a:pt x="1671" y="1161"/>
                </a:cubicBezTo>
                <a:cubicBezTo>
                  <a:pt x="1662" y="1217"/>
                  <a:pt x="1684" y="1274"/>
                  <a:pt x="1729" y="1309"/>
                </a:cubicBezTo>
                <a:cubicBezTo>
                  <a:pt x="1819" y="1380"/>
                  <a:pt x="1819" y="1380"/>
                  <a:pt x="1819" y="1380"/>
                </a:cubicBezTo>
                <a:cubicBezTo>
                  <a:pt x="1877" y="1425"/>
                  <a:pt x="1895" y="1506"/>
                  <a:pt x="1863" y="1572"/>
                </a:cubicBezTo>
                <a:cubicBezTo>
                  <a:pt x="1811" y="1676"/>
                  <a:pt x="1811" y="1676"/>
                  <a:pt x="1811" y="1676"/>
                </a:cubicBezTo>
                <a:cubicBezTo>
                  <a:pt x="1786" y="1727"/>
                  <a:pt x="1791" y="1788"/>
                  <a:pt x="1823" y="1835"/>
                </a:cubicBezTo>
                <a:cubicBezTo>
                  <a:pt x="1889" y="1930"/>
                  <a:pt x="1889" y="1930"/>
                  <a:pt x="1889" y="1930"/>
                </a:cubicBezTo>
                <a:cubicBezTo>
                  <a:pt x="1931" y="1991"/>
                  <a:pt x="1925" y="2073"/>
                  <a:pt x="1875" y="2126"/>
                </a:cubicBezTo>
                <a:cubicBezTo>
                  <a:pt x="1795" y="2211"/>
                  <a:pt x="1795" y="2211"/>
                  <a:pt x="1795" y="2211"/>
                </a:cubicBezTo>
                <a:cubicBezTo>
                  <a:pt x="1756" y="2252"/>
                  <a:pt x="1743" y="2311"/>
                  <a:pt x="1760" y="2366"/>
                </a:cubicBezTo>
                <a:cubicBezTo>
                  <a:pt x="1796" y="2476"/>
                  <a:pt x="1796" y="2476"/>
                  <a:pt x="1796" y="2476"/>
                </a:cubicBezTo>
                <a:cubicBezTo>
                  <a:pt x="1818" y="2547"/>
                  <a:pt x="1788" y="2624"/>
                  <a:pt x="1725" y="2660"/>
                </a:cubicBezTo>
                <a:cubicBezTo>
                  <a:pt x="1624" y="2716"/>
                  <a:pt x="1624" y="2716"/>
                  <a:pt x="1624" y="2716"/>
                </a:cubicBezTo>
                <a:cubicBezTo>
                  <a:pt x="1575" y="2744"/>
                  <a:pt x="1545" y="2797"/>
                  <a:pt x="1546" y="2854"/>
                </a:cubicBezTo>
                <a:cubicBezTo>
                  <a:pt x="1547" y="2970"/>
                  <a:pt x="1547" y="2970"/>
                  <a:pt x="1547" y="2970"/>
                </a:cubicBezTo>
                <a:cubicBezTo>
                  <a:pt x="1548" y="3045"/>
                  <a:pt x="1497" y="3109"/>
                  <a:pt x="1426" y="3125"/>
                </a:cubicBezTo>
                <a:cubicBezTo>
                  <a:pt x="1313" y="3149"/>
                  <a:pt x="1313" y="3149"/>
                  <a:pt x="1313" y="3149"/>
                </a:cubicBezTo>
                <a:cubicBezTo>
                  <a:pt x="1258" y="3161"/>
                  <a:pt x="1214" y="3202"/>
                  <a:pt x="1198" y="3257"/>
                </a:cubicBezTo>
                <a:cubicBezTo>
                  <a:pt x="1166" y="3369"/>
                  <a:pt x="1166" y="3369"/>
                  <a:pt x="1166" y="3369"/>
                </a:cubicBezTo>
                <a:cubicBezTo>
                  <a:pt x="1145" y="3440"/>
                  <a:pt x="1078" y="3486"/>
                  <a:pt x="1005" y="3480"/>
                </a:cubicBezTo>
                <a:cubicBezTo>
                  <a:pt x="890" y="3469"/>
                  <a:pt x="890" y="3469"/>
                  <a:pt x="890" y="3469"/>
                </a:cubicBezTo>
                <a:cubicBezTo>
                  <a:pt x="834" y="3464"/>
                  <a:pt x="780" y="3491"/>
                  <a:pt x="749" y="3538"/>
                </a:cubicBezTo>
                <a:cubicBezTo>
                  <a:pt x="685" y="3635"/>
                  <a:pt x="685" y="3635"/>
                  <a:pt x="685" y="3635"/>
                </a:cubicBezTo>
                <a:cubicBezTo>
                  <a:pt x="645" y="3697"/>
                  <a:pt x="567" y="3721"/>
                  <a:pt x="499" y="3693"/>
                </a:cubicBezTo>
                <a:cubicBezTo>
                  <a:pt x="393" y="3649"/>
                  <a:pt x="393" y="3649"/>
                  <a:pt x="393" y="3649"/>
                </a:cubicBezTo>
                <a:cubicBezTo>
                  <a:pt x="341" y="3628"/>
                  <a:pt x="281" y="3637"/>
                  <a:pt x="237" y="3673"/>
                </a:cubicBezTo>
                <a:cubicBezTo>
                  <a:pt x="148" y="3747"/>
                  <a:pt x="148" y="3747"/>
                  <a:pt x="148" y="3747"/>
                </a:cubicBezTo>
                <a:cubicBezTo>
                  <a:pt x="106" y="3782"/>
                  <a:pt x="49" y="3791"/>
                  <a:pt x="0" y="3773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348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Scale Tex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5">
            <a:extLst>
              <a:ext uri="{FF2B5EF4-FFF2-40B4-BE49-F238E27FC236}">
                <a16:creationId xmlns:a16="http://schemas.microsoft.com/office/drawing/2014/main" id="{F73734B9-E6F7-5BA7-409E-3C71DC5221A1}"/>
              </a:ext>
            </a:extLst>
          </p:cNvPr>
          <p:cNvSpPr>
            <a:spLocks/>
          </p:cNvSpPr>
          <p:nvPr userDrawn="1"/>
        </p:nvSpPr>
        <p:spPr bwMode="auto">
          <a:xfrm>
            <a:off x="0" y="-3175"/>
            <a:ext cx="2549525" cy="1778000"/>
          </a:xfrm>
          <a:custGeom>
            <a:avLst/>
            <a:gdLst>
              <a:gd name="T0" fmla="*/ 55 w 2406"/>
              <a:gd name="T1" fmla="*/ 1355 h 1681"/>
              <a:gd name="T2" fmla="*/ 115 w 2406"/>
              <a:gd name="T3" fmla="*/ 1399 h 1681"/>
              <a:gd name="T4" fmla="*/ 180 w 2406"/>
              <a:gd name="T5" fmla="*/ 1441 h 1681"/>
              <a:gd name="T6" fmla="*/ 180 w 2406"/>
              <a:gd name="T7" fmla="*/ 1441 h 1681"/>
              <a:gd name="T8" fmla="*/ 244 w 2406"/>
              <a:gd name="T9" fmla="*/ 1478 h 1681"/>
              <a:gd name="T10" fmla="*/ 313 w 2406"/>
              <a:gd name="T11" fmla="*/ 1513 h 1681"/>
              <a:gd name="T12" fmla="*/ 380 w 2406"/>
              <a:gd name="T13" fmla="*/ 1543 h 1681"/>
              <a:gd name="T14" fmla="*/ 452 w 2406"/>
              <a:gd name="T15" fmla="*/ 1571 h 1681"/>
              <a:gd name="T16" fmla="*/ 523 w 2406"/>
              <a:gd name="T17" fmla="*/ 1594 h 1681"/>
              <a:gd name="T18" fmla="*/ 597 w 2406"/>
              <a:gd name="T19" fmla="*/ 1614 h 1681"/>
              <a:gd name="T20" fmla="*/ 670 w 2406"/>
              <a:gd name="T21" fmla="*/ 1629 h 1681"/>
              <a:gd name="T22" fmla="*/ 746 w 2406"/>
              <a:gd name="T23" fmla="*/ 1641 h 1681"/>
              <a:gd name="T24" fmla="*/ 820 w 2406"/>
              <a:gd name="T25" fmla="*/ 1649 h 1681"/>
              <a:gd name="T26" fmla="*/ 897 w 2406"/>
              <a:gd name="T27" fmla="*/ 1653 h 1681"/>
              <a:gd name="T28" fmla="*/ 971 w 2406"/>
              <a:gd name="T29" fmla="*/ 1653 h 1681"/>
              <a:gd name="T30" fmla="*/ 1048 w 2406"/>
              <a:gd name="T31" fmla="*/ 1649 h 1681"/>
              <a:gd name="T32" fmla="*/ 1122 w 2406"/>
              <a:gd name="T33" fmla="*/ 1641 h 1681"/>
              <a:gd name="T34" fmla="*/ 1198 w 2406"/>
              <a:gd name="T35" fmla="*/ 1629 h 1681"/>
              <a:gd name="T36" fmla="*/ 1270 w 2406"/>
              <a:gd name="T37" fmla="*/ 1614 h 1681"/>
              <a:gd name="T38" fmla="*/ 1345 w 2406"/>
              <a:gd name="T39" fmla="*/ 1594 h 1681"/>
              <a:gd name="T40" fmla="*/ 1415 w 2406"/>
              <a:gd name="T41" fmla="*/ 1571 h 1681"/>
              <a:gd name="T42" fmla="*/ 1487 w 2406"/>
              <a:gd name="T43" fmla="*/ 1543 h 1681"/>
              <a:gd name="T44" fmla="*/ 1555 w 2406"/>
              <a:gd name="T45" fmla="*/ 1513 h 1681"/>
              <a:gd name="T46" fmla="*/ 1624 w 2406"/>
              <a:gd name="T47" fmla="*/ 1478 h 1681"/>
              <a:gd name="T48" fmla="*/ 1688 w 2406"/>
              <a:gd name="T49" fmla="*/ 1441 h 1681"/>
              <a:gd name="T50" fmla="*/ 1753 w 2406"/>
              <a:gd name="T51" fmla="*/ 1399 h 1681"/>
              <a:gd name="T52" fmla="*/ 1813 w 2406"/>
              <a:gd name="T53" fmla="*/ 1355 h 1681"/>
              <a:gd name="T54" fmla="*/ 1872 w 2406"/>
              <a:gd name="T55" fmla="*/ 1307 h 1681"/>
              <a:gd name="T56" fmla="*/ 1928 w 2406"/>
              <a:gd name="T57" fmla="*/ 1257 h 1681"/>
              <a:gd name="T58" fmla="*/ 1928 w 2406"/>
              <a:gd name="T59" fmla="*/ 1257 h 1681"/>
              <a:gd name="T60" fmla="*/ 1982 w 2406"/>
              <a:gd name="T61" fmla="*/ 1203 h 1681"/>
              <a:gd name="T62" fmla="*/ 2032 w 2406"/>
              <a:gd name="T63" fmla="*/ 1147 h 1681"/>
              <a:gd name="T64" fmla="*/ 2080 w 2406"/>
              <a:gd name="T65" fmla="*/ 1088 h 1681"/>
              <a:gd name="T66" fmla="*/ 2124 w 2406"/>
              <a:gd name="T67" fmla="*/ 1027 h 1681"/>
              <a:gd name="T68" fmla="*/ 2166 w 2406"/>
              <a:gd name="T69" fmla="*/ 963 h 1681"/>
              <a:gd name="T70" fmla="*/ 2203 w 2406"/>
              <a:gd name="T71" fmla="*/ 899 h 1681"/>
              <a:gd name="T72" fmla="*/ 2238 w 2406"/>
              <a:gd name="T73" fmla="*/ 830 h 1681"/>
              <a:gd name="T74" fmla="*/ 2268 w 2406"/>
              <a:gd name="T75" fmla="*/ 762 h 1681"/>
              <a:gd name="T76" fmla="*/ 2296 w 2406"/>
              <a:gd name="T77" fmla="*/ 690 h 1681"/>
              <a:gd name="T78" fmla="*/ 2319 w 2406"/>
              <a:gd name="T79" fmla="*/ 620 h 1681"/>
              <a:gd name="T80" fmla="*/ 2339 w 2406"/>
              <a:gd name="T81" fmla="*/ 545 h 1681"/>
              <a:gd name="T82" fmla="*/ 2354 w 2406"/>
              <a:gd name="T83" fmla="*/ 473 h 1681"/>
              <a:gd name="T84" fmla="*/ 2366 w 2406"/>
              <a:gd name="T85" fmla="*/ 397 h 1681"/>
              <a:gd name="T86" fmla="*/ 2374 w 2406"/>
              <a:gd name="T87" fmla="*/ 323 h 1681"/>
              <a:gd name="T88" fmla="*/ 2378 w 2406"/>
              <a:gd name="T89" fmla="*/ 246 h 1681"/>
              <a:gd name="T90" fmla="*/ 2378 w 2406"/>
              <a:gd name="T91" fmla="*/ 172 h 1681"/>
              <a:gd name="T92" fmla="*/ 2374 w 2406"/>
              <a:gd name="T93" fmla="*/ 95 h 1681"/>
              <a:gd name="T94" fmla="*/ 2366 w 2406"/>
              <a:gd name="T95" fmla="*/ 21 h 1681"/>
              <a:gd name="T96" fmla="*/ 2380 w 2406"/>
              <a:gd name="T97" fmla="*/ 0 h 1681"/>
              <a:gd name="T98" fmla="*/ 0 w 2406"/>
              <a:gd name="T99" fmla="*/ 0 h 1681"/>
              <a:gd name="T100" fmla="*/ 0 w 2406"/>
              <a:gd name="T101" fmla="*/ 1334 h 1681"/>
              <a:gd name="T102" fmla="*/ 55 w 2406"/>
              <a:gd name="T103" fmla="*/ 1355 h 1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06" h="1681">
                <a:moveTo>
                  <a:pt x="55" y="1355"/>
                </a:moveTo>
                <a:cubicBezTo>
                  <a:pt x="85" y="1344"/>
                  <a:pt x="116" y="1367"/>
                  <a:pt x="115" y="1399"/>
                </a:cubicBezTo>
                <a:cubicBezTo>
                  <a:pt x="114" y="1433"/>
                  <a:pt x="149" y="1456"/>
                  <a:pt x="180" y="1441"/>
                </a:cubicBezTo>
                <a:cubicBezTo>
                  <a:pt x="180" y="1441"/>
                  <a:pt x="180" y="1441"/>
                  <a:pt x="180" y="1441"/>
                </a:cubicBezTo>
                <a:cubicBezTo>
                  <a:pt x="208" y="1427"/>
                  <a:pt x="242" y="1446"/>
                  <a:pt x="244" y="1478"/>
                </a:cubicBezTo>
                <a:cubicBezTo>
                  <a:pt x="246" y="1512"/>
                  <a:pt x="284" y="1531"/>
                  <a:pt x="313" y="1513"/>
                </a:cubicBezTo>
                <a:cubicBezTo>
                  <a:pt x="339" y="1496"/>
                  <a:pt x="375" y="1512"/>
                  <a:pt x="380" y="1543"/>
                </a:cubicBezTo>
                <a:cubicBezTo>
                  <a:pt x="386" y="1577"/>
                  <a:pt x="426" y="1592"/>
                  <a:pt x="452" y="1571"/>
                </a:cubicBezTo>
                <a:cubicBezTo>
                  <a:pt x="477" y="1551"/>
                  <a:pt x="514" y="1563"/>
                  <a:pt x="523" y="1594"/>
                </a:cubicBezTo>
                <a:cubicBezTo>
                  <a:pt x="532" y="1626"/>
                  <a:pt x="573" y="1637"/>
                  <a:pt x="597" y="1614"/>
                </a:cubicBezTo>
                <a:cubicBezTo>
                  <a:pt x="620" y="1591"/>
                  <a:pt x="658" y="1599"/>
                  <a:pt x="670" y="1629"/>
                </a:cubicBezTo>
                <a:cubicBezTo>
                  <a:pt x="682" y="1661"/>
                  <a:pt x="724" y="1667"/>
                  <a:pt x="746" y="1641"/>
                </a:cubicBezTo>
                <a:cubicBezTo>
                  <a:pt x="766" y="1616"/>
                  <a:pt x="805" y="1621"/>
                  <a:pt x="820" y="1649"/>
                </a:cubicBezTo>
                <a:cubicBezTo>
                  <a:pt x="836" y="1679"/>
                  <a:pt x="878" y="1681"/>
                  <a:pt x="897" y="1653"/>
                </a:cubicBezTo>
                <a:cubicBezTo>
                  <a:pt x="914" y="1626"/>
                  <a:pt x="953" y="1626"/>
                  <a:pt x="971" y="1653"/>
                </a:cubicBezTo>
                <a:cubicBezTo>
                  <a:pt x="990" y="1681"/>
                  <a:pt x="1032" y="1679"/>
                  <a:pt x="1048" y="1649"/>
                </a:cubicBezTo>
                <a:cubicBezTo>
                  <a:pt x="1063" y="1621"/>
                  <a:pt x="1101" y="1616"/>
                  <a:pt x="1122" y="1641"/>
                </a:cubicBezTo>
                <a:cubicBezTo>
                  <a:pt x="1143" y="1667"/>
                  <a:pt x="1185" y="1661"/>
                  <a:pt x="1198" y="1629"/>
                </a:cubicBezTo>
                <a:cubicBezTo>
                  <a:pt x="1209" y="1599"/>
                  <a:pt x="1248" y="1591"/>
                  <a:pt x="1270" y="1614"/>
                </a:cubicBezTo>
                <a:cubicBezTo>
                  <a:pt x="1295" y="1637"/>
                  <a:pt x="1336" y="1626"/>
                  <a:pt x="1345" y="1594"/>
                </a:cubicBezTo>
                <a:cubicBezTo>
                  <a:pt x="1353" y="1563"/>
                  <a:pt x="1390" y="1551"/>
                  <a:pt x="1415" y="1571"/>
                </a:cubicBezTo>
                <a:cubicBezTo>
                  <a:pt x="1442" y="1592"/>
                  <a:pt x="1482" y="1577"/>
                  <a:pt x="1487" y="1543"/>
                </a:cubicBezTo>
                <a:cubicBezTo>
                  <a:pt x="1493" y="1512"/>
                  <a:pt x="1528" y="1496"/>
                  <a:pt x="1555" y="1513"/>
                </a:cubicBezTo>
                <a:cubicBezTo>
                  <a:pt x="1584" y="1531"/>
                  <a:pt x="1621" y="1512"/>
                  <a:pt x="1624" y="1478"/>
                </a:cubicBezTo>
                <a:cubicBezTo>
                  <a:pt x="1626" y="1446"/>
                  <a:pt x="1659" y="1427"/>
                  <a:pt x="1688" y="1441"/>
                </a:cubicBezTo>
                <a:cubicBezTo>
                  <a:pt x="1718" y="1456"/>
                  <a:pt x="1754" y="1433"/>
                  <a:pt x="1753" y="1399"/>
                </a:cubicBezTo>
                <a:cubicBezTo>
                  <a:pt x="1751" y="1367"/>
                  <a:pt x="1783" y="1344"/>
                  <a:pt x="1813" y="1355"/>
                </a:cubicBezTo>
                <a:cubicBezTo>
                  <a:pt x="1845" y="1367"/>
                  <a:pt x="1877" y="1340"/>
                  <a:pt x="1872" y="1307"/>
                </a:cubicBezTo>
                <a:cubicBezTo>
                  <a:pt x="1868" y="1275"/>
                  <a:pt x="1897" y="1249"/>
                  <a:pt x="1928" y="1257"/>
                </a:cubicBezTo>
                <a:cubicBezTo>
                  <a:pt x="1928" y="1257"/>
                  <a:pt x="1928" y="1257"/>
                  <a:pt x="1928" y="1257"/>
                </a:cubicBezTo>
                <a:cubicBezTo>
                  <a:pt x="1961" y="1265"/>
                  <a:pt x="1991" y="1236"/>
                  <a:pt x="1982" y="1203"/>
                </a:cubicBezTo>
                <a:cubicBezTo>
                  <a:pt x="1974" y="1172"/>
                  <a:pt x="2000" y="1143"/>
                  <a:pt x="2032" y="1147"/>
                </a:cubicBezTo>
                <a:cubicBezTo>
                  <a:pt x="2065" y="1152"/>
                  <a:pt x="2092" y="1119"/>
                  <a:pt x="2080" y="1088"/>
                </a:cubicBezTo>
                <a:cubicBezTo>
                  <a:pt x="2069" y="1058"/>
                  <a:pt x="2092" y="1026"/>
                  <a:pt x="2124" y="1027"/>
                </a:cubicBezTo>
                <a:cubicBezTo>
                  <a:pt x="2158" y="1029"/>
                  <a:pt x="2181" y="993"/>
                  <a:pt x="2166" y="963"/>
                </a:cubicBezTo>
                <a:cubicBezTo>
                  <a:pt x="2152" y="934"/>
                  <a:pt x="2171" y="901"/>
                  <a:pt x="2203" y="899"/>
                </a:cubicBezTo>
                <a:cubicBezTo>
                  <a:pt x="2237" y="896"/>
                  <a:pt x="2256" y="859"/>
                  <a:pt x="2238" y="830"/>
                </a:cubicBezTo>
                <a:cubicBezTo>
                  <a:pt x="2221" y="803"/>
                  <a:pt x="2237" y="767"/>
                  <a:pt x="2268" y="762"/>
                </a:cubicBezTo>
                <a:cubicBezTo>
                  <a:pt x="2302" y="756"/>
                  <a:pt x="2317" y="717"/>
                  <a:pt x="2296" y="690"/>
                </a:cubicBezTo>
                <a:cubicBezTo>
                  <a:pt x="2276" y="665"/>
                  <a:pt x="2288" y="628"/>
                  <a:pt x="2319" y="620"/>
                </a:cubicBezTo>
                <a:cubicBezTo>
                  <a:pt x="2351" y="610"/>
                  <a:pt x="2362" y="570"/>
                  <a:pt x="2339" y="545"/>
                </a:cubicBezTo>
                <a:cubicBezTo>
                  <a:pt x="2316" y="523"/>
                  <a:pt x="2324" y="484"/>
                  <a:pt x="2354" y="473"/>
                </a:cubicBezTo>
                <a:cubicBezTo>
                  <a:pt x="2386" y="460"/>
                  <a:pt x="2392" y="418"/>
                  <a:pt x="2366" y="397"/>
                </a:cubicBezTo>
                <a:cubicBezTo>
                  <a:pt x="2342" y="376"/>
                  <a:pt x="2346" y="338"/>
                  <a:pt x="2374" y="323"/>
                </a:cubicBezTo>
                <a:cubicBezTo>
                  <a:pt x="2404" y="307"/>
                  <a:pt x="2406" y="265"/>
                  <a:pt x="2378" y="246"/>
                </a:cubicBezTo>
                <a:cubicBezTo>
                  <a:pt x="2351" y="228"/>
                  <a:pt x="2351" y="189"/>
                  <a:pt x="2378" y="172"/>
                </a:cubicBezTo>
                <a:cubicBezTo>
                  <a:pt x="2406" y="153"/>
                  <a:pt x="2404" y="111"/>
                  <a:pt x="2374" y="95"/>
                </a:cubicBezTo>
                <a:cubicBezTo>
                  <a:pt x="2346" y="80"/>
                  <a:pt x="2342" y="41"/>
                  <a:pt x="2366" y="21"/>
                </a:cubicBezTo>
                <a:cubicBezTo>
                  <a:pt x="2373" y="15"/>
                  <a:pt x="2378" y="8"/>
                  <a:pt x="23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334"/>
                  <a:pt x="0" y="1334"/>
                  <a:pt x="0" y="1334"/>
                </a:cubicBezTo>
                <a:cubicBezTo>
                  <a:pt x="9" y="1353"/>
                  <a:pt x="32" y="1363"/>
                  <a:pt x="55" y="1355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071D4B39-34D6-EDAB-E4A2-F6ACA8D71DE2}"/>
              </a:ext>
            </a:extLst>
          </p:cNvPr>
          <p:cNvSpPr>
            <a:spLocks/>
          </p:cNvSpPr>
          <p:nvPr userDrawn="1"/>
        </p:nvSpPr>
        <p:spPr bwMode="auto">
          <a:xfrm>
            <a:off x="-4763" y="1870075"/>
            <a:ext cx="2560638" cy="3116263"/>
          </a:xfrm>
          <a:custGeom>
            <a:avLst/>
            <a:gdLst>
              <a:gd name="T0" fmla="*/ 64 w 2416"/>
              <a:gd name="T1" fmla="*/ 2619 h 2945"/>
              <a:gd name="T2" fmla="*/ 189 w 2416"/>
              <a:gd name="T3" fmla="*/ 2705 h 2945"/>
              <a:gd name="T4" fmla="*/ 253 w 2416"/>
              <a:gd name="T5" fmla="*/ 2742 h 2945"/>
              <a:gd name="T6" fmla="*/ 390 w 2416"/>
              <a:gd name="T7" fmla="*/ 2807 h 2945"/>
              <a:gd name="T8" fmla="*/ 532 w 2416"/>
              <a:gd name="T9" fmla="*/ 2857 h 2945"/>
              <a:gd name="T10" fmla="*/ 679 w 2416"/>
              <a:gd name="T11" fmla="*/ 2893 h 2945"/>
              <a:gd name="T12" fmla="*/ 829 w 2416"/>
              <a:gd name="T13" fmla="*/ 2913 h 2945"/>
              <a:gd name="T14" fmla="*/ 980 w 2416"/>
              <a:gd name="T15" fmla="*/ 2917 h 2945"/>
              <a:gd name="T16" fmla="*/ 1131 w 2416"/>
              <a:gd name="T17" fmla="*/ 2905 h 2945"/>
              <a:gd name="T18" fmla="*/ 1280 w 2416"/>
              <a:gd name="T19" fmla="*/ 2877 h 2945"/>
              <a:gd name="T20" fmla="*/ 1425 w 2416"/>
              <a:gd name="T21" fmla="*/ 2834 h 2945"/>
              <a:gd name="T22" fmla="*/ 1565 w 2416"/>
              <a:gd name="T23" fmla="*/ 2777 h 2945"/>
              <a:gd name="T24" fmla="*/ 1697 w 2416"/>
              <a:gd name="T25" fmla="*/ 2705 h 2945"/>
              <a:gd name="T26" fmla="*/ 1822 w 2416"/>
              <a:gd name="T27" fmla="*/ 2619 h 2945"/>
              <a:gd name="T28" fmla="*/ 1937 w 2416"/>
              <a:gd name="T29" fmla="*/ 2521 h 2945"/>
              <a:gd name="T30" fmla="*/ 1992 w 2416"/>
              <a:gd name="T31" fmla="*/ 2467 h 2945"/>
              <a:gd name="T32" fmla="*/ 2090 w 2416"/>
              <a:gd name="T33" fmla="*/ 2351 h 2945"/>
              <a:gd name="T34" fmla="*/ 2175 w 2416"/>
              <a:gd name="T35" fmla="*/ 2227 h 2945"/>
              <a:gd name="T36" fmla="*/ 2247 w 2416"/>
              <a:gd name="T37" fmla="*/ 2094 h 2945"/>
              <a:gd name="T38" fmla="*/ 2305 w 2416"/>
              <a:gd name="T39" fmla="*/ 1954 h 2945"/>
              <a:gd name="T40" fmla="*/ 2348 w 2416"/>
              <a:gd name="T41" fmla="*/ 1809 h 2945"/>
              <a:gd name="T42" fmla="*/ 2376 w 2416"/>
              <a:gd name="T43" fmla="*/ 1661 h 2945"/>
              <a:gd name="T44" fmla="*/ 2387 w 2416"/>
              <a:gd name="T45" fmla="*/ 1510 h 2945"/>
              <a:gd name="T46" fmla="*/ 2383 w 2416"/>
              <a:gd name="T47" fmla="*/ 1359 h 2945"/>
              <a:gd name="T48" fmla="*/ 2363 w 2416"/>
              <a:gd name="T49" fmla="*/ 1209 h 2945"/>
              <a:gd name="T50" fmla="*/ 2328 w 2416"/>
              <a:gd name="T51" fmla="*/ 1062 h 2945"/>
              <a:gd name="T52" fmla="*/ 2278 w 2416"/>
              <a:gd name="T53" fmla="*/ 919 h 2945"/>
              <a:gd name="T54" fmla="*/ 2212 w 2416"/>
              <a:gd name="T55" fmla="*/ 783 h 2945"/>
              <a:gd name="T56" fmla="*/ 2133 w 2416"/>
              <a:gd name="T57" fmla="*/ 654 h 2945"/>
              <a:gd name="T58" fmla="*/ 2041 w 2416"/>
              <a:gd name="T59" fmla="*/ 534 h 2945"/>
              <a:gd name="T60" fmla="*/ 1937 w 2416"/>
              <a:gd name="T61" fmla="*/ 424 h 2945"/>
              <a:gd name="T62" fmla="*/ 1882 w 2416"/>
              <a:gd name="T63" fmla="*/ 375 h 2945"/>
              <a:gd name="T64" fmla="*/ 1762 w 2416"/>
              <a:gd name="T65" fmla="*/ 282 h 2945"/>
              <a:gd name="T66" fmla="*/ 1633 w 2416"/>
              <a:gd name="T67" fmla="*/ 203 h 2945"/>
              <a:gd name="T68" fmla="*/ 1497 w 2416"/>
              <a:gd name="T69" fmla="*/ 138 h 2945"/>
              <a:gd name="T70" fmla="*/ 1354 w 2416"/>
              <a:gd name="T71" fmla="*/ 88 h 2945"/>
              <a:gd name="T72" fmla="*/ 1207 w 2416"/>
              <a:gd name="T73" fmla="*/ 52 h 2945"/>
              <a:gd name="T74" fmla="*/ 1057 w 2416"/>
              <a:gd name="T75" fmla="*/ 33 h 2945"/>
              <a:gd name="T76" fmla="*/ 980 w 2416"/>
              <a:gd name="T77" fmla="*/ 29 h 2945"/>
              <a:gd name="T78" fmla="*/ 906 w 2416"/>
              <a:gd name="T79" fmla="*/ 29 h 2945"/>
              <a:gd name="T80" fmla="*/ 755 w 2416"/>
              <a:gd name="T81" fmla="*/ 40 h 2945"/>
              <a:gd name="T82" fmla="*/ 607 w 2416"/>
              <a:gd name="T83" fmla="*/ 68 h 2945"/>
              <a:gd name="T84" fmla="*/ 462 w 2416"/>
              <a:gd name="T85" fmla="*/ 111 h 2945"/>
              <a:gd name="T86" fmla="*/ 322 w 2416"/>
              <a:gd name="T87" fmla="*/ 169 h 2945"/>
              <a:gd name="T88" fmla="*/ 189 w 2416"/>
              <a:gd name="T89" fmla="*/ 241 h 2945"/>
              <a:gd name="T90" fmla="*/ 125 w 2416"/>
              <a:gd name="T91" fmla="*/ 282 h 2945"/>
              <a:gd name="T92" fmla="*/ 5 w 2416"/>
              <a:gd name="T93" fmla="*/ 375 h 2945"/>
              <a:gd name="T94" fmla="*/ 4 w 2416"/>
              <a:gd name="T95" fmla="*/ 2553 h 2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16" h="2945">
                <a:moveTo>
                  <a:pt x="5" y="2571"/>
                </a:moveTo>
                <a:cubicBezTo>
                  <a:pt x="0" y="2604"/>
                  <a:pt x="33" y="2631"/>
                  <a:pt x="64" y="2619"/>
                </a:cubicBezTo>
                <a:cubicBezTo>
                  <a:pt x="94" y="2608"/>
                  <a:pt x="126" y="2631"/>
                  <a:pt x="125" y="2663"/>
                </a:cubicBezTo>
                <a:cubicBezTo>
                  <a:pt x="123" y="2697"/>
                  <a:pt x="159" y="2720"/>
                  <a:pt x="189" y="2705"/>
                </a:cubicBezTo>
                <a:cubicBezTo>
                  <a:pt x="189" y="2705"/>
                  <a:pt x="189" y="2705"/>
                  <a:pt x="189" y="2705"/>
                </a:cubicBezTo>
                <a:cubicBezTo>
                  <a:pt x="218" y="2690"/>
                  <a:pt x="251" y="2710"/>
                  <a:pt x="253" y="2742"/>
                </a:cubicBezTo>
                <a:cubicBezTo>
                  <a:pt x="256" y="2776"/>
                  <a:pt x="293" y="2795"/>
                  <a:pt x="322" y="2777"/>
                </a:cubicBezTo>
                <a:cubicBezTo>
                  <a:pt x="349" y="2760"/>
                  <a:pt x="385" y="2775"/>
                  <a:pt x="390" y="2807"/>
                </a:cubicBezTo>
                <a:cubicBezTo>
                  <a:pt x="396" y="2840"/>
                  <a:pt x="435" y="2856"/>
                  <a:pt x="462" y="2834"/>
                </a:cubicBezTo>
                <a:cubicBezTo>
                  <a:pt x="487" y="2815"/>
                  <a:pt x="524" y="2827"/>
                  <a:pt x="532" y="2857"/>
                </a:cubicBezTo>
                <a:cubicBezTo>
                  <a:pt x="542" y="2890"/>
                  <a:pt x="582" y="2901"/>
                  <a:pt x="607" y="2877"/>
                </a:cubicBezTo>
                <a:cubicBezTo>
                  <a:pt x="629" y="2855"/>
                  <a:pt x="668" y="2863"/>
                  <a:pt x="679" y="2893"/>
                </a:cubicBezTo>
                <a:cubicBezTo>
                  <a:pt x="692" y="2924"/>
                  <a:pt x="734" y="2931"/>
                  <a:pt x="755" y="2905"/>
                </a:cubicBezTo>
                <a:cubicBezTo>
                  <a:pt x="776" y="2880"/>
                  <a:pt x="814" y="2884"/>
                  <a:pt x="829" y="2913"/>
                </a:cubicBezTo>
                <a:cubicBezTo>
                  <a:pt x="845" y="2943"/>
                  <a:pt x="887" y="2945"/>
                  <a:pt x="906" y="2917"/>
                </a:cubicBezTo>
                <a:cubicBezTo>
                  <a:pt x="924" y="2890"/>
                  <a:pt x="963" y="2890"/>
                  <a:pt x="980" y="2917"/>
                </a:cubicBezTo>
                <a:cubicBezTo>
                  <a:pt x="999" y="2945"/>
                  <a:pt x="1041" y="2943"/>
                  <a:pt x="1057" y="2913"/>
                </a:cubicBezTo>
                <a:cubicBezTo>
                  <a:pt x="1072" y="2884"/>
                  <a:pt x="1111" y="2880"/>
                  <a:pt x="1131" y="2905"/>
                </a:cubicBezTo>
                <a:cubicBezTo>
                  <a:pt x="1153" y="2931"/>
                  <a:pt x="1195" y="2924"/>
                  <a:pt x="1207" y="2893"/>
                </a:cubicBezTo>
                <a:cubicBezTo>
                  <a:pt x="1219" y="2863"/>
                  <a:pt x="1257" y="2855"/>
                  <a:pt x="1280" y="2877"/>
                </a:cubicBezTo>
                <a:cubicBezTo>
                  <a:pt x="1304" y="2901"/>
                  <a:pt x="1345" y="2890"/>
                  <a:pt x="1354" y="2857"/>
                </a:cubicBezTo>
                <a:cubicBezTo>
                  <a:pt x="1363" y="2827"/>
                  <a:pt x="1400" y="2815"/>
                  <a:pt x="1425" y="2834"/>
                </a:cubicBezTo>
                <a:cubicBezTo>
                  <a:pt x="1451" y="2856"/>
                  <a:pt x="1491" y="2840"/>
                  <a:pt x="1497" y="2807"/>
                </a:cubicBezTo>
                <a:cubicBezTo>
                  <a:pt x="1502" y="2775"/>
                  <a:pt x="1538" y="2760"/>
                  <a:pt x="1565" y="2777"/>
                </a:cubicBezTo>
                <a:cubicBezTo>
                  <a:pt x="1593" y="2795"/>
                  <a:pt x="1631" y="2776"/>
                  <a:pt x="1633" y="2742"/>
                </a:cubicBezTo>
                <a:cubicBezTo>
                  <a:pt x="1635" y="2710"/>
                  <a:pt x="1669" y="2690"/>
                  <a:pt x="1697" y="2705"/>
                </a:cubicBezTo>
                <a:cubicBezTo>
                  <a:pt x="1728" y="2720"/>
                  <a:pt x="1763" y="2697"/>
                  <a:pt x="1762" y="2663"/>
                </a:cubicBezTo>
                <a:cubicBezTo>
                  <a:pt x="1761" y="2631"/>
                  <a:pt x="1792" y="2608"/>
                  <a:pt x="1822" y="2619"/>
                </a:cubicBezTo>
                <a:cubicBezTo>
                  <a:pt x="1854" y="2631"/>
                  <a:pt x="1887" y="2604"/>
                  <a:pt x="1882" y="2571"/>
                </a:cubicBezTo>
                <a:cubicBezTo>
                  <a:pt x="1877" y="2539"/>
                  <a:pt x="1906" y="2513"/>
                  <a:pt x="1937" y="2521"/>
                </a:cubicBezTo>
                <a:cubicBezTo>
                  <a:pt x="1937" y="2521"/>
                  <a:pt x="1937" y="2521"/>
                  <a:pt x="1937" y="2521"/>
                </a:cubicBezTo>
                <a:cubicBezTo>
                  <a:pt x="1970" y="2529"/>
                  <a:pt x="2000" y="2499"/>
                  <a:pt x="1992" y="2467"/>
                </a:cubicBezTo>
                <a:cubicBezTo>
                  <a:pt x="1984" y="2436"/>
                  <a:pt x="2010" y="2407"/>
                  <a:pt x="2041" y="2411"/>
                </a:cubicBezTo>
                <a:cubicBezTo>
                  <a:pt x="2075" y="2416"/>
                  <a:pt x="2101" y="2383"/>
                  <a:pt x="2090" y="2351"/>
                </a:cubicBezTo>
                <a:cubicBezTo>
                  <a:pt x="2079" y="2322"/>
                  <a:pt x="2101" y="2290"/>
                  <a:pt x="2133" y="2291"/>
                </a:cubicBezTo>
                <a:cubicBezTo>
                  <a:pt x="2167" y="2293"/>
                  <a:pt x="2190" y="2257"/>
                  <a:pt x="2175" y="2227"/>
                </a:cubicBezTo>
                <a:cubicBezTo>
                  <a:pt x="2161" y="2198"/>
                  <a:pt x="2181" y="2164"/>
                  <a:pt x="2212" y="2162"/>
                </a:cubicBezTo>
                <a:cubicBezTo>
                  <a:pt x="2246" y="2160"/>
                  <a:pt x="2265" y="2123"/>
                  <a:pt x="2247" y="2094"/>
                </a:cubicBezTo>
                <a:cubicBezTo>
                  <a:pt x="2230" y="2067"/>
                  <a:pt x="2246" y="2031"/>
                  <a:pt x="2278" y="2026"/>
                </a:cubicBezTo>
                <a:cubicBezTo>
                  <a:pt x="2311" y="2020"/>
                  <a:pt x="2326" y="1981"/>
                  <a:pt x="2305" y="1954"/>
                </a:cubicBezTo>
                <a:cubicBezTo>
                  <a:pt x="2285" y="1929"/>
                  <a:pt x="2297" y="1892"/>
                  <a:pt x="2328" y="1883"/>
                </a:cubicBezTo>
                <a:cubicBezTo>
                  <a:pt x="2361" y="1874"/>
                  <a:pt x="2372" y="1833"/>
                  <a:pt x="2348" y="1809"/>
                </a:cubicBezTo>
                <a:cubicBezTo>
                  <a:pt x="2326" y="1786"/>
                  <a:pt x="2334" y="1748"/>
                  <a:pt x="2363" y="1736"/>
                </a:cubicBezTo>
                <a:cubicBezTo>
                  <a:pt x="2395" y="1724"/>
                  <a:pt x="2402" y="1682"/>
                  <a:pt x="2376" y="1661"/>
                </a:cubicBezTo>
                <a:cubicBezTo>
                  <a:pt x="2351" y="1640"/>
                  <a:pt x="2355" y="1601"/>
                  <a:pt x="2383" y="1587"/>
                </a:cubicBezTo>
                <a:cubicBezTo>
                  <a:pt x="2413" y="1571"/>
                  <a:pt x="2416" y="1529"/>
                  <a:pt x="2387" y="1510"/>
                </a:cubicBezTo>
                <a:cubicBezTo>
                  <a:pt x="2361" y="1492"/>
                  <a:pt x="2361" y="1453"/>
                  <a:pt x="2387" y="1435"/>
                </a:cubicBezTo>
                <a:cubicBezTo>
                  <a:pt x="2416" y="1417"/>
                  <a:pt x="2413" y="1374"/>
                  <a:pt x="2383" y="1359"/>
                </a:cubicBezTo>
                <a:cubicBezTo>
                  <a:pt x="2355" y="1344"/>
                  <a:pt x="2351" y="1305"/>
                  <a:pt x="2376" y="1285"/>
                </a:cubicBezTo>
                <a:cubicBezTo>
                  <a:pt x="2402" y="1263"/>
                  <a:pt x="2395" y="1221"/>
                  <a:pt x="2363" y="1209"/>
                </a:cubicBezTo>
                <a:cubicBezTo>
                  <a:pt x="2334" y="1197"/>
                  <a:pt x="2326" y="1159"/>
                  <a:pt x="2348" y="1136"/>
                </a:cubicBezTo>
                <a:cubicBezTo>
                  <a:pt x="2372" y="1112"/>
                  <a:pt x="2361" y="1071"/>
                  <a:pt x="2328" y="1062"/>
                </a:cubicBezTo>
                <a:cubicBezTo>
                  <a:pt x="2297" y="1053"/>
                  <a:pt x="2285" y="1016"/>
                  <a:pt x="2305" y="991"/>
                </a:cubicBezTo>
                <a:cubicBezTo>
                  <a:pt x="2326" y="964"/>
                  <a:pt x="2311" y="925"/>
                  <a:pt x="2278" y="919"/>
                </a:cubicBezTo>
                <a:cubicBezTo>
                  <a:pt x="2246" y="914"/>
                  <a:pt x="2230" y="878"/>
                  <a:pt x="2247" y="851"/>
                </a:cubicBezTo>
                <a:cubicBezTo>
                  <a:pt x="2265" y="823"/>
                  <a:pt x="2246" y="785"/>
                  <a:pt x="2212" y="783"/>
                </a:cubicBezTo>
                <a:cubicBezTo>
                  <a:pt x="2181" y="781"/>
                  <a:pt x="2161" y="747"/>
                  <a:pt x="2175" y="718"/>
                </a:cubicBezTo>
                <a:cubicBezTo>
                  <a:pt x="2190" y="688"/>
                  <a:pt x="2167" y="652"/>
                  <a:pt x="2133" y="654"/>
                </a:cubicBezTo>
                <a:cubicBezTo>
                  <a:pt x="2101" y="655"/>
                  <a:pt x="2079" y="624"/>
                  <a:pt x="2090" y="594"/>
                </a:cubicBezTo>
                <a:cubicBezTo>
                  <a:pt x="2101" y="562"/>
                  <a:pt x="2075" y="529"/>
                  <a:pt x="2041" y="534"/>
                </a:cubicBezTo>
                <a:cubicBezTo>
                  <a:pt x="2010" y="539"/>
                  <a:pt x="1984" y="510"/>
                  <a:pt x="1992" y="479"/>
                </a:cubicBezTo>
                <a:cubicBezTo>
                  <a:pt x="2000" y="446"/>
                  <a:pt x="1970" y="416"/>
                  <a:pt x="1937" y="424"/>
                </a:cubicBezTo>
                <a:cubicBezTo>
                  <a:pt x="1937" y="424"/>
                  <a:pt x="1937" y="424"/>
                  <a:pt x="1937" y="424"/>
                </a:cubicBezTo>
                <a:cubicBezTo>
                  <a:pt x="1906" y="432"/>
                  <a:pt x="1877" y="406"/>
                  <a:pt x="1882" y="375"/>
                </a:cubicBezTo>
                <a:cubicBezTo>
                  <a:pt x="1887" y="341"/>
                  <a:pt x="1854" y="314"/>
                  <a:pt x="1822" y="326"/>
                </a:cubicBezTo>
                <a:cubicBezTo>
                  <a:pt x="1792" y="337"/>
                  <a:pt x="1761" y="314"/>
                  <a:pt x="1762" y="282"/>
                </a:cubicBezTo>
                <a:cubicBezTo>
                  <a:pt x="1763" y="249"/>
                  <a:pt x="1728" y="226"/>
                  <a:pt x="1697" y="241"/>
                </a:cubicBezTo>
                <a:cubicBezTo>
                  <a:pt x="1669" y="255"/>
                  <a:pt x="1635" y="235"/>
                  <a:pt x="1633" y="203"/>
                </a:cubicBezTo>
                <a:cubicBezTo>
                  <a:pt x="1631" y="170"/>
                  <a:pt x="1593" y="150"/>
                  <a:pt x="1565" y="169"/>
                </a:cubicBezTo>
                <a:cubicBezTo>
                  <a:pt x="1538" y="186"/>
                  <a:pt x="1502" y="170"/>
                  <a:pt x="1497" y="138"/>
                </a:cubicBezTo>
                <a:cubicBezTo>
                  <a:pt x="1491" y="105"/>
                  <a:pt x="1451" y="90"/>
                  <a:pt x="1425" y="111"/>
                </a:cubicBezTo>
                <a:cubicBezTo>
                  <a:pt x="1400" y="131"/>
                  <a:pt x="1363" y="118"/>
                  <a:pt x="1354" y="88"/>
                </a:cubicBezTo>
                <a:cubicBezTo>
                  <a:pt x="1345" y="55"/>
                  <a:pt x="1304" y="44"/>
                  <a:pt x="1280" y="68"/>
                </a:cubicBezTo>
                <a:cubicBezTo>
                  <a:pt x="1257" y="90"/>
                  <a:pt x="1219" y="82"/>
                  <a:pt x="1207" y="52"/>
                </a:cubicBezTo>
                <a:cubicBezTo>
                  <a:pt x="1195" y="21"/>
                  <a:pt x="1153" y="14"/>
                  <a:pt x="1131" y="40"/>
                </a:cubicBezTo>
                <a:cubicBezTo>
                  <a:pt x="1111" y="65"/>
                  <a:pt x="1072" y="61"/>
                  <a:pt x="1057" y="33"/>
                </a:cubicBezTo>
                <a:cubicBezTo>
                  <a:pt x="1041" y="2"/>
                  <a:pt x="999" y="0"/>
                  <a:pt x="980" y="29"/>
                </a:cubicBezTo>
                <a:cubicBezTo>
                  <a:pt x="980" y="29"/>
                  <a:pt x="980" y="29"/>
                  <a:pt x="980" y="29"/>
                </a:cubicBezTo>
                <a:cubicBezTo>
                  <a:pt x="963" y="55"/>
                  <a:pt x="924" y="55"/>
                  <a:pt x="906" y="29"/>
                </a:cubicBezTo>
                <a:cubicBezTo>
                  <a:pt x="906" y="29"/>
                  <a:pt x="906" y="29"/>
                  <a:pt x="906" y="29"/>
                </a:cubicBezTo>
                <a:cubicBezTo>
                  <a:pt x="887" y="0"/>
                  <a:pt x="845" y="2"/>
                  <a:pt x="829" y="33"/>
                </a:cubicBezTo>
                <a:cubicBezTo>
                  <a:pt x="814" y="61"/>
                  <a:pt x="776" y="65"/>
                  <a:pt x="755" y="40"/>
                </a:cubicBezTo>
                <a:cubicBezTo>
                  <a:pt x="734" y="14"/>
                  <a:pt x="692" y="21"/>
                  <a:pt x="679" y="52"/>
                </a:cubicBezTo>
                <a:cubicBezTo>
                  <a:pt x="668" y="82"/>
                  <a:pt x="629" y="90"/>
                  <a:pt x="607" y="68"/>
                </a:cubicBezTo>
                <a:cubicBezTo>
                  <a:pt x="582" y="44"/>
                  <a:pt x="542" y="55"/>
                  <a:pt x="532" y="88"/>
                </a:cubicBezTo>
                <a:cubicBezTo>
                  <a:pt x="524" y="118"/>
                  <a:pt x="487" y="131"/>
                  <a:pt x="462" y="111"/>
                </a:cubicBezTo>
                <a:cubicBezTo>
                  <a:pt x="435" y="90"/>
                  <a:pt x="396" y="105"/>
                  <a:pt x="390" y="138"/>
                </a:cubicBezTo>
                <a:cubicBezTo>
                  <a:pt x="385" y="170"/>
                  <a:pt x="349" y="186"/>
                  <a:pt x="322" y="169"/>
                </a:cubicBezTo>
                <a:cubicBezTo>
                  <a:pt x="293" y="150"/>
                  <a:pt x="256" y="170"/>
                  <a:pt x="253" y="203"/>
                </a:cubicBezTo>
                <a:cubicBezTo>
                  <a:pt x="251" y="235"/>
                  <a:pt x="218" y="255"/>
                  <a:pt x="189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59" y="226"/>
                  <a:pt x="123" y="249"/>
                  <a:pt x="125" y="282"/>
                </a:cubicBezTo>
                <a:cubicBezTo>
                  <a:pt x="126" y="314"/>
                  <a:pt x="94" y="337"/>
                  <a:pt x="64" y="326"/>
                </a:cubicBezTo>
                <a:cubicBezTo>
                  <a:pt x="33" y="314"/>
                  <a:pt x="0" y="341"/>
                  <a:pt x="5" y="375"/>
                </a:cubicBezTo>
                <a:cubicBezTo>
                  <a:pt x="6" y="381"/>
                  <a:pt x="5" y="387"/>
                  <a:pt x="4" y="392"/>
                </a:cubicBezTo>
                <a:cubicBezTo>
                  <a:pt x="4" y="2553"/>
                  <a:pt x="4" y="2553"/>
                  <a:pt x="4" y="2553"/>
                </a:cubicBezTo>
                <a:cubicBezTo>
                  <a:pt x="5" y="2559"/>
                  <a:pt x="6" y="2564"/>
                  <a:pt x="5" y="2571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F59EF52A-3F40-2DDC-FE87-29720B3886A4}"/>
              </a:ext>
            </a:extLst>
          </p:cNvPr>
          <p:cNvSpPr>
            <a:spLocks/>
          </p:cNvSpPr>
          <p:nvPr userDrawn="1"/>
        </p:nvSpPr>
        <p:spPr bwMode="auto">
          <a:xfrm>
            <a:off x="0" y="5076825"/>
            <a:ext cx="2549525" cy="1781175"/>
          </a:xfrm>
          <a:custGeom>
            <a:avLst/>
            <a:gdLst>
              <a:gd name="T0" fmla="*/ 2366 w 2406"/>
              <a:gd name="T1" fmla="*/ 1660 h 1683"/>
              <a:gd name="T2" fmla="*/ 2374 w 2406"/>
              <a:gd name="T3" fmla="*/ 1586 h 1683"/>
              <a:gd name="T4" fmla="*/ 2378 w 2406"/>
              <a:gd name="T5" fmla="*/ 1510 h 1683"/>
              <a:gd name="T6" fmla="*/ 2378 w 2406"/>
              <a:gd name="T7" fmla="*/ 1435 h 1683"/>
              <a:gd name="T8" fmla="*/ 2374 w 2406"/>
              <a:gd name="T9" fmla="*/ 1358 h 1683"/>
              <a:gd name="T10" fmla="*/ 2366 w 2406"/>
              <a:gd name="T11" fmla="*/ 1285 h 1683"/>
              <a:gd name="T12" fmla="*/ 2354 w 2406"/>
              <a:gd name="T13" fmla="*/ 1209 h 1683"/>
              <a:gd name="T14" fmla="*/ 2339 w 2406"/>
              <a:gd name="T15" fmla="*/ 1136 h 1683"/>
              <a:gd name="T16" fmla="*/ 2319 w 2406"/>
              <a:gd name="T17" fmla="*/ 1062 h 1683"/>
              <a:gd name="T18" fmla="*/ 2296 w 2406"/>
              <a:gd name="T19" fmla="*/ 991 h 1683"/>
              <a:gd name="T20" fmla="*/ 2268 w 2406"/>
              <a:gd name="T21" fmla="*/ 919 h 1683"/>
              <a:gd name="T22" fmla="*/ 2238 w 2406"/>
              <a:gd name="T23" fmla="*/ 851 h 1683"/>
              <a:gd name="T24" fmla="*/ 2203 w 2406"/>
              <a:gd name="T25" fmla="*/ 783 h 1683"/>
              <a:gd name="T26" fmla="*/ 2166 w 2406"/>
              <a:gd name="T27" fmla="*/ 718 h 1683"/>
              <a:gd name="T28" fmla="*/ 2124 w 2406"/>
              <a:gd name="T29" fmla="*/ 654 h 1683"/>
              <a:gd name="T30" fmla="*/ 2080 w 2406"/>
              <a:gd name="T31" fmla="*/ 594 h 1683"/>
              <a:gd name="T32" fmla="*/ 2032 w 2406"/>
              <a:gd name="T33" fmla="*/ 534 h 1683"/>
              <a:gd name="T34" fmla="*/ 1982 w 2406"/>
              <a:gd name="T35" fmla="*/ 479 h 1683"/>
              <a:gd name="T36" fmla="*/ 1928 w 2406"/>
              <a:gd name="T37" fmla="*/ 424 h 1683"/>
              <a:gd name="T38" fmla="*/ 1928 w 2406"/>
              <a:gd name="T39" fmla="*/ 424 h 1683"/>
              <a:gd name="T40" fmla="*/ 1872 w 2406"/>
              <a:gd name="T41" fmla="*/ 374 h 1683"/>
              <a:gd name="T42" fmla="*/ 1813 w 2406"/>
              <a:gd name="T43" fmla="*/ 326 h 1683"/>
              <a:gd name="T44" fmla="*/ 1753 w 2406"/>
              <a:gd name="T45" fmla="*/ 282 h 1683"/>
              <a:gd name="T46" fmla="*/ 1688 w 2406"/>
              <a:gd name="T47" fmla="*/ 240 h 1683"/>
              <a:gd name="T48" fmla="*/ 1624 w 2406"/>
              <a:gd name="T49" fmla="*/ 203 h 1683"/>
              <a:gd name="T50" fmla="*/ 1555 w 2406"/>
              <a:gd name="T51" fmla="*/ 168 h 1683"/>
              <a:gd name="T52" fmla="*/ 1487 w 2406"/>
              <a:gd name="T53" fmla="*/ 138 h 1683"/>
              <a:gd name="T54" fmla="*/ 1415 w 2406"/>
              <a:gd name="T55" fmla="*/ 111 h 1683"/>
              <a:gd name="T56" fmla="*/ 1345 w 2406"/>
              <a:gd name="T57" fmla="*/ 88 h 1683"/>
              <a:gd name="T58" fmla="*/ 1270 w 2406"/>
              <a:gd name="T59" fmla="*/ 68 h 1683"/>
              <a:gd name="T60" fmla="*/ 1198 w 2406"/>
              <a:gd name="T61" fmla="*/ 52 h 1683"/>
              <a:gd name="T62" fmla="*/ 1122 w 2406"/>
              <a:gd name="T63" fmla="*/ 40 h 1683"/>
              <a:gd name="T64" fmla="*/ 1048 w 2406"/>
              <a:gd name="T65" fmla="*/ 32 h 1683"/>
              <a:gd name="T66" fmla="*/ 971 w 2406"/>
              <a:gd name="T67" fmla="*/ 28 h 1683"/>
              <a:gd name="T68" fmla="*/ 971 w 2406"/>
              <a:gd name="T69" fmla="*/ 28 h 1683"/>
              <a:gd name="T70" fmla="*/ 897 w 2406"/>
              <a:gd name="T71" fmla="*/ 28 h 1683"/>
              <a:gd name="T72" fmla="*/ 897 w 2406"/>
              <a:gd name="T73" fmla="*/ 28 h 1683"/>
              <a:gd name="T74" fmla="*/ 820 w 2406"/>
              <a:gd name="T75" fmla="*/ 32 h 1683"/>
              <a:gd name="T76" fmla="*/ 746 w 2406"/>
              <a:gd name="T77" fmla="*/ 40 h 1683"/>
              <a:gd name="T78" fmla="*/ 670 w 2406"/>
              <a:gd name="T79" fmla="*/ 52 h 1683"/>
              <a:gd name="T80" fmla="*/ 597 w 2406"/>
              <a:gd name="T81" fmla="*/ 68 h 1683"/>
              <a:gd name="T82" fmla="*/ 523 w 2406"/>
              <a:gd name="T83" fmla="*/ 88 h 1683"/>
              <a:gd name="T84" fmla="*/ 452 w 2406"/>
              <a:gd name="T85" fmla="*/ 111 h 1683"/>
              <a:gd name="T86" fmla="*/ 380 w 2406"/>
              <a:gd name="T87" fmla="*/ 138 h 1683"/>
              <a:gd name="T88" fmla="*/ 313 w 2406"/>
              <a:gd name="T89" fmla="*/ 168 h 1683"/>
              <a:gd name="T90" fmla="*/ 244 w 2406"/>
              <a:gd name="T91" fmla="*/ 203 h 1683"/>
              <a:gd name="T92" fmla="*/ 180 w 2406"/>
              <a:gd name="T93" fmla="*/ 240 h 1683"/>
              <a:gd name="T94" fmla="*/ 180 w 2406"/>
              <a:gd name="T95" fmla="*/ 240 h 1683"/>
              <a:gd name="T96" fmla="*/ 115 w 2406"/>
              <a:gd name="T97" fmla="*/ 282 h 1683"/>
              <a:gd name="T98" fmla="*/ 55 w 2406"/>
              <a:gd name="T99" fmla="*/ 326 h 1683"/>
              <a:gd name="T100" fmla="*/ 0 w 2406"/>
              <a:gd name="T101" fmla="*/ 348 h 1683"/>
              <a:gd name="T102" fmla="*/ 0 w 2406"/>
              <a:gd name="T103" fmla="*/ 1683 h 1683"/>
              <a:gd name="T104" fmla="*/ 2381 w 2406"/>
              <a:gd name="T105" fmla="*/ 1683 h 1683"/>
              <a:gd name="T106" fmla="*/ 2366 w 2406"/>
              <a:gd name="T107" fmla="*/ 1660 h 1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406" h="1683">
                <a:moveTo>
                  <a:pt x="2366" y="1660"/>
                </a:moveTo>
                <a:cubicBezTo>
                  <a:pt x="2342" y="1640"/>
                  <a:pt x="2346" y="1601"/>
                  <a:pt x="2374" y="1586"/>
                </a:cubicBezTo>
                <a:cubicBezTo>
                  <a:pt x="2404" y="1571"/>
                  <a:pt x="2406" y="1528"/>
                  <a:pt x="2378" y="1510"/>
                </a:cubicBezTo>
                <a:cubicBezTo>
                  <a:pt x="2351" y="1492"/>
                  <a:pt x="2351" y="1453"/>
                  <a:pt x="2378" y="1435"/>
                </a:cubicBezTo>
                <a:cubicBezTo>
                  <a:pt x="2406" y="1416"/>
                  <a:pt x="2404" y="1374"/>
                  <a:pt x="2374" y="1358"/>
                </a:cubicBezTo>
                <a:cubicBezTo>
                  <a:pt x="2346" y="1344"/>
                  <a:pt x="2342" y="1305"/>
                  <a:pt x="2366" y="1285"/>
                </a:cubicBezTo>
                <a:cubicBezTo>
                  <a:pt x="2392" y="1263"/>
                  <a:pt x="2386" y="1221"/>
                  <a:pt x="2354" y="1209"/>
                </a:cubicBezTo>
                <a:cubicBezTo>
                  <a:pt x="2324" y="1197"/>
                  <a:pt x="2316" y="1159"/>
                  <a:pt x="2339" y="1136"/>
                </a:cubicBezTo>
                <a:cubicBezTo>
                  <a:pt x="2362" y="1112"/>
                  <a:pt x="2351" y="1071"/>
                  <a:pt x="2319" y="1062"/>
                </a:cubicBezTo>
                <a:cubicBezTo>
                  <a:pt x="2288" y="1053"/>
                  <a:pt x="2276" y="1016"/>
                  <a:pt x="2296" y="991"/>
                </a:cubicBezTo>
                <a:cubicBezTo>
                  <a:pt x="2317" y="964"/>
                  <a:pt x="2302" y="925"/>
                  <a:pt x="2268" y="919"/>
                </a:cubicBezTo>
                <a:cubicBezTo>
                  <a:pt x="2237" y="914"/>
                  <a:pt x="2221" y="878"/>
                  <a:pt x="2238" y="851"/>
                </a:cubicBezTo>
                <a:cubicBezTo>
                  <a:pt x="2256" y="822"/>
                  <a:pt x="2237" y="785"/>
                  <a:pt x="2203" y="783"/>
                </a:cubicBezTo>
                <a:cubicBezTo>
                  <a:pt x="2171" y="781"/>
                  <a:pt x="2152" y="747"/>
                  <a:pt x="2166" y="718"/>
                </a:cubicBezTo>
                <a:cubicBezTo>
                  <a:pt x="2181" y="688"/>
                  <a:pt x="2158" y="652"/>
                  <a:pt x="2124" y="654"/>
                </a:cubicBezTo>
                <a:cubicBezTo>
                  <a:pt x="2092" y="655"/>
                  <a:pt x="2069" y="623"/>
                  <a:pt x="2080" y="594"/>
                </a:cubicBezTo>
                <a:cubicBezTo>
                  <a:pt x="2092" y="562"/>
                  <a:pt x="2065" y="529"/>
                  <a:pt x="2032" y="534"/>
                </a:cubicBezTo>
                <a:cubicBezTo>
                  <a:pt x="2000" y="538"/>
                  <a:pt x="1974" y="509"/>
                  <a:pt x="1982" y="479"/>
                </a:cubicBezTo>
                <a:cubicBezTo>
                  <a:pt x="1991" y="446"/>
                  <a:pt x="1961" y="416"/>
                  <a:pt x="1928" y="424"/>
                </a:cubicBezTo>
                <a:cubicBezTo>
                  <a:pt x="1928" y="424"/>
                  <a:pt x="1928" y="424"/>
                  <a:pt x="1928" y="424"/>
                </a:cubicBezTo>
                <a:cubicBezTo>
                  <a:pt x="1897" y="432"/>
                  <a:pt x="1868" y="406"/>
                  <a:pt x="1872" y="374"/>
                </a:cubicBezTo>
                <a:cubicBezTo>
                  <a:pt x="1877" y="341"/>
                  <a:pt x="1845" y="314"/>
                  <a:pt x="1813" y="326"/>
                </a:cubicBezTo>
                <a:cubicBezTo>
                  <a:pt x="1783" y="337"/>
                  <a:pt x="1751" y="314"/>
                  <a:pt x="1753" y="282"/>
                </a:cubicBezTo>
                <a:cubicBezTo>
                  <a:pt x="1754" y="248"/>
                  <a:pt x="1718" y="225"/>
                  <a:pt x="1688" y="240"/>
                </a:cubicBezTo>
                <a:cubicBezTo>
                  <a:pt x="1659" y="255"/>
                  <a:pt x="1626" y="235"/>
                  <a:pt x="1624" y="203"/>
                </a:cubicBezTo>
                <a:cubicBezTo>
                  <a:pt x="1621" y="169"/>
                  <a:pt x="1584" y="150"/>
                  <a:pt x="1555" y="168"/>
                </a:cubicBezTo>
                <a:cubicBezTo>
                  <a:pt x="1528" y="185"/>
                  <a:pt x="1493" y="170"/>
                  <a:pt x="1487" y="138"/>
                </a:cubicBezTo>
                <a:cubicBezTo>
                  <a:pt x="1482" y="105"/>
                  <a:pt x="1442" y="90"/>
                  <a:pt x="1415" y="111"/>
                </a:cubicBezTo>
                <a:cubicBezTo>
                  <a:pt x="1390" y="130"/>
                  <a:pt x="1353" y="118"/>
                  <a:pt x="1345" y="88"/>
                </a:cubicBezTo>
                <a:cubicBezTo>
                  <a:pt x="1336" y="55"/>
                  <a:pt x="1295" y="44"/>
                  <a:pt x="1270" y="68"/>
                </a:cubicBezTo>
                <a:cubicBezTo>
                  <a:pt x="1248" y="90"/>
                  <a:pt x="1209" y="82"/>
                  <a:pt x="1198" y="52"/>
                </a:cubicBezTo>
                <a:cubicBezTo>
                  <a:pt x="1185" y="21"/>
                  <a:pt x="1143" y="14"/>
                  <a:pt x="1122" y="40"/>
                </a:cubicBezTo>
                <a:cubicBezTo>
                  <a:pt x="1101" y="65"/>
                  <a:pt x="1063" y="61"/>
                  <a:pt x="1048" y="32"/>
                </a:cubicBezTo>
                <a:cubicBezTo>
                  <a:pt x="1032" y="2"/>
                  <a:pt x="990" y="0"/>
                  <a:pt x="971" y="28"/>
                </a:cubicBezTo>
                <a:cubicBezTo>
                  <a:pt x="971" y="28"/>
                  <a:pt x="971" y="28"/>
                  <a:pt x="971" y="28"/>
                </a:cubicBezTo>
                <a:cubicBezTo>
                  <a:pt x="953" y="55"/>
                  <a:pt x="914" y="55"/>
                  <a:pt x="897" y="28"/>
                </a:cubicBezTo>
                <a:cubicBezTo>
                  <a:pt x="897" y="28"/>
                  <a:pt x="897" y="28"/>
                  <a:pt x="897" y="28"/>
                </a:cubicBezTo>
                <a:cubicBezTo>
                  <a:pt x="878" y="0"/>
                  <a:pt x="836" y="2"/>
                  <a:pt x="820" y="32"/>
                </a:cubicBezTo>
                <a:cubicBezTo>
                  <a:pt x="805" y="61"/>
                  <a:pt x="766" y="65"/>
                  <a:pt x="746" y="40"/>
                </a:cubicBezTo>
                <a:cubicBezTo>
                  <a:pt x="724" y="14"/>
                  <a:pt x="682" y="21"/>
                  <a:pt x="670" y="52"/>
                </a:cubicBezTo>
                <a:cubicBezTo>
                  <a:pt x="658" y="82"/>
                  <a:pt x="620" y="90"/>
                  <a:pt x="597" y="68"/>
                </a:cubicBezTo>
                <a:cubicBezTo>
                  <a:pt x="573" y="44"/>
                  <a:pt x="532" y="55"/>
                  <a:pt x="523" y="88"/>
                </a:cubicBezTo>
                <a:cubicBezTo>
                  <a:pt x="514" y="118"/>
                  <a:pt x="477" y="130"/>
                  <a:pt x="452" y="111"/>
                </a:cubicBezTo>
                <a:cubicBezTo>
                  <a:pt x="426" y="90"/>
                  <a:pt x="386" y="105"/>
                  <a:pt x="380" y="138"/>
                </a:cubicBezTo>
                <a:cubicBezTo>
                  <a:pt x="375" y="170"/>
                  <a:pt x="339" y="185"/>
                  <a:pt x="313" y="168"/>
                </a:cubicBezTo>
                <a:cubicBezTo>
                  <a:pt x="284" y="150"/>
                  <a:pt x="246" y="169"/>
                  <a:pt x="244" y="203"/>
                </a:cubicBezTo>
                <a:cubicBezTo>
                  <a:pt x="242" y="235"/>
                  <a:pt x="208" y="255"/>
                  <a:pt x="180" y="240"/>
                </a:cubicBezTo>
                <a:cubicBezTo>
                  <a:pt x="180" y="240"/>
                  <a:pt x="180" y="240"/>
                  <a:pt x="180" y="240"/>
                </a:cubicBezTo>
                <a:cubicBezTo>
                  <a:pt x="149" y="225"/>
                  <a:pt x="114" y="248"/>
                  <a:pt x="115" y="282"/>
                </a:cubicBezTo>
                <a:cubicBezTo>
                  <a:pt x="116" y="314"/>
                  <a:pt x="85" y="337"/>
                  <a:pt x="55" y="326"/>
                </a:cubicBezTo>
                <a:cubicBezTo>
                  <a:pt x="32" y="318"/>
                  <a:pt x="9" y="329"/>
                  <a:pt x="0" y="348"/>
                </a:cubicBezTo>
                <a:cubicBezTo>
                  <a:pt x="0" y="1683"/>
                  <a:pt x="0" y="1683"/>
                  <a:pt x="0" y="1683"/>
                </a:cubicBezTo>
                <a:cubicBezTo>
                  <a:pt x="2381" y="1683"/>
                  <a:pt x="2381" y="1683"/>
                  <a:pt x="2381" y="1683"/>
                </a:cubicBezTo>
                <a:cubicBezTo>
                  <a:pt x="2378" y="1674"/>
                  <a:pt x="2374" y="1667"/>
                  <a:pt x="2366" y="1660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CF7F1-B9EA-BA21-4E0B-BBBA76EE92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0914" y="6396039"/>
            <a:ext cx="246479" cy="24170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D06D9B-78D8-B0E6-70A0-EB90BFBADA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2" y="1677971"/>
            <a:ext cx="8586787" cy="3141679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7200" spc="-300" baseline="0"/>
            </a:lvl1pPr>
          </a:lstStyle>
          <a:p>
            <a:r>
              <a:rPr lang="en-GB"/>
              <a:t>Click to edit copy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938C0D-1229-F7CF-DC03-69FA8D554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6276" y="6390420"/>
            <a:ext cx="1324800" cy="2454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ABC86F-2774-4825-E4DC-5C7C417D3E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144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Scale Text (Brown)">
    <p:bg>
      <p:bgPr>
        <a:solidFill>
          <a:srgbClr val="2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5">
            <a:extLst>
              <a:ext uri="{FF2B5EF4-FFF2-40B4-BE49-F238E27FC236}">
                <a16:creationId xmlns:a16="http://schemas.microsoft.com/office/drawing/2014/main" id="{50FE5B94-EAC7-985C-9CF7-191F970A3722}"/>
              </a:ext>
            </a:extLst>
          </p:cNvPr>
          <p:cNvSpPr>
            <a:spLocks/>
          </p:cNvSpPr>
          <p:nvPr userDrawn="1"/>
        </p:nvSpPr>
        <p:spPr bwMode="auto">
          <a:xfrm>
            <a:off x="11579226" y="6399213"/>
            <a:ext cx="250824" cy="239713"/>
          </a:xfrm>
          <a:custGeom>
            <a:avLst/>
            <a:gdLst>
              <a:gd name="T0" fmla="*/ 1733 w 1858"/>
              <a:gd name="T1" fmla="*/ 639 h 1801"/>
              <a:gd name="T2" fmla="*/ 1721 w 1858"/>
              <a:gd name="T3" fmla="*/ 504 h 1801"/>
              <a:gd name="T4" fmla="*/ 1426 w 1858"/>
              <a:gd name="T5" fmla="*/ 217 h 1801"/>
              <a:gd name="T6" fmla="*/ 1336 w 1858"/>
              <a:gd name="T7" fmla="*/ 114 h 1801"/>
              <a:gd name="T8" fmla="*/ 929 w 1858"/>
              <a:gd name="T9" fmla="*/ 55 h 1801"/>
              <a:gd name="T10" fmla="*/ 796 w 1858"/>
              <a:gd name="T11" fmla="*/ 25 h 1801"/>
              <a:gd name="T12" fmla="*/ 432 w 1858"/>
              <a:gd name="T13" fmla="*/ 217 h 1801"/>
              <a:gd name="T14" fmla="*/ 307 w 1858"/>
              <a:gd name="T15" fmla="*/ 270 h 1801"/>
              <a:gd name="T16" fmla="*/ 125 w 1858"/>
              <a:gd name="T17" fmla="*/ 639 h 1801"/>
              <a:gd name="T18" fmla="*/ 55 w 1858"/>
              <a:gd name="T19" fmla="*/ 756 h 1801"/>
              <a:gd name="T20" fmla="*/ 125 w 1858"/>
              <a:gd name="T21" fmla="*/ 1162 h 1801"/>
              <a:gd name="T22" fmla="*/ 137 w 1858"/>
              <a:gd name="T23" fmla="*/ 1298 h 1801"/>
              <a:gd name="T24" fmla="*/ 432 w 1858"/>
              <a:gd name="T25" fmla="*/ 1585 h 1801"/>
              <a:gd name="T26" fmla="*/ 522 w 1858"/>
              <a:gd name="T27" fmla="*/ 1688 h 1801"/>
              <a:gd name="T28" fmla="*/ 929 w 1858"/>
              <a:gd name="T29" fmla="*/ 1746 h 1801"/>
              <a:gd name="T30" fmla="*/ 1062 w 1858"/>
              <a:gd name="T31" fmla="*/ 1777 h 1801"/>
              <a:gd name="T32" fmla="*/ 1426 w 1858"/>
              <a:gd name="T33" fmla="*/ 1585 h 1801"/>
              <a:gd name="T34" fmla="*/ 1551 w 1858"/>
              <a:gd name="T35" fmla="*/ 1531 h 1801"/>
              <a:gd name="T36" fmla="*/ 1733 w 1858"/>
              <a:gd name="T37" fmla="*/ 1162 h 1801"/>
              <a:gd name="T38" fmla="*/ 1803 w 1858"/>
              <a:gd name="T39" fmla="*/ 1045 h 1801"/>
              <a:gd name="T40" fmla="*/ 1733 w 1858"/>
              <a:gd name="T41" fmla="*/ 639 h 1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858" h="1801">
                <a:moveTo>
                  <a:pt x="1733" y="639"/>
                </a:moveTo>
                <a:cubicBezTo>
                  <a:pt x="1737" y="595"/>
                  <a:pt x="1733" y="549"/>
                  <a:pt x="1721" y="504"/>
                </a:cubicBezTo>
                <a:cubicBezTo>
                  <a:pt x="1682" y="356"/>
                  <a:pt x="1565" y="249"/>
                  <a:pt x="1426" y="217"/>
                </a:cubicBezTo>
                <a:cubicBezTo>
                  <a:pt x="1403" y="179"/>
                  <a:pt x="1373" y="144"/>
                  <a:pt x="1336" y="114"/>
                </a:cubicBezTo>
                <a:cubicBezTo>
                  <a:pt x="1218" y="17"/>
                  <a:pt x="1061" y="0"/>
                  <a:pt x="929" y="55"/>
                </a:cubicBezTo>
                <a:cubicBezTo>
                  <a:pt x="888" y="38"/>
                  <a:pt x="843" y="27"/>
                  <a:pt x="796" y="25"/>
                </a:cubicBezTo>
                <a:cubicBezTo>
                  <a:pt x="643" y="16"/>
                  <a:pt x="506" y="95"/>
                  <a:pt x="432" y="217"/>
                </a:cubicBezTo>
                <a:cubicBezTo>
                  <a:pt x="389" y="227"/>
                  <a:pt x="346" y="244"/>
                  <a:pt x="307" y="270"/>
                </a:cubicBezTo>
                <a:cubicBezTo>
                  <a:pt x="178" y="353"/>
                  <a:pt x="113" y="497"/>
                  <a:pt x="125" y="639"/>
                </a:cubicBezTo>
                <a:cubicBezTo>
                  <a:pt x="96" y="673"/>
                  <a:pt x="72" y="712"/>
                  <a:pt x="55" y="756"/>
                </a:cubicBezTo>
                <a:cubicBezTo>
                  <a:pt x="0" y="899"/>
                  <a:pt x="32" y="1054"/>
                  <a:pt x="125" y="1162"/>
                </a:cubicBezTo>
                <a:cubicBezTo>
                  <a:pt x="121" y="1206"/>
                  <a:pt x="125" y="1252"/>
                  <a:pt x="137" y="1298"/>
                </a:cubicBezTo>
                <a:cubicBezTo>
                  <a:pt x="176" y="1446"/>
                  <a:pt x="293" y="1552"/>
                  <a:pt x="432" y="1585"/>
                </a:cubicBezTo>
                <a:cubicBezTo>
                  <a:pt x="455" y="1623"/>
                  <a:pt x="485" y="1658"/>
                  <a:pt x="522" y="1688"/>
                </a:cubicBezTo>
                <a:cubicBezTo>
                  <a:pt x="640" y="1784"/>
                  <a:pt x="797" y="1801"/>
                  <a:pt x="929" y="1746"/>
                </a:cubicBezTo>
                <a:cubicBezTo>
                  <a:pt x="970" y="1763"/>
                  <a:pt x="1015" y="1774"/>
                  <a:pt x="1062" y="1777"/>
                </a:cubicBezTo>
                <a:cubicBezTo>
                  <a:pt x="1215" y="1785"/>
                  <a:pt x="1352" y="1707"/>
                  <a:pt x="1426" y="1585"/>
                </a:cubicBezTo>
                <a:cubicBezTo>
                  <a:pt x="1469" y="1575"/>
                  <a:pt x="1512" y="1557"/>
                  <a:pt x="1551" y="1531"/>
                </a:cubicBezTo>
                <a:cubicBezTo>
                  <a:pt x="1680" y="1448"/>
                  <a:pt x="1745" y="1304"/>
                  <a:pt x="1733" y="1162"/>
                </a:cubicBezTo>
                <a:cubicBezTo>
                  <a:pt x="1762" y="1128"/>
                  <a:pt x="1786" y="1089"/>
                  <a:pt x="1803" y="1045"/>
                </a:cubicBezTo>
                <a:cubicBezTo>
                  <a:pt x="1858" y="902"/>
                  <a:pt x="1826" y="748"/>
                  <a:pt x="1733" y="639"/>
                </a:cubicBez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19941CB7-E609-EE5F-8914-3EE5BB50DCDF}"/>
              </a:ext>
            </a:extLst>
          </p:cNvPr>
          <p:cNvSpPr>
            <a:spLocks/>
          </p:cNvSpPr>
          <p:nvPr userDrawn="1"/>
        </p:nvSpPr>
        <p:spPr bwMode="auto">
          <a:xfrm>
            <a:off x="0" y="-3175"/>
            <a:ext cx="2549525" cy="1778000"/>
          </a:xfrm>
          <a:custGeom>
            <a:avLst/>
            <a:gdLst>
              <a:gd name="T0" fmla="*/ 55 w 2406"/>
              <a:gd name="T1" fmla="*/ 1355 h 1681"/>
              <a:gd name="T2" fmla="*/ 115 w 2406"/>
              <a:gd name="T3" fmla="*/ 1399 h 1681"/>
              <a:gd name="T4" fmla="*/ 180 w 2406"/>
              <a:gd name="T5" fmla="*/ 1441 h 1681"/>
              <a:gd name="T6" fmla="*/ 180 w 2406"/>
              <a:gd name="T7" fmla="*/ 1441 h 1681"/>
              <a:gd name="T8" fmla="*/ 244 w 2406"/>
              <a:gd name="T9" fmla="*/ 1478 h 1681"/>
              <a:gd name="T10" fmla="*/ 313 w 2406"/>
              <a:gd name="T11" fmla="*/ 1513 h 1681"/>
              <a:gd name="T12" fmla="*/ 380 w 2406"/>
              <a:gd name="T13" fmla="*/ 1543 h 1681"/>
              <a:gd name="T14" fmla="*/ 452 w 2406"/>
              <a:gd name="T15" fmla="*/ 1571 h 1681"/>
              <a:gd name="T16" fmla="*/ 523 w 2406"/>
              <a:gd name="T17" fmla="*/ 1594 h 1681"/>
              <a:gd name="T18" fmla="*/ 597 w 2406"/>
              <a:gd name="T19" fmla="*/ 1614 h 1681"/>
              <a:gd name="T20" fmla="*/ 670 w 2406"/>
              <a:gd name="T21" fmla="*/ 1629 h 1681"/>
              <a:gd name="T22" fmla="*/ 746 w 2406"/>
              <a:gd name="T23" fmla="*/ 1641 h 1681"/>
              <a:gd name="T24" fmla="*/ 820 w 2406"/>
              <a:gd name="T25" fmla="*/ 1649 h 1681"/>
              <a:gd name="T26" fmla="*/ 897 w 2406"/>
              <a:gd name="T27" fmla="*/ 1653 h 1681"/>
              <a:gd name="T28" fmla="*/ 971 w 2406"/>
              <a:gd name="T29" fmla="*/ 1653 h 1681"/>
              <a:gd name="T30" fmla="*/ 1048 w 2406"/>
              <a:gd name="T31" fmla="*/ 1649 h 1681"/>
              <a:gd name="T32" fmla="*/ 1122 w 2406"/>
              <a:gd name="T33" fmla="*/ 1641 h 1681"/>
              <a:gd name="T34" fmla="*/ 1198 w 2406"/>
              <a:gd name="T35" fmla="*/ 1629 h 1681"/>
              <a:gd name="T36" fmla="*/ 1270 w 2406"/>
              <a:gd name="T37" fmla="*/ 1614 h 1681"/>
              <a:gd name="T38" fmla="*/ 1345 w 2406"/>
              <a:gd name="T39" fmla="*/ 1594 h 1681"/>
              <a:gd name="T40" fmla="*/ 1415 w 2406"/>
              <a:gd name="T41" fmla="*/ 1571 h 1681"/>
              <a:gd name="T42" fmla="*/ 1487 w 2406"/>
              <a:gd name="T43" fmla="*/ 1543 h 1681"/>
              <a:gd name="T44" fmla="*/ 1555 w 2406"/>
              <a:gd name="T45" fmla="*/ 1513 h 1681"/>
              <a:gd name="T46" fmla="*/ 1624 w 2406"/>
              <a:gd name="T47" fmla="*/ 1478 h 1681"/>
              <a:gd name="T48" fmla="*/ 1688 w 2406"/>
              <a:gd name="T49" fmla="*/ 1441 h 1681"/>
              <a:gd name="T50" fmla="*/ 1753 w 2406"/>
              <a:gd name="T51" fmla="*/ 1399 h 1681"/>
              <a:gd name="T52" fmla="*/ 1813 w 2406"/>
              <a:gd name="T53" fmla="*/ 1355 h 1681"/>
              <a:gd name="T54" fmla="*/ 1872 w 2406"/>
              <a:gd name="T55" fmla="*/ 1307 h 1681"/>
              <a:gd name="T56" fmla="*/ 1928 w 2406"/>
              <a:gd name="T57" fmla="*/ 1257 h 1681"/>
              <a:gd name="T58" fmla="*/ 1928 w 2406"/>
              <a:gd name="T59" fmla="*/ 1257 h 1681"/>
              <a:gd name="T60" fmla="*/ 1982 w 2406"/>
              <a:gd name="T61" fmla="*/ 1203 h 1681"/>
              <a:gd name="T62" fmla="*/ 2032 w 2406"/>
              <a:gd name="T63" fmla="*/ 1147 h 1681"/>
              <a:gd name="T64" fmla="*/ 2080 w 2406"/>
              <a:gd name="T65" fmla="*/ 1088 h 1681"/>
              <a:gd name="T66" fmla="*/ 2124 w 2406"/>
              <a:gd name="T67" fmla="*/ 1027 h 1681"/>
              <a:gd name="T68" fmla="*/ 2166 w 2406"/>
              <a:gd name="T69" fmla="*/ 963 h 1681"/>
              <a:gd name="T70" fmla="*/ 2203 w 2406"/>
              <a:gd name="T71" fmla="*/ 899 h 1681"/>
              <a:gd name="T72" fmla="*/ 2238 w 2406"/>
              <a:gd name="T73" fmla="*/ 830 h 1681"/>
              <a:gd name="T74" fmla="*/ 2268 w 2406"/>
              <a:gd name="T75" fmla="*/ 762 h 1681"/>
              <a:gd name="T76" fmla="*/ 2296 w 2406"/>
              <a:gd name="T77" fmla="*/ 690 h 1681"/>
              <a:gd name="T78" fmla="*/ 2319 w 2406"/>
              <a:gd name="T79" fmla="*/ 620 h 1681"/>
              <a:gd name="T80" fmla="*/ 2339 w 2406"/>
              <a:gd name="T81" fmla="*/ 545 h 1681"/>
              <a:gd name="T82" fmla="*/ 2354 w 2406"/>
              <a:gd name="T83" fmla="*/ 473 h 1681"/>
              <a:gd name="T84" fmla="*/ 2366 w 2406"/>
              <a:gd name="T85" fmla="*/ 397 h 1681"/>
              <a:gd name="T86" fmla="*/ 2374 w 2406"/>
              <a:gd name="T87" fmla="*/ 323 h 1681"/>
              <a:gd name="T88" fmla="*/ 2378 w 2406"/>
              <a:gd name="T89" fmla="*/ 246 h 1681"/>
              <a:gd name="T90" fmla="*/ 2378 w 2406"/>
              <a:gd name="T91" fmla="*/ 172 h 1681"/>
              <a:gd name="T92" fmla="*/ 2374 w 2406"/>
              <a:gd name="T93" fmla="*/ 95 h 1681"/>
              <a:gd name="T94" fmla="*/ 2366 w 2406"/>
              <a:gd name="T95" fmla="*/ 21 h 1681"/>
              <a:gd name="T96" fmla="*/ 2380 w 2406"/>
              <a:gd name="T97" fmla="*/ 0 h 1681"/>
              <a:gd name="T98" fmla="*/ 0 w 2406"/>
              <a:gd name="T99" fmla="*/ 0 h 1681"/>
              <a:gd name="T100" fmla="*/ 0 w 2406"/>
              <a:gd name="T101" fmla="*/ 1334 h 1681"/>
              <a:gd name="T102" fmla="*/ 55 w 2406"/>
              <a:gd name="T103" fmla="*/ 1355 h 1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06" h="1681">
                <a:moveTo>
                  <a:pt x="55" y="1355"/>
                </a:moveTo>
                <a:cubicBezTo>
                  <a:pt x="85" y="1344"/>
                  <a:pt x="116" y="1367"/>
                  <a:pt x="115" y="1399"/>
                </a:cubicBezTo>
                <a:cubicBezTo>
                  <a:pt x="114" y="1433"/>
                  <a:pt x="149" y="1456"/>
                  <a:pt x="180" y="1441"/>
                </a:cubicBezTo>
                <a:cubicBezTo>
                  <a:pt x="180" y="1441"/>
                  <a:pt x="180" y="1441"/>
                  <a:pt x="180" y="1441"/>
                </a:cubicBezTo>
                <a:cubicBezTo>
                  <a:pt x="208" y="1427"/>
                  <a:pt x="242" y="1446"/>
                  <a:pt x="244" y="1478"/>
                </a:cubicBezTo>
                <a:cubicBezTo>
                  <a:pt x="246" y="1512"/>
                  <a:pt x="284" y="1531"/>
                  <a:pt x="313" y="1513"/>
                </a:cubicBezTo>
                <a:cubicBezTo>
                  <a:pt x="339" y="1496"/>
                  <a:pt x="375" y="1512"/>
                  <a:pt x="380" y="1543"/>
                </a:cubicBezTo>
                <a:cubicBezTo>
                  <a:pt x="386" y="1577"/>
                  <a:pt x="426" y="1592"/>
                  <a:pt x="452" y="1571"/>
                </a:cubicBezTo>
                <a:cubicBezTo>
                  <a:pt x="477" y="1551"/>
                  <a:pt x="514" y="1563"/>
                  <a:pt x="523" y="1594"/>
                </a:cubicBezTo>
                <a:cubicBezTo>
                  <a:pt x="532" y="1626"/>
                  <a:pt x="573" y="1637"/>
                  <a:pt x="597" y="1614"/>
                </a:cubicBezTo>
                <a:cubicBezTo>
                  <a:pt x="620" y="1591"/>
                  <a:pt x="658" y="1599"/>
                  <a:pt x="670" y="1629"/>
                </a:cubicBezTo>
                <a:cubicBezTo>
                  <a:pt x="682" y="1661"/>
                  <a:pt x="724" y="1667"/>
                  <a:pt x="746" y="1641"/>
                </a:cubicBezTo>
                <a:cubicBezTo>
                  <a:pt x="766" y="1616"/>
                  <a:pt x="805" y="1621"/>
                  <a:pt x="820" y="1649"/>
                </a:cubicBezTo>
                <a:cubicBezTo>
                  <a:pt x="836" y="1679"/>
                  <a:pt x="878" y="1681"/>
                  <a:pt x="897" y="1653"/>
                </a:cubicBezTo>
                <a:cubicBezTo>
                  <a:pt x="914" y="1626"/>
                  <a:pt x="953" y="1626"/>
                  <a:pt x="971" y="1653"/>
                </a:cubicBezTo>
                <a:cubicBezTo>
                  <a:pt x="990" y="1681"/>
                  <a:pt x="1032" y="1679"/>
                  <a:pt x="1048" y="1649"/>
                </a:cubicBezTo>
                <a:cubicBezTo>
                  <a:pt x="1063" y="1621"/>
                  <a:pt x="1101" y="1616"/>
                  <a:pt x="1122" y="1641"/>
                </a:cubicBezTo>
                <a:cubicBezTo>
                  <a:pt x="1143" y="1667"/>
                  <a:pt x="1185" y="1661"/>
                  <a:pt x="1198" y="1629"/>
                </a:cubicBezTo>
                <a:cubicBezTo>
                  <a:pt x="1209" y="1599"/>
                  <a:pt x="1248" y="1591"/>
                  <a:pt x="1270" y="1614"/>
                </a:cubicBezTo>
                <a:cubicBezTo>
                  <a:pt x="1295" y="1637"/>
                  <a:pt x="1336" y="1626"/>
                  <a:pt x="1345" y="1594"/>
                </a:cubicBezTo>
                <a:cubicBezTo>
                  <a:pt x="1353" y="1563"/>
                  <a:pt x="1390" y="1551"/>
                  <a:pt x="1415" y="1571"/>
                </a:cubicBezTo>
                <a:cubicBezTo>
                  <a:pt x="1442" y="1592"/>
                  <a:pt x="1482" y="1577"/>
                  <a:pt x="1487" y="1543"/>
                </a:cubicBezTo>
                <a:cubicBezTo>
                  <a:pt x="1493" y="1512"/>
                  <a:pt x="1528" y="1496"/>
                  <a:pt x="1555" y="1513"/>
                </a:cubicBezTo>
                <a:cubicBezTo>
                  <a:pt x="1584" y="1531"/>
                  <a:pt x="1621" y="1512"/>
                  <a:pt x="1624" y="1478"/>
                </a:cubicBezTo>
                <a:cubicBezTo>
                  <a:pt x="1626" y="1446"/>
                  <a:pt x="1659" y="1427"/>
                  <a:pt x="1688" y="1441"/>
                </a:cubicBezTo>
                <a:cubicBezTo>
                  <a:pt x="1718" y="1456"/>
                  <a:pt x="1754" y="1433"/>
                  <a:pt x="1753" y="1399"/>
                </a:cubicBezTo>
                <a:cubicBezTo>
                  <a:pt x="1751" y="1367"/>
                  <a:pt x="1783" y="1344"/>
                  <a:pt x="1813" y="1355"/>
                </a:cubicBezTo>
                <a:cubicBezTo>
                  <a:pt x="1845" y="1367"/>
                  <a:pt x="1877" y="1340"/>
                  <a:pt x="1872" y="1307"/>
                </a:cubicBezTo>
                <a:cubicBezTo>
                  <a:pt x="1868" y="1275"/>
                  <a:pt x="1897" y="1249"/>
                  <a:pt x="1928" y="1257"/>
                </a:cubicBezTo>
                <a:cubicBezTo>
                  <a:pt x="1928" y="1257"/>
                  <a:pt x="1928" y="1257"/>
                  <a:pt x="1928" y="1257"/>
                </a:cubicBezTo>
                <a:cubicBezTo>
                  <a:pt x="1961" y="1265"/>
                  <a:pt x="1991" y="1236"/>
                  <a:pt x="1982" y="1203"/>
                </a:cubicBezTo>
                <a:cubicBezTo>
                  <a:pt x="1974" y="1172"/>
                  <a:pt x="2000" y="1143"/>
                  <a:pt x="2032" y="1147"/>
                </a:cubicBezTo>
                <a:cubicBezTo>
                  <a:pt x="2065" y="1152"/>
                  <a:pt x="2092" y="1119"/>
                  <a:pt x="2080" y="1088"/>
                </a:cubicBezTo>
                <a:cubicBezTo>
                  <a:pt x="2069" y="1058"/>
                  <a:pt x="2092" y="1026"/>
                  <a:pt x="2124" y="1027"/>
                </a:cubicBezTo>
                <a:cubicBezTo>
                  <a:pt x="2158" y="1029"/>
                  <a:pt x="2181" y="993"/>
                  <a:pt x="2166" y="963"/>
                </a:cubicBezTo>
                <a:cubicBezTo>
                  <a:pt x="2152" y="934"/>
                  <a:pt x="2171" y="901"/>
                  <a:pt x="2203" y="899"/>
                </a:cubicBezTo>
                <a:cubicBezTo>
                  <a:pt x="2237" y="896"/>
                  <a:pt x="2256" y="859"/>
                  <a:pt x="2238" y="830"/>
                </a:cubicBezTo>
                <a:cubicBezTo>
                  <a:pt x="2221" y="803"/>
                  <a:pt x="2237" y="767"/>
                  <a:pt x="2268" y="762"/>
                </a:cubicBezTo>
                <a:cubicBezTo>
                  <a:pt x="2302" y="756"/>
                  <a:pt x="2317" y="717"/>
                  <a:pt x="2296" y="690"/>
                </a:cubicBezTo>
                <a:cubicBezTo>
                  <a:pt x="2276" y="665"/>
                  <a:pt x="2288" y="628"/>
                  <a:pt x="2319" y="620"/>
                </a:cubicBezTo>
                <a:cubicBezTo>
                  <a:pt x="2351" y="610"/>
                  <a:pt x="2362" y="570"/>
                  <a:pt x="2339" y="545"/>
                </a:cubicBezTo>
                <a:cubicBezTo>
                  <a:pt x="2316" y="523"/>
                  <a:pt x="2324" y="484"/>
                  <a:pt x="2354" y="473"/>
                </a:cubicBezTo>
                <a:cubicBezTo>
                  <a:pt x="2386" y="460"/>
                  <a:pt x="2392" y="418"/>
                  <a:pt x="2366" y="397"/>
                </a:cubicBezTo>
                <a:cubicBezTo>
                  <a:pt x="2342" y="376"/>
                  <a:pt x="2346" y="338"/>
                  <a:pt x="2374" y="323"/>
                </a:cubicBezTo>
                <a:cubicBezTo>
                  <a:pt x="2404" y="307"/>
                  <a:pt x="2406" y="265"/>
                  <a:pt x="2378" y="246"/>
                </a:cubicBezTo>
                <a:cubicBezTo>
                  <a:pt x="2351" y="228"/>
                  <a:pt x="2351" y="189"/>
                  <a:pt x="2378" y="172"/>
                </a:cubicBezTo>
                <a:cubicBezTo>
                  <a:pt x="2406" y="153"/>
                  <a:pt x="2404" y="111"/>
                  <a:pt x="2374" y="95"/>
                </a:cubicBezTo>
                <a:cubicBezTo>
                  <a:pt x="2346" y="80"/>
                  <a:pt x="2342" y="41"/>
                  <a:pt x="2366" y="21"/>
                </a:cubicBezTo>
                <a:cubicBezTo>
                  <a:pt x="2373" y="15"/>
                  <a:pt x="2378" y="8"/>
                  <a:pt x="23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334"/>
                  <a:pt x="0" y="1334"/>
                  <a:pt x="0" y="1334"/>
                </a:cubicBezTo>
                <a:cubicBezTo>
                  <a:pt x="9" y="1353"/>
                  <a:pt x="32" y="1363"/>
                  <a:pt x="55" y="1355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A1A0E9B9-AD84-4F98-F1E9-0E97B19321B2}"/>
              </a:ext>
            </a:extLst>
          </p:cNvPr>
          <p:cNvSpPr>
            <a:spLocks/>
          </p:cNvSpPr>
          <p:nvPr userDrawn="1"/>
        </p:nvSpPr>
        <p:spPr bwMode="auto">
          <a:xfrm>
            <a:off x="-4763" y="1870075"/>
            <a:ext cx="2560638" cy="3116263"/>
          </a:xfrm>
          <a:custGeom>
            <a:avLst/>
            <a:gdLst>
              <a:gd name="T0" fmla="*/ 64 w 2416"/>
              <a:gd name="T1" fmla="*/ 2619 h 2945"/>
              <a:gd name="T2" fmla="*/ 189 w 2416"/>
              <a:gd name="T3" fmla="*/ 2705 h 2945"/>
              <a:gd name="T4" fmla="*/ 253 w 2416"/>
              <a:gd name="T5" fmla="*/ 2742 h 2945"/>
              <a:gd name="T6" fmla="*/ 390 w 2416"/>
              <a:gd name="T7" fmla="*/ 2807 h 2945"/>
              <a:gd name="T8" fmla="*/ 532 w 2416"/>
              <a:gd name="T9" fmla="*/ 2857 h 2945"/>
              <a:gd name="T10" fmla="*/ 679 w 2416"/>
              <a:gd name="T11" fmla="*/ 2893 h 2945"/>
              <a:gd name="T12" fmla="*/ 829 w 2416"/>
              <a:gd name="T13" fmla="*/ 2913 h 2945"/>
              <a:gd name="T14" fmla="*/ 980 w 2416"/>
              <a:gd name="T15" fmla="*/ 2917 h 2945"/>
              <a:gd name="T16" fmla="*/ 1131 w 2416"/>
              <a:gd name="T17" fmla="*/ 2905 h 2945"/>
              <a:gd name="T18" fmla="*/ 1280 w 2416"/>
              <a:gd name="T19" fmla="*/ 2877 h 2945"/>
              <a:gd name="T20" fmla="*/ 1425 w 2416"/>
              <a:gd name="T21" fmla="*/ 2834 h 2945"/>
              <a:gd name="T22" fmla="*/ 1565 w 2416"/>
              <a:gd name="T23" fmla="*/ 2777 h 2945"/>
              <a:gd name="T24" fmla="*/ 1697 w 2416"/>
              <a:gd name="T25" fmla="*/ 2705 h 2945"/>
              <a:gd name="T26" fmla="*/ 1822 w 2416"/>
              <a:gd name="T27" fmla="*/ 2619 h 2945"/>
              <a:gd name="T28" fmla="*/ 1937 w 2416"/>
              <a:gd name="T29" fmla="*/ 2521 h 2945"/>
              <a:gd name="T30" fmla="*/ 1992 w 2416"/>
              <a:gd name="T31" fmla="*/ 2467 h 2945"/>
              <a:gd name="T32" fmla="*/ 2090 w 2416"/>
              <a:gd name="T33" fmla="*/ 2351 h 2945"/>
              <a:gd name="T34" fmla="*/ 2175 w 2416"/>
              <a:gd name="T35" fmla="*/ 2227 h 2945"/>
              <a:gd name="T36" fmla="*/ 2247 w 2416"/>
              <a:gd name="T37" fmla="*/ 2094 h 2945"/>
              <a:gd name="T38" fmla="*/ 2305 w 2416"/>
              <a:gd name="T39" fmla="*/ 1954 h 2945"/>
              <a:gd name="T40" fmla="*/ 2348 w 2416"/>
              <a:gd name="T41" fmla="*/ 1809 h 2945"/>
              <a:gd name="T42" fmla="*/ 2376 w 2416"/>
              <a:gd name="T43" fmla="*/ 1661 h 2945"/>
              <a:gd name="T44" fmla="*/ 2387 w 2416"/>
              <a:gd name="T45" fmla="*/ 1510 h 2945"/>
              <a:gd name="T46" fmla="*/ 2383 w 2416"/>
              <a:gd name="T47" fmla="*/ 1359 h 2945"/>
              <a:gd name="T48" fmla="*/ 2363 w 2416"/>
              <a:gd name="T49" fmla="*/ 1209 h 2945"/>
              <a:gd name="T50" fmla="*/ 2328 w 2416"/>
              <a:gd name="T51" fmla="*/ 1062 h 2945"/>
              <a:gd name="T52" fmla="*/ 2278 w 2416"/>
              <a:gd name="T53" fmla="*/ 919 h 2945"/>
              <a:gd name="T54" fmla="*/ 2212 w 2416"/>
              <a:gd name="T55" fmla="*/ 783 h 2945"/>
              <a:gd name="T56" fmla="*/ 2133 w 2416"/>
              <a:gd name="T57" fmla="*/ 654 h 2945"/>
              <a:gd name="T58" fmla="*/ 2041 w 2416"/>
              <a:gd name="T59" fmla="*/ 534 h 2945"/>
              <a:gd name="T60" fmla="*/ 1937 w 2416"/>
              <a:gd name="T61" fmla="*/ 424 h 2945"/>
              <a:gd name="T62" fmla="*/ 1882 w 2416"/>
              <a:gd name="T63" fmla="*/ 375 h 2945"/>
              <a:gd name="T64" fmla="*/ 1762 w 2416"/>
              <a:gd name="T65" fmla="*/ 282 h 2945"/>
              <a:gd name="T66" fmla="*/ 1633 w 2416"/>
              <a:gd name="T67" fmla="*/ 203 h 2945"/>
              <a:gd name="T68" fmla="*/ 1497 w 2416"/>
              <a:gd name="T69" fmla="*/ 138 h 2945"/>
              <a:gd name="T70" fmla="*/ 1354 w 2416"/>
              <a:gd name="T71" fmla="*/ 88 h 2945"/>
              <a:gd name="T72" fmla="*/ 1207 w 2416"/>
              <a:gd name="T73" fmla="*/ 52 h 2945"/>
              <a:gd name="T74" fmla="*/ 1057 w 2416"/>
              <a:gd name="T75" fmla="*/ 33 h 2945"/>
              <a:gd name="T76" fmla="*/ 980 w 2416"/>
              <a:gd name="T77" fmla="*/ 29 h 2945"/>
              <a:gd name="T78" fmla="*/ 906 w 2416"/>
              <a:gd name="T79" fmla="*/ 29 h 2945"/>
              <a:gd name="T80" fmla="*/ 755 w 2416"/>
              <a:gd name="T81" fmla="*/ 40 h 2945"/>
              <a:gd name="T82" fmla="*/ 607 w 2416"/>
              <a:gd name="T83" fmla="*/ 68 h 2945"/>
              <a:gd name="T84" fmla="*/ 462 w 2416"/>
              <a:gd name="T85" fmla="*/ 111 h 2945"/>
              <a:gd name="T86" fmla="*/ 322 w 2416"/>
              <a:gd name="T87" fmla="*/ 169 h 2945"/>
              <a:gd name="T88" fmla="*/ 189 w 2416"/>
              <a:gd name="T89" fmla="*/ 241 h 2945"/>
              <a:gd name="T90" fmla="*/ 125 w 2416"/>
              <a:gd name="T91" fmla="*/ 282 h 2945"/>
              <a:gd name="T92" fmla="*/ 5 w 2416"/>
              <a:gd name="T93" fmla="*/ 375 h 2945"/>
              <a:gd name="T94" fmla="*/ 4 w 2416"/>
              <a:gd name="T95" fmla="*/ 2553 h 2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16" h="2945">
                <a:moveTo>
                  <a:pt x="5" y="2571"/>
                </a:moveTo>
                <a:cubicBezTo>
                  <a:pt x="0" y="2604"/>
                  <a:pt x="33" y="2631"/>
                  <a:pt x="64" y="2619"/>
                </a:cubicBezTo>
                <a:cubicBezTo>
                  <a:pt x="94" y="2608"/>
                  <a:pt x="126" y="2631"/>
                  <a:pt x="125" y="2663"/>
                </a:cubicBezTo>
                <a:cubicBezTo>
                  <a:pt x="123" y="2697"/>
                  <a:pt x="159" y="2720"/>
                  <a:pt x="189" y="2705"/>
                </a:cubicBezTo>
                <a:cubicBezTo>
                  <a:pt x="189" y="2705"/>
                  <a:pt x="189" y="2705"/>
                  <a:pt x="189" y="2705"/>
                </a:cubicBezTo>
                <a:cubicBezTo>
                  <a:pt x="218" y="2690"/>
                  <a:pt x="251" y="2710"/>
                  <a:pt x="253" y="2742"/>
                </a:cubicBezTo>
                <a:cubicBezTo>
                  <a:pt x="256" y="2776"/>
                  <a:pt x="293" y="2795"/>
                  <a:pt x="322" y="2777"/>
                </a:cubicBezTo>
                <a:cubicBezTo>
                  <a:pt x="349" y="2760"/>
                  <a:pt x="385" y="2775"/>
                  <a:pt x="390" y="2807"/>
                </a:cubicBezTo>
                <a:cubicBezTo>
                  <a:pt x="396" y="2840"/>
                  <a:pt x="435" y="2856"/>
                  <a:pt x="462" y="2834"/>
                </a:cubicBezTo>
                <a:cubicBezTo>
                  <a:pt x="487" y="2815"/>
                  <a:pt x="524" y="2827"/>
                  <a:pt x="532" y="2857"/>
                </a:cubicBezTo>
                <a:cubicBezTo>
                  <a:pt x="542" y="2890"/>
                  <a:pt x="582" y="2901"/>
                  <a:pt x="607" y="2877"/>
                </a:cubicBezTo>
                <a:cubicBezTo>
                  <a:pt x="629" y="2855"/>
                  <a:pt x="668" y="2863"/>
                  <a:pt x="679" y="2893"/>
                </a:cubicBezTo>
                <a:cubicBezTo>
                  <a:pt x="692" y="2924"/>
                  <a:pt x="734" y="2931"/>
                  <a:pt x="755" y="2905"/>
                </a:cubicBezTo>
                <a:cubicBezTo>
                  <a:pt x="776" y="2880"/>
                  <a:pt x="814" y="2884"/>
                  <a:pt x="829" y="2913"/>
                </a:cubicBezTo>
                <a:cubicBezTo>
                  <a:pt x="845" y="2943"/>
                  <a:pt x="887" y="2945"/>
                  <a:pt x="906" y="2917"/>
                </a:cubicBezTo>
                <a:cubicBezTo>
                  <a:pt x="924" y="2890"/>
                  <a:pt x="963" y="2890"/>
                  <a:pt x="980" y="2917"/>
                </a:cubicBezTo>
                <a:cubicBezTo>
                  <a:pt x="999" y="2945"/>
                  <a:pt x="1041" y="2943"/>
                  <a:pt x="1057" y="2913"/>
                </a:cubicBezTo>
                <a:cubicBezTo>
                  <a:pt x="1072" y="2884"/>
                  <a:pt x="1111" y="2880"/>
                  <a:pt x="1131" y="2905"/>
                </a:cubicBezTo>
                <a:cubicBezTo>
                  <a:pt x="1153" y="2931"/>
                  <a:pt x="1195" y="2924"/>
                  <a:pt x="1207" y="2893"/>
                </a:cubicBezTo>
                <a:cubicBezTo>
                  <a:pt x="1219" y="2863"/>
                  <a:pt x="1257" y="2855"/>
                  <a:pt x="1280" y="2877"/>
                </a:cubicBezTo>
                <a:cubicBezTo>
                  <a:pt x="1304" y="2901"/>
                  <a:pt x="1345" y="2890"/>
                  <a:pt x="1354" y="2857"/>
                </a:cubicBezTo>
                <a:cubicBezTo>
                  <a:pt x="1363" y="2827"/>
                  <a:pt x="1400" y="2815"/>
                  <a:pt x="1425" y="2834"/>
                </a:cubicBezTo>
                <a:cubicBezTo>
                  <a:pt x="1451" y="2856"/>
                  <a:pt x="1491" y="2840"/>
                  <a:pt x="1497" y="2807"/>
                </a:cubicBezTo>
                <a:cubicBezTo>
                  <a:pt x="1502" y="2775"/>
                  <a:pt x="1538" y="2760"/>
                  <a:pt x="1565" y="2777"/>
                </a:cubicBezTo>
                <a:cubicBezTo>
                  <a:pt x="1593" y="2795"/>
                  <a:pt x="1631" y="2776"/>
                  <a:pt x="1633" y="2742"/>
                </a:cubicBezTo>
                <a:cubicBezTo>
                  <a:pt x="1635" y="2710"/>
                  <a:pt x="1669" y="2690"/>
                  <a:pt x="1697" y="2705"/>
                </a:cubicBezTo>
                <a:cubicBezTo>
                  <a:pt x="1728" y="2720"/>
                  <a:pt x="1763" y="2697"/>
                  <a:pt x="1762" y="2663"/>
                </a:cubicBezTo>
                <a:cubicBezTo>
                  <a:pt x="1761" y="2631"/>
                  <a:pt x="1792" y="2608"/>
                  <a:pt x="1822" y="2619"/>
                </a:cubicBezTo>
                <a:cubicBezTo>
                  <a:pt x="1854" y="2631"/>
                  <a:pt x="1887" y="2604"/>
                  <a:pt x="1882" y="2571"/>
                </a:cubicBezTo>
                <a:cubicBezTo>
                  <a:pt x="1877" y="2539"/>
                  <a:pt x="1906" y="2513"/>
                  <a:pt x="1937" y="2521"/>
                </a:cubicBezTo>
                <a:cubicBezTo>
                  <a:pt x="1937" y="2521"/>
                  <a:pt x="1937" y="2521"/>
                  <a:pt x="1937" y="2521"/>
                </a:cubicBezTo>
                <a:cubicBezTo>
                  <a:pt x="1970" y="2529"/>
                  <a:pt x="2000" y="2499"/>
                  <a:pt x="1992" y="2467"/>
                </a:cubicBezTo>
                <a:cubicBezTo>
                  <a:pt x="1984" y="2436"/>
                  <a:pt x="2010" y="2407"/>
                  <a:pt x="2041" y="2411"/>
                </a:cubicBezTo>
                <a:cubicBezTo>
                  <a:pt x="2075" y="2416"/>
                  <a:pt x="2101" y="2383"/>
                  <a:pt x="2090" y="2351"/>
                </a:cubicBezTo>
                <a:cubicBezTo>
                  <a:pt x="2079" y="2322"/>
                  <a:pt x="2101" y="2290"/>
                  <a:pt x="2133" y="2291"/>
                </a:cubicBezTo>
                <a:cubicBezTo>
                  <a:pt x="2167" y="2293"/>
                  <a:pt x="2190" y="2257"/>
                  <a:pt x="2175" y="2227"/>
                </a:cubicBezTo>
                <a:cubicBezTo>
                  <a:pt x="2161" y="2198"/>
                  <a:pt x="2181" y="2164"/>
                  <a:pt x="2212" y="2162"/>
                </a:cubicBezTo>
                <a:cubicBezTo>
                  <a:pt x="2246" y="2160"/>
                  <a:pt x="2265" y="2123"/>
                  <a:pt x="2247" y="2094"/>
                </a:cubicBezTo>
                <a:cubicBezTo>
                  <a:pt x="2230" y="2067"/>
                  <a:pt x="2246" y="2031"/>
                  <a:pt x="2278" y="2026"/>
                </a:cubicBezTo>
                <a:cubicBezTo>
                  <a:pt x="2311" y="2020"/>
                  <a:pt x="2326" y="1981"/>
                  <a:pt x="2305" y="1954"/>
                </a:cubicBezTo>
                <a:cubicBezTo>
                  <a:pt x="2285" y="1929"/>
                  <a:pt x="2297" y="1892"/>
                  <a:pt x="2328" y="1883"/>
                </a:cubicBezTo>
                <a:cubicBezTo>
                  <a:pt x="2361" y="1874"/>
                  <a:pt x="2372" y="1833"/>
                  <a:pt x="2348" y="1809"/>
                </a:cubicBezTo>
                <a:cubicBezTo>
                  <a:pt x="2326" y="1786"/>
                  <a:pt x="2334" y="1748"/>
                  <a:pt x="2363" y="1736"/>
                </a:cubicBezTo>
                <a:cubicBezTo>
                  <a:pt x="2395" y="1724"/>
                  <a:pt x="2402" y="1682"/>
                  <a:pt x="2376" y="1661"/>
                </a:cubicBezTo>
                <a:cubicBezTo>
                  <a:pt x="2351" y="1640"/>
                  <a:pt x="2355" y="1601"/>
                  <a:pt x="2383" y="1587"/>
                </a:cubicBezTo>
                <a:cubicBezTo>
                  <a:pt x="2413" y="1571"/>
                  <a:pt x="2416" y="1529"/>
                  <a:pt x="2387" y="1510"/>
                </a:cubicBezTo>
                <a:cubicBezTo>
                  <a:pt x="2361" y="1492"/>
                  <a:pt x="2361" y="1453"/>
                  <a:pt x="2387" y="1435"/>
                </a:cubicBezTo>
                <a:cubicBezTo>
                  <a:pt x="2416" y="1417"/>
                  <a:pt x="2413" y="1374"/>
                  <a:pt x="2383" y="1359"/>
                </a:cubicBezTo>
                <a:cubicBezTo>
                  <a:pt x="2355" y="1344"/>
                  <a:pt x="2351" y="1305"/>
                  <a:pt x="2376" y="1285"/>
                </a:cubicBezTo>
                <a:cubicBezTo>
                  <a:pt x="2402" y="1263"/>
                  <a:pt x="2395" y="1221"/>
                  <a:pt x="2363" y="1209"/>
                </a:cubicBezTo>
                <a:cubicBezTo>
                  <a:pt x="2334" y="1197"/>
                  <a:pt x="2326" y="1159"/>
                  <a:pt x="2348" y="1136"/>
                </a:cubicBezTo>
                <a:cubicBezTo>
                  <a:pt x="2372" y="1112"/>
                  <a:pt x="2361" y="1071"/>
                  <a:pt x="2328" y="1062"/>
                </a:cubicBezTo>
                <a:cubicBezTo>
                  <a:pt x="2297" y="1053"/>
                  <a:pt x="2285" y="1016"/>
                  <a:pt x="2305" y="991"/>
                </a:cubicBezTo>
                <a:cubicBezTo>
                  <a:pt x="2326" y="964"/>
                  <a:pt x="2311" y="925"/>
                  <a:pt x="2278" y="919"/>
                </a:cubicBezTo>
                <a:cubicBezTo>
                  <a:pt x="2246" y="914"/>
                  <a:pt x="2230" y="878"/>
                  <a:pt x="2247" y="851"/>
                </a:cubicBezTo>
                <a:cubicBezTo>
                  <a:pt x="2265" y="823"/>
                  <a:pt x="2246" y="785"/>
                  <a:pt x="2212" y="783"/>
                </a:cubicBezTo>
                <a:cubicBezTo>
                  <a:pt x="2181" y="781"/>
                  <a:pt x="2161" y="747"/>
                  <a:pt x="2175" y="718"/>
                </a:cubicBezTo>
                <a:cubicBezTo>
                  <a:pt x="2190" y="688"/>
                  <a:pt x="2167" y="652"/>
                  <a:pt x="2133" y="654"/>
                </a:cubicBezTo>
                <a:cubicBezTo>
                  <a:pt x="2101" y="655"/>
                  <a:pt x="2079" y="624"/>
                  <a:pt x="2090" y="594"/>
                </a:cubicBezTo>
                <a:cubicBezTo>
                  <a:pt x="2101" y="562"/>
                  <a:pt x="2075" y="529"/>
                  <a:pt x="2041" y="534"/>
                </a:cubicBezTo>
                <a:cubicBezTo>
                  <a:pt x="2010" y="539"/>
                  <a:pt x="1984" y="510"/>
                  <a:pt x="1992" y="479"/>
                </a:cubicBezTo>
                <a:cubicBezTo>
                  <a:pt x="2000" y="446"/>
                  <a:pt x="1970" y="416"/>
                  <a:pt x="1937" y="424"/>
                </a:cubicBezTo>
                <a:cubicBezTo>
                  <a:pt x="1937" y="424"/>
                  <a:pt x="1937" y="424"/>
                  <a:pt x="1937" y="424"/>
                </a:cubicBezTo>
                <a:cubicBezTo>
                  <a:pt x="1906" y="432"/>
                  <a:pt x="1877" y="406"/>
                  <a:pt x="1882" y="375"/>
                </a:cubicBezTo>
                <a:cubicBezTo>
                  <a:pt x="1887" y="341"/>
                  <a:pt x="1854" y="314"/>
                  <a:pt x="1822" y="326"/>
                </a:cubicBezTo>
                <a:cubicBezTo>
                  <a:pt x="1792" y="337"/>
                  <a:pt x="1761" y="314"/>
                  <a:pt x="1762" y="282"/>
                </a:cubicBezTo>
                <a:cubicBezTo>
                  <a:pt x="1763" y="249"/>
                  <a:pt x="1728" y="226"/>
                  <a:pt x="1697" y="241"/>
                </a:cubicBezTo>
                <a:cubicBezTo>
                  <a:pt x="1669" y="255"/>
                  <a:pt x="1635" y="235"/>
                  <a:pt x="1633" y="203"/>
                </a:cubicBezTo>
                <a:cubicBezTo>
                  <a:pt x="1631" y="170"/>
                  <a:pt x="1593" y="150"/>
                  <a:pt x="1565" y="169"/>
                </a:cubicBezTo>
                <a:cubicBezTo>
                  <a:pt x="1538" y="186"/>
                  <a:pt x="1502" y="170"/>
                  <a:pt x="1497" y="138"/>
                </a:cubicBezTo>
                <a:cubicBezTo>
                  <a:pt x="1491" y="105"/>
                  <a:pt x="1451" y="90"/>
                  <a:pt x="1425" y="111"/>
                </a:cubicBezTo>
                <a:cubicBezTo>
                  <a:pt x="1400" y="131"/>
                  <a:pt x="1363" y="118"/>
                  <a:pt x="1354" y="88"/>
                </a:cubicBezTo>
                <a:cubicBezTo>
                  <a:pt x="1345" y="55"/>
                  <a:pt x="1304" y="44"/>
                  <a:pt x="1280" y="68"/>
                </a:cubicBezTo>
                <a:cubicBezTo>
                  <a:pt x="1257" y="90"/>
                  <a:pt x="1219" y="82"/>
                  <a:pt x="1207" y="52"/>
                </a:cubicBezTo>
                <a:cubicBezTo>
                  <a:pt x="1195" y="21"/>
                  <a:pt x="1153" y="14"/>
                  <a:pt x="1131" y="40"/>
                </a:cubicBezTo>
                <a:cubicBezTo>
                  <a:pt x="1111" y="65"/>
                  <a:pt x="1072" y="61"/>
                  <a:pt x="1057" y="33"/>
                </a:cubicBezTo>
                <a:cubicBezTo>
                  <a:pt x="1041" y="2"/>
                  <a:pt x="999" y="0"/>
                  <a:pt x="980" y="29"/>
                </a:cubicBezTo>
                <a:cubicBezTo>
                  <a:pt x="980" y="29"/>
                  <a:pt x="980" y="29"/>
                  <a:pt x="980" y="29"/>
                </a:cubicBezTo>
                <a:cubicBezTo>
                  <a:pt x="963" y="55"/>
                  <a:pt x="924" y="55"/>
                  <a:pt x="906" y="29"/>
                </a:cubicBezTo>
                <a:cubicBezTo>
                  <a:pt x="906" y="29"/>
                  <a:pt x="906" y="29"/>
                  <a:pt x="906" y="29"/>
                </a:cubicBezTo>
                <a:cubicBezTo>
                  <a:pt x="887" y="0"/>
                  <a:pt x="845" y="2"/>
                  <a:pt x="829" y="33"/>
                </a:cubicBezTo>
                <a:cubicBezTo>
                  <a:pt x="814" y="61"/>
                  <a:pt x="776" y="65"/>
                  <a:pt x="755" y="40"/>
                </a:cubicBezTo>
                <a:cubicBezTo>
                  <a:pt x="734" y="14"/>
                  <a:pt x="692" y="21"/>
                  <a:pt x="679" y="52"/>
                </a:cubicBezTo>
                <a:cubicBezTo>
                  <a:pt x="668" y="82"/>
                  <a:pt x="629" y="90"/>
                  <a:pt x="607" y="68"/>
                </a:cubicBezTo>
                <a:cubicBezTo>
                  <a:pt x="582" y="44"/>
                  <a:pt x="542" y="55"/>
                  <a:pt x="532" y="88"/>
                </a:cubicBezTo>
                <a:cubicBezTo>
                  <a:pt x="524" y="118"/>
                  <a:pt x="487" y="131"/>
                  <a:pt x="462" y="111"/>
                </a:cubicBezTo>
                <a:cubicBezTo>
                  <a:pt x="435" y="90"/>
                  <a:pt x="396" y="105"/>
                  <a:pt x="390" y="138"/>
                </a:cubicBezTo>
                <a:cubicBezTo>
                  <a:pt x="385" y="170"/>
                  <a:pt x="349" y="186"/>
                  <a:pt x="322" y="169"/>
                </a:cubicBezTo>
                <a:cubicBezTo>
                  <a:pt x="293" y="150"/>
                  <a:pt x="256" y="170"/>
                  <a:pt x="253" y="203"/>
                </a:cubicBezTo>
                <a:cubicBezTo>
                  <a:pt x="251" y="235"/>
                  <a:pt x="218" y="255"/>
                  <a:pt x="189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59" y="226"/>
                  <a:pt x="123" y="249"/>
                  <a:pt x="125" y="282"/>
                </a:cubicBezTo>
                <a:cubicBezTo>
                  <a:pt x="126" y="314"/>
                  <a:pt x="94" y="337"/>
                  <a:pt x="64" y="326"/>
                </a:cubicBezTo>
                <a:cubicBezTo>
                  <a:pt x="33" y="314"/>
                  <a:pt x="0" y="341"/>
                  <a:pt x="5" y="375"/>
                </a:cubicBezTo>
                <a:cubicBezTo>
                  <a:pt x="6" y="381"/>
                  <a:pt x="5" y="387"/>
                  <a:pt x="4" y="392"/>
                </a:cubicBezTo>
                <a:cubicBezTo>
                  <a:pt x="4" y="2553"/>
                  <a:pt x="4" y="2553"/>
                  <a:pt x="4" y="2553"/>
                </a:cubicBezTo>
                <a:cubicBezTo>
                  <a:pt x="5" y="2559"/>
                  <a:pt x="6" y="2564"/>
                  <a:pt x="5" y="2571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A33B9E7A-7461-1FB8-F81D-28DA165CB804}"/>
              </a:ext>
            </a:extLst>
          </p:cNvPr>
          <p:cNvSpPr>
            <a:spLocks/>
          </p:cNvSpPr>
          <p:nvPr userDrawn="1"/>
        </p:nvSpPr>
        <p:spPr bwMode="auto">
          <a:xfrm>
            <a:off x="0" y="5076825"/>
            <a:ext cx="2549525" cy="1781175"/>
          </a:xfrm>
          <a:custGeom>
            <a:avLst/>
            <a:gdLst>
              <a:gd name="T0" fmla="*/ 2366 w 2406"/>
              <a:gd name="T1" fmla="*/ 1660 h 1683"/>
              <a:gd name="T2" fmla="*/ 2374 w 2406"/>
              <a:gd name="T3" fmla="*/ 1586 h 1683"/>
              <a:gd name="T4" fmla="*/ 2378 w 2406"/>
              <a:gd name="T5" fmla="*/ 1510 h 1683"/>
              <a:gd name="T6" fmla="*/ 2378 w 2406"/>
              <a:gd name="T7" fmla="*/ 1435 h 1683"/>
              <a:gd name="T8" fmla="*/ 2374 w 2406"/>
              <a:gd name="T9" fmla="*/ 1358 h 1683"/>
              <a:gd name="T10" fmla="*/ 2366 w 2406"/>
              <a:gd name="T11" fmla="*/ 1285 h 1683"/>
              <a:gd name="T12" fmla="*/ 2354 w 2406"/>
              <a:gd name="T13" fmla="*/ 1209 h 1683"/>
              <a:gd name="T14" fmla="*/ 2339 w 2406"/>
              <a:gd name="T15" fmla="*/ 1136 h 1683"/>
              <a:gd name="T16" fmla="*/ 2319 w 2406"/>
              <a:gd name="T17" fmla="*/ 1062 h 1683"/>
              <a:gd name="T18" fmla="*/ 2296 w 2406"/>
              <a:gd name="T19" fmla="*/ 991 h 1683"/>
              <a:gd name="T20" fmla="*/ 2268 w 2406"/>
              <a:gd name="T21" fmla="*/ 919 h 1683"/>
              <a:gd name="T22" fmla="*/ 2238 w 2406"/>
              <a:gd name="T23" fmla="*/ 851 h 1683"/>
              <a:gd name="T24" fmla="*/ 2203 w 2406"/>
              <a:gd name="T25" fmla="*/ 783 h 1683"/>
              <a:gd name="T26" fmla="*/ 2166 w 2406"/>
              <a:gd name="T27" fmla="*/ 718 h 1683"/>
              <a:gd name="T28" fmla="*/ 2124 w 2406"/>
              <a:gd name="T29" fmla="*/ 654 h 1683"/>
              <a:gd name="T30" fmla="*/ 2080 w 2406"/>
              <a:gd name="T31" fmla="*/ 594 h 1683"/>
              <a:gd name="T32" fmla="*/ 2032 w 2406"/>
              <a:gd name="T33" fmla="*/ 534 h 1683"/>
              <a:gd name="T34" fmla="*/ 1982 w 2406"/>
              <a:gd name="T35" fmla="*/ 479 h 1683"/>
              <a:gd name="T36" fmla="*/ 1928 w 2406"/>
              <a:gd name="T37" fmla="*/ 424 h 1683"/>
              <a:gd name="T38" fmla="*/ 1928 w 2406"/>
              <a:gd name="T39" fmla="*/ 424 h 1683"/>
              <a:gd name="T40" fmla="*/ 1872 w 2406"/>
              <a:gd name="T41" fmla="*/ 374 h 1683"/>
              <a:gd name="T42" fmla="*/ 1813 w 2406"/>
              <a:gd name="T43" fmla="*/ 326 h 1683"/>
              <a:gd name="T44" fmla="*/ 1753 w 2406"/>
              <a:gd name="T45" fmla="*/ 282 h 1683"/>
              <a:gd name="T46" fmla="*/ 1688 w 2406"/>
              <a:gd name="T47" fmla="*/ 240 h 1683"/>
              <a:gd name="T48" fmla="*/ 1624 w 2406"/>
              <a:gd name="T49" fmla="*/ 203 h 1683"/>
              <a:gd name="T50" fmla="*/ 1555 w 2406"/>
              <a:gd name="T51" fmla="*/ 168 h 1683"/>
              <a:gd name="T52" fmla="*/ 1487 w 2406"/>
              <a:gd name="T53" fmla="*/ 138 h 1683"/>
              <a:gd name="T54" fmla="*/ 1415 w 2406"/>
              <a:gd name="T55" fmla="*/ 111 h 1683"/>
              <a:gd name="T56" fmla="*/ 1345 w 2406"/>
              <a:gd name="T57" fmla="*/ 88 h 1683"/>
              <a:gd name="T58" fmla="*/ 1270 w 2406"/>
              <a:gd name="T59" fmla="*/ 68 h 1683"/>
              <a:gd name="T60" fmla="*/ 1198 w 2406"/>
              <a:gd name="T61" fmla="*/ 52 h 1683"/>
              <a:gd name="T62" fmla="*/ 1122 w 2406"/>
              <a:gd name="T63" fmla="*/ 40 h 1683"/>
              <a:gd name="T64" fmla="*/ 1048 w 2406"/>
              <a:gd name="T65" fmla="*/ 32 h 1683"/>
              <a:gd name="T66" fmla="*/ 971 w 2406"/>
              <a:gd name="T67" fmla="*/ 28 h 1683"/>
              <a:gd name="T68" fmla="*/ 971 w 2406"/>
              <a:gd name="T69" fmla="*/ 28 h 1683"/>
              <a:gd name="T70" fmla="*/ 897 w 2406"/>
              <a:gd name="T71" fmla="*/ 28 h 1683"/>
              <a:gd name="T72" fmla="*/ 897 w 2406"/>
              <a:gd name="T73" fmla="*/ 28 h 1683"/>
              <a:gd name="T74" fmla="*/ 820 w 2406"/>
              <a:gd name="T75" fmla="*/ 32 h 1683"/>
              <a:gd name="T76" fmla="*/ 746 w 2406"/>
              <a:gd name="T77" fmla="*/ 40 h 1683"/>
              <a:gd name="T78" fmla="*/ 670 w 2406"/>
              <a:gd name="T79" fmla="*/ 52 h 1683"/>
              <a:gd name="T80" fmla="*/ 597 w 2406"/>
              <a:gd name="T81" fmla="*/ 68 h 1683"/>
              <a:gd name="T82" fmla="*/ 523 w 2406"/>
              <a:gd name="T83" fmla="*/ 88 h 1683"/>
              <a:gd name="T84" fmla="*/ 452 w 2406"/>
              <a:gd name="T85" fmla="*/ 111 h 1683"/>
              <a:gd name="T86" fmla="*/ 380 w 2406"/>
              <a:gd name="T87" fmla="*/ 138 h 1683"/>
              <a:gd name="T88" fmla="*/ 313 w 2406"/>
              <a:gd name="T89" fmla="*/ 168 h 1683"/>
              <a:gd name="T90" fmla="*/ 244 w 2406"/>
              <a:gd name="T91" fmla="*/ 203 h 1683"/>
              <a:gd name="T92" fmla="*/ 180 w 2406"/>
              <a:gd name="T93" fmla="*/ 240 h 1683"/>
              <a:gd name="T94" fmla="*/ 180 w 2406"/>
              <a:gd name="T95" fmla="*/ 240 h 1683"/>
              <a:gd name="T96" fmla="*/ 115 w 2406"/>
              <a:gd name="T97" fmla="*/ 282 h 1683"/>
              <a:gd name="T98" fmla="*/ 55 w 2406"/>
              <a:gd name="T99" fmla="*/ 326 h 1683"/>
              <a:gd name="T100" fmla="*/ 0 w 2406"/>
              <a:gd name="T101" fmla="*/ 348 h 1683"/>
              <a:gd name="T102" fmla="*/ 0 w 2406"/>
              <a:gd name="T103" fmla="*/ 1683 h 1683"/>
              <a:gd name="T104" fmla="*/ 2381 w 2406"/>
              <a:gd name="T105" fmla="*/ 1683 h 1683"/>
              <a:gd name="T106" fmla="*/ 2366 w 2406"/>
              <a:gd name="T107" fmla="*/ 1660 h 1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406" h="1683">
                <a:moveTo>
                  <a:pt x="2366" y="1660"/>
                </a:moveTo>
                <a:cubicBezTo>
                  <a:pt x="2342" y="1640"/>
                  <a:pt x="2346" y="1601"/>
                  <a:pt x="2374" y="1586"/>
                </a:cubicBezTo>
                <a:cubicBezTo>
                  <a:pt x="2404" y="1571"/>
                  <a:pt x="2406" y="1528"/>
                  <a:pt x="2378" y="1510"/>
                </a:cubicBezTo>
                <a:cubicBezTo>
                  <a:pt x="2351" y="1492"/>
                  <a:pt x="2351" y="1453"/>
                  <a:pt x="2378" y="1435"/>
                </a:cubicBezTo>
                <a:cubicBezTo>
                  <a:pt x="2406" y="1416"/>
                  <a:pt x="2404" y="1374"/>
                  <a:pt x="2374" y="1358"/>
                </a:cubicBezTo>
                <a:cubicBezTo>
                  <a:pt x="2346" y="1344"/>
                  <a:pt x="2342" y="1305"/>
                  <a:pt x="2366" y="1285"/>
                </a:cubicBezTo>
                <a:cubicBezTo>
                  <a:pt x="2392" y="1263"/>
                  <a:pt x="2386" y="1221"/>
                  <a:pt x="2354" y="1209"/>
                </a:cubicBezTo>
                <a:cubicBezTo>
                  <a:pt x="2324" y="1197"/>
                  <a:pt x="2316" y="1159"/>
                  <a:pt x="2339" y="1136"/>
                </a:cubicBezTo>
                <a:cubicBezTo>
                  <a:pt x="2362" y="1112"/>
                  <a:pt x="2351" y="1071"/>
                  <a:pt x="2319" y="1062"/>
                </a:cubicBezTo>
                <a:cubicBezTo>
                  <a:pt x="2288" y="1053"/>
                  <a:pt x="2276" y="1016"/>
                  <a:pt x="2296" y="991"/>
                </a:cubicBezTo>
                <a:cubicBezTo>
                  <a:pt x="2317" y="964"/>
                  <a:pt x="2302" y="925"/>
                  <a:pt x="2268" y="919"/>
                </a:cubicBezTo>
                <a:cubicBezTo>
                  <a:pt x="2237" y="914"/>
                  <a:pt x="2221" y="878"/>
                  <a:pt x="2238" y="851"/>
                </a:cubicBezTo>
                <a:cubicBezTo>
                  <a:pt x="2256" y="822"/>
                  <a:pt x="2237" y="785"/>
                  <a:pt x="2203" y="783"/>
                </a:cubicBezTo>
                <a:cubicBezTo>
                  <a:pt x="2171" y="781"/>
                  <a:pt x="2152" y="747"/>
                  <a:pt x="2166" y="718"/>
                </a:cubicBezTo>
                <a:cubicBezTo>
                  <a:pt x="2181" y="688"/>
                  <a:pt x="2158" y="652"/>
                  <a:pt x="2124" y="654"/>
                </a:cubicBezTo>
                <a:cubicBezTo>
                  <a:pt x="2092" y="655"/>
                  <a:pt x="2069" y="623"/>
                  <a:pt x="2080" y="594"/>
                </a:cubicBezTo>
                <a:cubicBezTo>
                  <a:pt x="2092" y="562"/>
                  <a:pt x="2065" y="529"/>
                  <a:pt x="2032" y="534"/>
                </a:cubicBezTo>
                <a:cubicBezTo>
                  <a:pt x="2000" y="538"/>
                  <a:pt x="1974" y="509"/>
                  <a:pt x="1982" y="479"/>
                </a:cubicBezTo>
                <a:cubicBezTo>
                  <a:pt x="1991" y="446"/>
                  <a:pt x="1961" y="416"/>
                  <a:pt x="1928" y="424"/>
                </a:cubicBezTo>
                <a:cubicBezTo>
                  <a:pt x="1928" y="424"/>
                  <a:pt x="1928" y="424"/>
                  <a:pt x="1928" y="424"/>
                </a:cubicBezTo>
                <a:cubicBezTo>
                  <a:pt x="1897" y="432"/>
                  <a:pt x="1868" y="406"/>
                  <a:pt x="1872" y="374"/>
                </a:cubicBezTo>
                <a:cubicBezTo>
                  <a:pt x="1877" y="341"/>
                  <a:pt x="1845" y="314"/>
                  <a:pt x="1813" y="326"/>
                </a:cubicBezTo>
                <a:cubicBezTo>
                  <a:pt x="1783" y="337"/>
                  <a:pt x="1751" y="314"/>
                  <a:pt x="1753" y="282"/>
                </a:cubicBezTo>
                <a:cubicBezTo>
                  <a:pt x="1754" y="248"/>
                  <a:pt x="1718" y="225"/>
                  <a:pt x="1688" y="240"/>
                </a:cubicBezTo>
                <a:cubicBezTo>
                  <a:pt x="1659" y="255"/>
                  <a:pt x="1626" y="235"/>
                  <a:pt x="1624" y="203"/>
                </a:cubicBezTo>
                <a:cubicBezTo>
                  <a:pt x="1621" y="169"/>
                  <a:pt x="1584" y="150"/>
                  <a:pt x="1555" y="168"/>
                </a:cubicBezTo>
                <a:cubicBezTo>
                  <a:pt x="1528" y="185"/>
                  <a:pt x="1493" y="170"/>
                  <a:pt x="1487" y="138"/>
                </a:cubicBezTo>
                <a:cubicBezTo>
                  <a:pt x="1482" y="105"/>
                  <a:pt x="1442" y="90"/>
                  <a:pt x="1415" y="111"/>
                </a:cubicBezTo>
                <a:cubicBezTo>
                  <a:pt x="1390" y="130"/>
                  <a:pt x="1353" y="118"/>
                  <a:pt x="1345" y="88"/>
                </a:cubicBezTo>
                <a:cubicBezTo>
                  <a:pt x="1336" y="55"/>
                  <a:pt x="1295" y="44"/>
                  <a:pt x="1270" y="68"/>
                </a:cubicBezTo>
                <a:cubicBezTo>
                  <a:pt x="1248" y="90"/>
                  <a:pt x="1209" y="82"/>
                  <a:pt x="1198" y="52"/>
                </a:cubicBezTo>
                <a:cubicBezTo>
                  <a:pt x="1185" y="21"/>
                  <a:pt x="1143" y="14"/>
                  <a:pt x="1122" y="40"/>
                </a:cubicBezTo>
                <a:cubicBezTo>
                  <a:pt x="1101" y="65"/>
                  <a:pt x="1063" y="61"/>
                  <a:pt x="1048" y="32"/>
                </a:cubicBezTo>
                <a:cubicBezTo>
                  <a:pt x="1032" y="2"/>
                  <a:pt x="990" y="0"/>
                  <a:pt x="971" y="28"/>
                </a:cubicBezTo>
                <a:cubicBezTo>
                  <a:pt x="971" y="28"/>
                  <a:pt x="971" y="28"/>
                  <a:pt x="971" y="28"/>
                </a:cubicBezTo>
                <a:cubicBezTo>
                  <a:pt x="953" y="55"/>
                  <a:pt x="914" y="55"/>
                  <a:pt x="897" y="28"/>
                </a:cubicBezTo>
                <a:cubicBezTo>
                  <a:pt x="897" y="28"/>
                  <a:pt x="897" y="28"/>
                  <a:pt x="897" y="28"/>
                </a:cubicBezTo>
                <a:cubicBezTo>
                  <a:pt x="878" y="0"/>
                  <a:pt x="836" y="2"/>
                  <a:pt x="820" y="32"/>
                </a:cubicBezTo>
                <a:cubicBezTo>
                  <a:pt x="805" y="61"/>
                  <a:pt x="766" y="65"/>
                  <a:pt x="746" y="40"/>
                </a:cubicBezTo>
                <a:cubicBezTo>
                  <a:pt x="724" y="14"/>
                  <a:pt x="682" y="21"/>
                  <a:pt x="670" y="52"/>
                </a:cubicBezTo>
                <a:cubicBezTo>
                  <a:pt x="658" y="82"/>
                  <a:pt x="620" y="90"/>
                  <a:pt x="597" y="68"/>
                </a:cubicBezTo>
                <a:cubicBezTo>
                  <a:pt x="573" y="44"/>
                  <a:pt x="532" y="55"/>
                  <a:pt x="523" y="88"/>
                </a:cubicBezTo>
                <a:cubicBezTo>
                  <a:pt x="514" y="118"/>
                  <a:pt x="477" y="130"/>
                  <a:pt x="452" y="111"/>
                </a:cubicBezTo>
                <a:cubicBezTo>
                  <a:pt x="426" y="90"/>
                  <a:pt x="386" y="105"/>
                  <a:pt x="380" y="138"/>
                </a:cubicBezTo>
                <a:cubicBezTo>
                  <a:pt x="375" y="170"/>
                  <a:pt x="339" y="185"/>
                  <a:pt x="313" y="168"/>
                </a:cubicBezTo>
                <a:cubicBezTo>
                  <a:pt x="284" y="150"/>
                  <a:pt x="246" y="169"/>
                  <a:pt x="244" y="203"/>
                </a:cubicBezTo>
                <a:cubicBezTo>
                  <a:pt x="242" y="235"/>
                  <a:pt x="208" y="255"/>
                  <a:pt x="180" y="240"/>
                </a:cubicBezTo>
                <a:cubicBezTo>
                  <a:pt x="180" y="240"/>
                  <a:pt x="180" y="240"/>
                  <a:pt x="180" y="240"/>
                </a:cubicBezTo>
                <a:cubicBezTo>
                  <a:pt x="149" y="225"/>
                  <a:pt x="114" y="248"/>
                  <a:pt x="115" y="282"/>
                </a:cubicBezTo>
                <a:cubicBezTo>
                  <a:pt x="116" y="314"/>
                  <a:pt x="85" y="337"/>
                  <a:pt x="55" y="326"/>
                </a:cubicBezTo>
                <a:cubicBezTo>
                  <a:pt x="32" y="318"/>
                  <a:pt x="9" y="329"/>
                  <a:pt x="0" y="348"/>
                </a:cubicBezTo>
                <a:cubicBezTo>
                  <a:pt x="0" y="1683"/>
                  <a:pt x="0" y="1683"/>
                  <a:pt x="0" y="1683"/>
                </a:cubicBezTo>
                <a:cubicBezTo>
                  <a:pt x="2381" y="1683"/>
                  <a:pt x="2381" y="1683"/>
                  <a:pt x="2381" y="1683"/>
                </a:cubicBezTo>
                <a:cubicBezTo>
                  <a:pt x="2378" y="1674"/>
                  <a:pt x="2374" y="1667"/>
                  <a:pt x="2366" y="1660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27611A-58EE-4FDF-82BF-369478CC9360}" type="datetime1">
              <a:rPr lang="en-GB" smtClean="0"/>
              <a:pPr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601069-1C7F-400C-A16D-D572094009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D06D9B-78D8-B0E6-70A0-EB90BFBADA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2" y="1677971"/>
            <a:ext cx="8586787" cy="3141679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7200" spc="-3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copy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1C68F-7E0E-6D6B-6AA7-0A7609B984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200" y="6390000"/>
            <a:ext cx="1324800" cy="2454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2B761A-9445-A6B0-0754-B67109133E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92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Scale Text (Blue)">
    <p:bg>
      <p:bgPr>
        <a:solidFill>
          <a:srgbClr val="C3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5">
            <a:extLst>
              <a:ext uri="{FF2B5EF4-FFF2-40B4-BE49-F238E27FC236}">
                <a16:creationId xmlns:a16="http://schemas.microsoft.com/office/drawing/2014/main" id="{096D08E4-DD45-932A-217D-DA4160F96523}"/>
              </a:ext>
            </a:extLst>
          </p:cNvPr>
          <p:cNvSpPr>
            <a:spLocks/>
          </p:cNvSpPr>
          <p:nvPr userDrawn="1"/>
        </p:nvSpPr>
        <p:spPr bwMode="auto">
          <a:xfrm>
            <a:off x="0" y="-3175"/>
            <a:ext cx="2549525" cy="1778000"/>
          </a:xfrm>
          <a:custGeom>
            <a:avLst/>
            <a:gdLst>
              <a:gd name="T0" fmla="*/ 55 w 2406"/>
              <a:gd name="T1" fmla="*/ 1355 h 1681"/>
              <a:gd name="T2" fmla="*/ 115 w 2406"/>
              <a:gd name="T3" fmla="*/ 1399 h 1681"/>
              <a:gd name="T4" fmla="*/ 180 w 2406"/>
              <a:gd name="T5" fmla="*/ 1441 h 1681"/>
              <a:gd name="T6" fmla="*/ 180 w 2406"/>
              <a:gd name="T7" fmla="*/ 1441 h 1681"/>
              <a:gd name="T8" fmla="*/ 244 w 2406"/>
              <a:gd name="T9" fmla="*/ 1478 h 1681"/>
              <a:gd name="T10" fmla="*/ 313 w 2406"/>
              <a:gd name="T11" fmla="*/ 1513 h 1681"/>
              <a:gd name="T12" fmla="*/ 380 w 2406"/>
              <a:gd name="T13" fmla="*/ 1543 h 1681"/>
              <a:gd name="T14" fmla="*/ 452 w 2406"/>
              <a:gd name="T15" fmla="*/ 1571 h 1681"/>
              <a:gd name="T16" fmla="*/ 523 w 2406"/>
              <a:gd name="T17" fmla="*/ 1594 h 1681"/>
              <a:gd name="T18" fmla="*/ 597 w 2406"/>
              <a:gd name="T19" fmla="*/ 1614 h 1681"/>
              <a:gd name="T20" fmla="*/ 670 w 2406"/>
              <a:gd name="T21" fmla="*/ 1629 h 1681"/>
              <a:gd name="T22" fmla="*/ 746 w 2406"/>
              <a:gd name="T23" fmla="*/ 1641 h 1681"/>
              <a:gd name="T24" fmla="*/ 820 w 2406"/>
              <a:gd name="T25" fmla="*/ 1649 h 1681"/>
              <a:gd name="T26" fmla="*/ 897 w 2406"/>
              <a:gd name="T27" fmla="*/ 1653 h 1681"/>
              <a:gd name="T28" fmla="*/ 971 w 2406"/>
              <a:gd name="T29" fmla="*/ 1653 h 1681"/>
              <a:gd name="T30" fmla="*/ 1048 w 2406"/>
              <a:gd name="T31" fmla="*/ 1649 h 1681"/>
              <a:gd name="T32" fmla="*/ 1122 w 2406"/>
              <a:gd name="T33" fmla="*/ 1641 h 1681"/>
              <a:gd name="T34" fmla="*/ 1198 w 2406"/>
              <a:gd name="T35" fmla="*/ 1629 h 1681"/>
              <a:gd name="T36" fmla="*/ 1270 w 2406"/>
              <a:gd name="T37" fmla="*/ 1614 h 1681"/>
              <a:gd name="T38" fmla="*/ 1345 w 2406"/>
              <a:gd name="T39" fmla="*/ 1594 h 1681"/>
              <a:gd name="T40" fmla="*/ 1415 w 2406"/>
              <a:gd name="T41" fmla="*/ 1571 h 1681"/>
              <a:gd name="T42" fmla="*/ 1487 w 2406"/>
              <a:gd name="T43" fmla="*/ 1543 h 1681"/>
              <a:gd name="T44" fmla="*/ 1555 w 2406"/>
              <a:gd name="T45" fmla="*/ 1513 h 1681"/>
              <a:gd name="T46" fmla="*/ 1624 w 2406"/>
              <a:gd name="T47" fmla="*/ 1478 h 1681"/>
              <a:gd name="T48" fmla="*/ 1688 w 2406"/>
              <a:gd name="T49" fmla="*/ 1441 h 1681"/>
              <a:gd name="T50" fmla="*/ 1753 w 2406"/>
              <a:gd name="T51" fmla="*/ 1399 h 1681"/>
              <a:gd name="T52" fmla="*/ 1813 w 2406"/>
              <a:gd name="T53" fmla="*/ 1355 h 1681"/>
              <a:gd name="T54" fmla="*/ 1872 w 2406"/>
              <a:gd name="T55" fmla="*/ 1307 h 1681"/>
              <a:gd name="T56" fmla="*/ 1928 w 2406"/>
              <a:gd name="T57" fmla="*/ 1257 h 1681"/>
              <a:gd name="T58" fmla="*/ 1928 w 2406"/>
              <a:gd name="T59" fmla="*/ 1257 h 1681"/>
              <a:gd name="T60" fmla="*/ 1982 w 2406"/>
              <a:gd name="T61" fmla="*/ 1203 h 1681"/>
              <a:gd name="T62" fmla="*/ 2032 w 2406"/>
              <a:gd name="T63" fmla="*/ 1147 h 1681"/>
              <a:gd name="T64" fmla="*/ 2080 w 2406"/>
              <a:gd name="T65" fmla="*/ 1088 h 1681"/>
              <a:gd name="T66" fmla="*/ 2124 w 2406"/>
              <a:gd name="T67" fmla="*/ 1027 h 1681"/>
              <a:gd name="T68" fmla="*/ 2166 w 2406"/>
              <a:gd name="T69" fmla="*/ 963 h 1681"/>
              <a:gd name="T70" fmla="*/ 2203 w 2406"/>
              <a:gd name="T71" fmla="*/ 899 h 1681"/>
              <a:gd name="T72" fmla="*/ 2238 w 2406"/>
              <a:gd name="T73" fmla="*/ 830 h 1681"/>
              <a:gd name="T74" fmla="*/ 2268 w 2406"/>
              <a:gd name="T75" fmla="*/ 762 h 1681"/>
              <a:gd name="T76" fmla="*/ 2296 w 2406"/>
              <a:gd name="T77" fmla="*/ 690 h 1681"/>
              <a:gd name="T78" fmla="*/ 2319 w 2406"/>
              <a:gd name="T79" fmla="*/ 620 h 1681"/>
              <a:gd name="T80" fmla="*/ 2339 w 2406"/>
              <a:gd name="T81" fmla="*/ 545 h 1681"/>
              <a:gd name="T82" fmla="*/ 2354 w 2406"/>
              <a:gd name="T83" fmla="*/ 473 h 1681"/>
              <a:gd name="T84" fmla="*/ 2366 w 2406"/>
              <a:gd name="T85" fmla="*/ 397 h 1681"/>
              <a:gd name="T86" fmla="*/ 2374 w 2406"/>
              <a:gd name="T87" fmla="*/ 323 h 1681"/>
              <a:gd name="T88" fmla="*/ 2378 w 2406"/>
              <a:gd name="T89" fmla="*/ 246 h 1681"/>
              <a:gd name="T90" fmla="*/ 2378 w 2406"/>
              <a:gd name="T91" fmla="*/ 172 h 1681"/>
              <a:gd name="T92" fmla="*/ 2374 w 2406"/>
              <a:gd name="T93" fmla="*/ 95 h 1681"/>
              <a:gd name="T94" fmla="*/ 2366 w 2406"/>
              <a:gd name="T95" fmla="*/ 21 h 1681"/>
              <a:gd name="T96" fmla="*/ 2380 w 2406"/>
              <a:gd name="T97" fmla="*/ 0 h 1681"/>
              <a:gd name="T98" fmla="*/ 0 w 2406"/>
              <a:gd name="T99" fmla="*/ 0 h 1681"/>
              <a:gd name="T100" fmla="*/ 0 w 2406"/>
              <a:gd name="T101" fmla="*/ 1334 h 1681"/>
              <a:gd name="T102" fmla="*/ 55 w 2406"/>
              <a:gd name="T103" fmla="*/ 1355 h 1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06" h="1681">
                <a:moveTo>
                  <a:pt x="55" y="1355"/>
                </a:moveTo>
                <a:cubicBezTo>
                  <a:pt x="85" y="1344"/>
                  <a:pt x="116" y="1367"/>
                  <a:pt x="115" y="1399"/>
                </a:cubicBezTo>
                <a:cubicBezTo>
                  <a:pt x="114" y="1433"/>
                  <a:pt x="149" y="1456"/>
                  <a:pt x="180" y="1441"/>
                </a:cubicBezTo>
                <a:cubicBezTo>
                  <a:pt x="180" y="1441"/>
                  <a:pt x="180" y="1441"/>
                  <a:pt x="180" y="1441"/>
                </a:cubicBezTo>
                <a:cubicBezTo>
                  <a:pt x="208" y="1427"/>
                  <a:pt x="242" y="1446"/>
                  <a:pt x="244" y="1478"/>
                </a:cubicBezTo>
                <a:cubicBezTo>
                  <a:pt x="246" y="1512"/>
                  <a:pt x="284" y="1531"/>
                  <a:pt x="313" y="1513"/>
                </a:cubicBezTo>
                <a:cubicBezTo>
                  <a:pt x="339" y="1496"/>
                  <a:pt x="375" y="1512"/>
                  <a:pt x="380" y="1543"/>
                </a:cubicBezTo>
                <a:cubicBezTo>
                  <a:pt x="386" y="1577"/>
                  <a:pt x="426" y="1592"/>
                  <a:pt x="452" y="1571"/>
                </a:cubicBezTo>
                <a:cubicBezTo>
                  <a:pt x="477" y="1551"/>
                  <a:pt x="514" y="1563"/>
                  <a:pt x="523" y="1594"/>
                </a:cubicBezTo>
                <a:cubicBezTo>
                  <a:pt x="532" y="1626"/>
                  <a:pt x="573" y="1637"/>
                  <a:pt x="597" y="1614"/>
                </a:cubicBezTo>
                <a:cubicBezTo>
                  <a:pt x="620" y="1591"/>
                  <a:pt x="658" y="1599"/>
                  <a:pt x="670" y="1629"/>
                </a:cubicBezTo>
                <a:cubicBezTo>
                  <a:pt x="682" y="1661"/>
                  <a:pt x="724" y="1667"/>
                  <a:pt x="746" y="1641"/>
                </a:cubicBezTo>
                <a:cubicBezTo>
                  <a:pt x="766" y="1616"/>
                  <a:pt x="805" y="1621"/>
                  <a:pt x="820" y="1649"/>
                </a:cubicBezTo>
                <a:cubicBezTo>
                  <a:pt x="836" y="1679"/>
                  <a:pt x="878" y="1681"/>
                  <a:pt x="897" y="1653"/>
                </a:cubicBezTo>
                <a:cubicBezTo>
                  <a:pt x="914" y="1626"/>
                  <a:pt x="953" y="1626"/>
                  <a:pt x="971" y="1653"/>
                </a:cubicBezTo>
                <a:cubicBezTo>
                  <a:pt x="990" y="1681"/>
                  <a:pt x="1032" y="1679"/>
                  <a:pt x="1048" y="1649"/>
                </a:cubicBezTo>
                <a:cubicBezTo>
                  <a:pt x="1063" y="1621"/>
                  <a:pt x="1101" y="1616"/>
                  <a:pt x="1122" y="1641"/>
                </a:cubicBezTo>
                <a:cubicBezTo>
                  <a:pt x="1143" y="1667"/>
                  <a:pt x="1185" y="1661"/>
                  <a:pt x="1198" y="1629"/>
                </a:cubicBezTo>
                <a:cubicBezTo>
                  <a:pt x="1209" y="1599"/>
                  <a:pt x="1248" y="1591"/>
                  <a:pt x="1270" y="1614"/>
                </a:cubicBezTo>
                <a:cubicBezTo>
                  <a:pt x="1295" y="1637"/>
                  <a:pt x="1336" y="1626"/>
                  <a:pt x="1345" y="1594"/>
                </a:cubicBezTo>
                <a:cubicBezTo>
                  <a:pt x="1353" y="1563"/>
                  <a:pt x="1390" y="1551"/>
                  <a:pt x="1415" y="1571"/>
                </a:cubicBezTo>
                <a:cubicBezTo>
                  <a:pt x="1442" y="1592"/>
                  <a:pt x="1482" y="1577"/>
                  <a:pt x="1487" y="1543"/>
                </a:cubicBezTo>
                <a:cubicBezTo>
                  <a:pt x="1493" y="1512"/>
                  <a:pt x="1528" y="1496"/>
                  <a:pt x="1555" y="1513"/>
                </a:cubicBezTo>
                <a:cubicBezTo>
                  <a:pt x="1584" y="1531"/>
                  <a:pt x="1621" y="1512"/>
                  <a:pt x="1624" y="1478"/>
                </a:cubicBezTo>
                <a:cubicBezTo>
                  <a:pt x="1626" y="1446"/>
                  <a:pt x="1659" y="1427"/>
                  <a:pt x="1688" y="1441"/>
                </a:cubicBezTo>
                <a:cubicBezTo>
                  <a:pt x="1718" y="1456"/>
                  <a:pt x="1754" y="1433"/>
                  <a:pt x="1753" y="1399"/>
                </a:cubicBezTo>
                <a:cubicBezTo>
                  <a:pt x="1751" y="1367"/>
                  <a:pt x="1783" y="1344"/>
                  <a:pt x="1813" y="1355"/>
                </a:cubicBezTo>
                <a:cubicBezTo>
                  <a:pt x="1845" y="1367"/>
                  <a:pt x="1877" y="1340"/>
                  <a:pt x="1872" y="1307"/>
                </a:cubicBezTo>
                <a:cubicBezTo>
                  <a:pt x="1868" y="1275"/>
                  <a:pt x="1897" y="1249"/>
                  <a:pt x="1928" y="1257"/>
                </a:cubicBezTo>
                <a:cubicBezTo>
                  <a:pt x="1928" y="1257"/>
                  <a:pt x="1928" y="1257"/>
                  <a:pt x="1928" y="1257"/>
                </a:cubicBezTo>
                <a:cubicBezTo>
                  <a:pt x="1961" y="1265"/>
                  <a:pt x="1991" y="1236"/>
                  <a:pt x="1982" y="1203"/>
                </a:cubicBezTo>
                <a:cubicBezTo>
                  <a:pt x="1974" y="1172"/>
                  <a:pt x="2000" y="1143"/>
                  <a:pt x="2032" y="1147"/>
                </a:cubicBezTo>
                <a:cubicBezTo>
                  <a:pt x="2065" y="1152"/>
                  <a:pt x="2092" y="1119"/>
                  <a:pt x="2080" y="1088"/>
                </a:cubicBezTo>
                <a:cubicBezTo>
                  <a:pt x="2069" y="1058"/>
                  <a:pt x="2092" y="1026"/>
                  <a:pt x="2124" y="1027"/>
                </a:cubicBezTo>
                <a:cubicBezTo>
                  <a:pt x="2158" y="1029"/>
                  <a:pt x="2181" y="993"/>
                  <a:pt x="2166" y="963"/>
                </a:cubicBezTo>
                <a:cubicBezTo>
                  <a:pt x="2152" y="934"/>
                  <a:pt x="2171" y="901"/>
                  <a:pt x="2203" y="899"/>
                </a:cubicBezTo>
                <a:cubicBezTo>
                  <a:pt x="2237" y="896"/>
                  <a:pt x="2256" y="859"/>
                  <a:pt x="2238" y="830"/>
                </a:cubicBezTo>
                <a:cubicBezTo>
                  <a:pt x="2221" y="803"/>
                  <a:pt x="2237" y="767"/>
                  <a:pt x="2268" y="762"/>
                </a:cubicBezTo>
                <a:cubicBezTo>
                  <a:pt x="2302" y="756"/>
                  <a:pt x="2317" y="717"/>
                  <a:pt x="2296" y="690"/>
                </a:cubicBezTo>
                <a:cubicBezTo>
                  <a:pt x="2276" y="665"/>
                  <a:pt x="2288" y="628"/>
                  <a:pt x="2319" y="620"/>
                </a:cubicBezTo>
                <a:cubicBezTo>
                  <a:pt x="2351" y="610"/>
                  <a:pt x="2362" y="570"/>
                  <a:pt x="2339" y="545"/>
                </a:cubicBezTo>
                <a:cubicBezTo>
                  <a:pt x="2316" y="523"/>
                  <a:pt x="2324" y="484"/>
                  <a:pt x="2354" y="473"/>
                </a:cubicBezTo>
                <a:cubicBezTo>
                  <a:pt x="2386" y="460"/>
                  <a:pt x="2392" y="418"/>
                  <a:pt x="2366" y="397"/>
                </a:cubicBezTo>
                <a:cubicBezTo>
                  <a:pt x="2342" y="376"/>
                  <a:pt x="2346" y="338"/>
                  <a:pt x="2374" y="323"/>
                </a:cubicBezTo>
                <a:cubicBezTo>
                  <a:pt x="2404" y="307"/>
                  <a:pt x="2406" y="265"/>
                  <a:pt x="2378" y="246"/>
                </a:cubicBezTo>
                <a:cubicBezTo>
                  <a:pt x="2351" y="228"/>
                  <a:pt x="2351" y="189"/>
                  <a:pt x="2378" y="172"/>
                </a:cubicBezTo>
                <a:cubicBezTo>
                  <a:pt x="2406" y="153"/>
                  <a:pt x="2404" y="111"/>
                  <a:pt x="2374" y="95"/>
                </a:cubicBezTo>
                <a:cubicBezTo>
                  <a:pt x="2346" y="80"/>
                  <a:pt x="2342" y="41"/>
                  <a:pt x="2366" y="21"/>
                </a:cubicBezTo>
                <a:cubicBezTo>
                  <a:pt x="2373" y="15"/>
                  <a:pt x="2378" y="8"/>
                  <a:pt x="23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334"/>
                  <a:pt x="0" y="1334"/>
                  <a:pt x="0" y="1334"/>
                </a:cubicBezTo>
                <a:cubicBezTo>
                  <a:pt x="9" y="1353"/>
                  <a:pt x="32" y="1363"/>
                  <a:pt x="55" y="1355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5C5E4449-0119-185D-3F74-880C92C3D3CD}"/>
              </a:ext>
            </a:extLst>
          </p:cNvPr>
          <p:cNvSpPr>
            <a:spLocks/>
          </p:cNvSpPr>
          <p:nvPr userDrawn="1"/>
        </p:nvSpPr>
        <p:spPr bwMode="auto">
          <a:xfrm>
            <a:off x="-4763" y="1870075"/>
            <a:ext cx="2560638" cy="3116263"/>
          </a:xfrm>
          <a:custGeom>
            <a:avLst/>
            <a:gdLst>
              <a:gd name="T0" fmla="*/ 64 w 2416"/>
              <a:gd name="T1" fmla="*/ 2619 h 2945"/>
              <a:gd name="T2" fmla="*/ 189 w 2416"/>
              <a:gd name="T3" fmla="*/ 2705 h 2945"/>
              <a:gd name="T4" fmla="*/ 253 w 2416"/>
              <a:gd name="T5" fmla="*/ 2742 h 2945"/>
              <a:gd name="T6" fmla="*/ 390 w 2416"/>
              <a:gd name="T7" fmla="*/ 2807 h 2945"/>
              <a:gd name="T8" fmla="*/ 532 w 2416"/>
              <a:gd name="T9" fmla="*/ 2857 h 2945"/>
              <a:gd name="T10" fmla="*/ 679 w 2416"/>
              <a:gd name="T11" fmla="*/ 2893 h 2945"/>
              <a:gd name="T12" fmla="*/ 829 w 2416"/>
              <a:gd name="T13" fmla="*/ 2913 h 2945"/>
              <a:gd name="T14" fmla="*/ 980 w 2416"/>
              <a:gd name="T15" fmla="*/ 2917 h 2945"/>
              <a:gd name="T16" fmla="*/ 1131 w 2416"/>
              <a:gd name="T17" fmla="*/ 2905 h 2945"/>
              <a:gd name="T18" fmla="*/ 1280 w 2416"/>
              <a:gd name="T19" fmla="*/ 2877 h 2945"/>
              <a:gd name="T20" fmla="*/ 1425 w 2416"/>
              <a:gd name="T21" fmla="*/ 2834 h 2945"/>
              <a:gd name="T22" fmla="*/ 1565 w 2416"/>
              <a:gd name="T23" fmla="*/ 2777 h 2945"/>
              <a:gd name="T24" fmla="*/ 1697 w 2416"/>
              <a:gd name="T25" fmla="*/ 2705 h 2945"/>
              <a:gd name="T26" fmla="*/ 1822 w 2416"/>
              <a:gd name="T27" fmla="*/ 2619 h 2945"/>
              <a:gd name="T28" fmla="*/ 1937 w 2416"/>
              <a:gd name="T29" fmla="*/ 2521 h 2945"/>
              <a:gd name="T30" fmla="*/ 1992 w 2416"/>
              <a:gd name="T31" fmla="*/ 2467 h 2945"/>
              <a:gd name="T32" fmla="*/ 2090 w 2416"/>
              <a:gd name="T33" fmla="*/ 2351 h 2945"/>
              <a:gd name="T34" fmla="*/ 2175 w 2416"/>
              <a:gd name="T35" fmla="*/ 2227 h 2945"/>
              <a:gd name="T36" fmla="*/ 2247 w 2416"/>
              <a:gd name="T37" fmla="*/ 2094 h 2945"/>
              <a:gd name="T38" fmla="*/ 2305 w 2416"/>
              <a:gd name="T39" fmla="*/ 1954 h 2945"/>
              <a:gd name="T40" fmla="*/ 2348 w 2416"/>
              <a:gd name="T41" fmla="*/ 1809 h 2945"/>
              <a:gd name="T42" fmla="*/ 2376 w 2416"/>
              <a:gd name="T43" fmla="*/ 1661 h 2945"/>
              <a:gd name="T44" fmla="*/ 2387 w 2416"/>
              <a:gd name="T45" fmla="*/ 1510 h 2945"/>
              <a:gd name="T46" fmla="*/ 2383 w 2416"/>
              <a:gd name="T47" fmla="*/ 1359 h 2945"/>
              <a:gd name="T48" fmla="*/ 2363 w 2416"/>
              <a:gd name="T49" fmla="*/ 1209 h 2945"/>
              <a:gd name="T50" fmla="*/ 2328 w 2416"/>
              <a:gd name="T51" fmla="*/ 1062 h 2945"/>
              <a:gd name="T52" fmla="*/ 2278 w 2416"/>
              <a:gd name="T53" fmla="*/ 919 h 2945"/>
              <a:gd name="T54" fmla="*/ 2212 w 2416"/>
              <a:gd name="T55" fmla="*/ 783 h 2945"/>
              <a:gd name="T56" fmla="*/ 2133 w 2416"/>
              <a:gd name="T57" fmla="*/ 654 h 2945"/>
              <a:gd name="T58" fmla="*/ 2041 w 2416"/>
              <a:gd name="T59" fmla="*/ 534 h 2945"/>
              <a:gd name="T60" fmla="*/ 1937 w 2416"/>
              <a:gd name="T61" fmla="*/ 424 h 2945"/>
              <a:gd name="T62" fmla="*/ 1882 w 2416"/>
              <a:gd name="T63" fmla="*/ 375 h 2945"/>
              <a:gd name="T64" fmla="*/ 1762 w 2416"/>
              <a:gd name="T65" fmla="*/ 282 h 2945"/>
              <a:gd name="T66" fmla="*/ 1633 w 2416"/>
              <a:gd name="T67" fmla="*/ 203 h 2945"/>
              <a:gd name="T68" fmla="*/ 1497 w 2416"/>
              <a:gd name="T69" fmla="*/ 138 h 2945"/>
              <a:gd name="T70" fmla="*/ 1354 w 2416"/>
              <a:gd name="T71" fmla="*/ 88 h 2945"/>
              <a:gd name="T72" fmla="*/ 1207 w 2416"/>
              <a:gd name="T73" fmla="*/ 52 h 2945"/>
              <a:gd name="T74" fmla="*/ 1057 w 2416"/>
              <a:gd name="T75" fmla="*/ 33 h 2945"/>
              <a:gd name="T76" fmla="*/ 980 w 2416"/>
              <a:gd name="T77" fmla="*/ 29 h 2945"/>
              <a:gd name="T78" fmla="*/ 906 w 2416"/>
              <a:gd name="T79" fmla="*/ 29 h 2945"/>
              <a:gd name="T80" fmla="*/ 755 w 2416"/>
              <a:gd name="T81" fmla="*/ 40 h 2945"/>
              <a:gd name="T82" fmla="*/ 607 w 2416"/>
              <a:gd name="T83" fmla="*/ 68 h 2945"/>
              <a:gd name="T84" fmla="*/ 462 w 2416"/>
              <a:gd name="T85" fmla="*/ 111 h 2945"/>
              <a:gd name="T86" fmla="*/ 322 w 2416"/>
              <a:gd name="T87" fmla="*/ 169 h 2945"/>
              <a:gd name="T88" fmla="*/ 189 w 2416"/>
              <a:gd name="T89" fmla="*/ 241 h 2945"/>
              <a:gd name="T90" fmla="*/ 125 w 2416"/>
              <a:gd name="T91" fmla="*/ 282 h 2945"/>
              <a:gd name="T92" fmla="*/ 5 w 2416"/>
              <a:gd name="T93" fmla="*/ 375 h 2945"/>
              <a:gd name="T94" fmla="*/ 4 w 2416"/>
              <a:gd name="T95" fmla="*/ 2553 h 29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16" h="2945">
                <a:moveTo>
                  <a:pt x="5" y="2571"/>
                </a:moveTo>
                <a:cubicBezTo>
                  <a:pt x="0" y="2604"/>
                  <a:pt x="33" y="2631"/>
                  <a:pt x="64" y="2619"/>
                </a:cubicBezTo>
                <a:cubicBezTo>
                  <a:pt x="94" y="2608"/>
                  <a:pt x="126" y="2631"/>
                  <a:pt x="125" y="2663"/>
                </a:cubicBezTo>
                <a:cubicBezTo>
                  <a:pt x="123" y="2697"/>
                  <a:pt x="159" y="2720"/>
                  <a:pt x="189" y="2705"/>
                </a:cubicBezTo>
                <a:cubicBezTo>
                  <a:pt x="189" y="2705"/>
                  <a:pt x="189" y="2705"/>
                  <a:pt x="189" y="2705"/>
                </a:cubicBezTo>
                <a:cubicBezTo>
                  <a:pt x="218" y="2690"/>
                  <a:pt x="251" y="2710"/>
                  <a:pt x="253" y="2742"/>
                </a:cubicBezTo>
                <a:cubicBezTo>
                  <a:pt x="256" y="2776"/>
                  <a:pt x="293" y="2795"/>
                  <a:pt x="322" y="2777"/>
                </a:cubicBezTo>
                <a:cubicBezTo>
                  <a:pt x="349" y="2760"/>
                  <a:pt x="385" y="2775"/>
                  <a:pt x="390" y="2807"/>
                </a:cubicBezTo>
                <a:cubicBezTo>
                  <a:pt x="396" y="2840"/>
                  <a:pt x="435" y="2856"/>
                  <a:pt x="462" y="2834"/>
                </a:cubicBezTo>
                <a:cubicBezTo>
                  <a:pt x="487" y="2815"/>
                  <a:pt x="524" y="2827"/>
                  <a:pt x="532" y="2857"/>
                </a:cubicBezTo>
                <a:cubicBezTo>
                  <a:pt x="542" y="2890"/>
                  <a:pt x="582" y="2901"/>
                  <a:pt x="607" y="2877"/>
                </a:cubicBezTo>
                <a:cubicBezTo>
                  <a:pt x="629" y="2855"/>
                  <a:pt x="668" y="2863"/>
                  <a:pt x="679" y="2893"/>
                </a:cubicBezTo>
                <a:cubicBezTo>
                  <a:pt x="692" y="2924"/>
                  <a:pt x="734" y="2931"/>
                  <a:pt x="755" y="2905"/>
                </a:cubicBezTo>
                <a:cubicBezTo>
                  <a:pt x="776" y="2880"/>
                  <a:pt x="814" y="2884"/>
                  <a:pt x="829" y="2913"/>
                </a:cubicBezTo>
                <a:cubicBezTo>
                  <a:pt x="845" y="2943"/>
                  <a:pt x="887" y="2945"/>
                  <a:pt x="906" y="2917"/>
                </a:cubicBezTo>
                <a:cubicBezTo>
                  <a:pt x="924" y="2890"/>
                  <a:pt x="963" y="2890"/>
                  <a:pt x="980" y="2917"/>
                </a:cubicBezTo>
                <a:cubicBezTo>
                  <a:pt x="999" y="2945"/>
                  <a:pt x="1041" y="2943"/>
                  <a:pt x="1057" y="2913"/>
                </a:cubicBezTo>
                <a:cubicBezTo>
                  <a:pt x="1072" y="2884"/>
                  <a:pt x="1111" y="2880"/>
                  <a:pt x="1131" y="2905"/>
                </a:cubicBezTo>
                <a:cubicBezTo>
                  <a:pt x="1153" y="2931"/>
                  <a:pt x="1195" y="2924"/>
                  <a:pt x="1207" y="2893"/>
                </a:cubicBezTo>
                <a:cubicBezTo>
                  <a:pt x="1219" y="2863"/>
                  <a:pt x="1257" y="2855"/>
                  <a:pt x="1280" y="2877"/>
                </a:cubicBezTo>
                <a:cubicBezTo>
                  <a:pt x="1304" y="2901"/>
                  <a:pt x="1345" y="2890"/>
                  <a:pt x="1354" y="2857"/>
                </a:cubicBezTo>
                <a:cubicBezTo>
                  <a:pt x="1363" y="2827"/>
                  <a:pt x="1400" y="2815"/>
                  <a:pt x="1425" y="2834"/>
                </a:cubicBezTo>
                <a:cubicBezTo>
                  <a:pt x="1451" y="2856"/>
                  <a:pt x="1491" y="2840"/>
                  <a:pt x="1497" y="2807"/>
                </a:cubicBezTo>
                <a:cubicBezTo>
                  <a:pt x="1502" y="2775"/>
                  <a:pt x="1538" y="2760"/>
                  <a:pt x="1565" y="2777"/>
                </a:cubicBezTo>
                <a:cubicBezTo>
                  <a:pt x="1593" y="2795"/>
                  <a:pt x="1631" y="2776"/>
                  <a:pt x="1633" y="2742"/>
                </a:cubicBezTo>
                <a:cubicBezTo>
                  <a:pt x="1635" y="2710"/>
                  <a:pt x="1669" y="2690"/>
                  <a:pt x="1697" y="2705"/>
                </a:cubicBezTo>
                <a:cubicBezTo>
                  <a:pt x="1728" y="2720"/>
                  <a:pt x="1763" y="2697"/>
                  <a:pt x="1762" y="2663"/>
                </a:cubicBezTo>
                <a:cubicBezTo>
                  <a:pt x="1761" y="2631"/>
                  <a:pt x="1792" y="2608"/>
                  <a:pt x="1822" y="2619"/>
                </a:cubicBezTo>
                <a:cubicBezTo>
                  <a:pt x="1854" y="2631"/>
                  <a:pt x="1887" y="2604"/>
                  <a:pt x="1882" y="2571"/>
                </a:cubicBezTo>
                <a:cubicBezTo>
                  <a:pt x="1877" y="2539"/>
                  <a:pt x="1906" y="2513"/>
                  <a:pt x="1937" y="2521"/>
                </a:cubicBezTo>
                <a:cubicBezTo>
                  <a:pt x="1937" y="2521"/>
                  <a:pt x="1937" y="2521"/>
                  <a:pt x="1937" y="2521"/>
                </a:cubicBezTo>
                <a:cubicBezTo>
                  <a:pt x="1970" y="2529"/>
                  <a:pt x="2000" y="2499"/>
                  <a:pt x="1992" y="2467"/>
                </a:cubicBezTo>
                <a:cubicBezTo>
                  <a:pt x="1984" y="2436"/>
                  <a:pt x="2010" y="2407"/>
                  <a:pt x="2041" y="2411"/>
                </a:cubicBezTo>
                <a:cubicBezTo>
                  <a:pt x="2075" y="2416"/>
                  <a:pt x="2101" y="2383"/>
                  <a:pt x="2090" y="2351"/>
                </a:cubicBezTo>
                <a:cubicBezTo>
                  <a:pt x="2079" y="2322"/>
                  <a:pt x="2101" y="2290"/>
                  <a:pt x="2133" y="2291"/>
                </a:cubicBezTo>
                <a:cubicBezTo>
                  <a:pt x="2167" y="2293"/>
                  <a:pt x="2190" y="2257"/>
                  <a:pt x="2175" y="2227"/>
                </a:cubicBezTo>
                <a:cubicBezTo>
                  <a:pt x="2161" y="2198"/>
                  <a:pt x="2181" y="2164"/>
                  <a:pt x="2212" y="2162"/>
                </a:cubicBezTo>
                <a:cubicBezTo>
                  <a:pt x="2246" y="2160"/>
                  <a:pt x="2265" y="2123"/>
                  <a:pt x="2247" y="2094"/>
                </a:cubicBezTo>
                <a:cubicBezTo>
                  <a:pt x="2230" y="2067"/>
                  <a:pt x="2246" y="2031"/>
                  <a:pt x="2278" y="2026"/>
                </a:cubicBezTo>
                <a:cubicBezTo>
                  <a:pt x="2311" y="2020"/>
                  <a:pt x="2326" y="1981"/>
                  <a:pt x="2305" y="1954"/>
                </a:cubicBezTo>
                <a:cubicBezTo>
                  <a:pt x="2285" y="1929"/>
                  <a:pt x="2297" y="1892"/>
                  <a:pt x="2328" y="1883"/>
                </a:cubicBezTo>
                <a:cubicBezTo>
                  <a:pt x="2361" y="1874"/>
                  <a:pt x="2372" y="1833"/>
                  <a:pt x="2348" y="1809"/>
                </a:cubicBezTo>
                <a:cubicBezTo>
                  <a:pt x="2326" y="1786"/>
                  <a:pt x="2334" y="1748"/>
                  <a:pt x="2363" y="1736"/>
                </a:cubicBezTo>
                <a:cubicBezTo>
                  <a:pt x="2395" y="1724"/>
                  <a:pt x="2402" y="1682"/>
                  <a:pt x="2376" y="1661"/>
                </a:cubicBezTo>
                <a:cubicBezTo>
                  <a:pt x="2351" y="1640"/>
                  <a:pt x="2355" y="1601"/>
                  <a:pt x="2383" y="1587"/>
                </a:cubicBezTo>
                <a:cubicBezTo>
                  <a:pt x="2413" y="1571"/>
                  <a:pt x="2416" y="1529"/>
                  <a:pt x="2387" y="1510"/>
                </a:cubicBezTo>
                <a:cubicBezTo>
                  <a:pt x="2361" y="1492"/>
                  <a:pt x="2361" y="1453"/>
                  <a:pt x="2387" y="1435"/>
                </a:cubicBezTo>
                <a:cubicBezTo>
                  <a:pt x="2416" y="1417"/>
                  <a:pt x="2413" y="1374"/>
                  <a:pt x="2383" y="1359"/>
                </a:cubicBezTo>
                <a:cubicBezTo>
                  <a:pt x="2355" y="1344"/>
                  <a:pt x="2351" y="1305"/>
                  <a:pt x="2376" y="1285"/>
                </a:cubicBezTo>
                <a:cubicBezTo>
                  <a:pt x="2402" y="1263"/>
                  <a:pt x="2395" y="1221"/>
                  <a:pt x="2363" y="1209"/>
                </a:cubicBezTo>
                <a:cubicBezTo>
                  <a:pt x="2334" y="1197"/>
                  <a:pt x="2326" y="1159"/>
                  <a:pt x="2348" y="1136"/>
                </a:cubicBezTo>
                <a:cubicBezTo>
                  <a:pt x="2372" y="1112"/>
                  <a:pt x="2361" y="1071"/>
                  <a:pt x="2328" y="1062"/>
                </a:cubicBezTo>
                <a:cubicBezTo>
                  <a:pt x="2297" y="1053"/>
                  <a:pt x="2285" y="1016"/>
                  <a:pt x="2305" y="991"/>
                </a:cubicBezTo>
                <a:cubicBezTo>
                  <a:pt x="2326" y="964"/>
                  <a:pt x="2311" y="925"/>
                  <a:pt x="2278" y="919"/>
                </a:cubicBezTo>
                <a:cubicBezTo>
                  <a:pt x="2246" y="914"/>
                  <a:pt x="2230" y="878"/>
                  <a:pt x="2247" y="851"/>
                </a:cubicBezTo>
                <a:cubicBezTo>
                  <a:pt x="2265" y="823"/>
                  <a:pt x="2246" y="785"/>
                  <a:pt x="2212" y="783"/>
                </a:cubicBezTo>
                <a:cubicBezTo>
                  <a:pt x="2181" y="781"/>
                  <a:pt x="2161" y="747"/>
                  <a:pt x="2175" y="718"/>
                </a:cubicBezTo>
                <a:cubicBezTo>
                  <a:pt x="2190" y="688"/>
                  <a:pt x="2167" y="652"/>
                  <a:pt x="2133" y="654"/>
                </a:cubicBezTo>
                <a:cubicBezTo>
                  <a:pt x="2101" y="655"/>
                  <a:pt x="2079" y="624"/>
                  <a:pt x="2090" y="594"/>
                </a:cubicBezTo>
                <a:cubicBezTo>
                  <a:pt x="2101" y="562"/>
                  <a:pt x="2075" y="529"/>
                  <a:pt x="2041" y="534"/>
                </a:cubicBezTo>
                <a:cubicBezTo>
                  <a:pt x="2010" y="539"/>
                  <a:pt x="1984" y="510"/>
                  <a:pt x="1992" y="479"/>
                </a:cubicBezTo>
                <a:cubicBezTo>
                  <a:pt x="2000" y="446"/>
                  <a:pt x="1970" y="416"/>
                  <a:pt x="1937" y="424"/>
                </a:cubicBezTo>
                <a:cubicBezTo>
                  <a:pt x="1937" y="424"/>
                  <a:pt x="1937" y="424"/>
                  <a:pt x="1937" y="424"/>
                </a:cubicBezTo>
                <a:cubicBezTo>
                  <a:pt x="1906" y="432"/>
                  <a:pt x="1877" y="406"/>
                  <a:pt x="1882" y="375"/>
                </a:cubicBezTo>
                <a:cubicBezTo>
                  <a:pt x="1887" y="341"/>
                  <a:pt x="1854" y="314"/>
                  <a:pt x="1822" y="326"/>
                </a:cubicBezTo>
                <a:cubicBezTo>
                  <a:pt x="1792" y="337"/>
                  <a:pt x="1761" y="314"/>
                  <a:pt x="1762" y="282"/>
                </a:cubicBezTo>
                <a:cubicBezTo>
                  <a:pt x="1763" y="249"/>
                  <a:pt x="1728" y="226"/>
                  <a:pt x="1697" y="241"/>
                </a:cubicBezTo>
                <a:cubicBezTo>
                  <a:pt x="1669" y="255"/>
                  <a:pt x="1635" y="235"/>
                  <a:pt x="1633" y="203"/>
                </a:cubicBezTo>
                <a:cubicBezTo>
                  <a:pt x="1631" y="170"/>
                  <a:pt x="1593" y="150"/>
                  <a:pt x="1565" y="169"/>
                </a:cubicBezTo>
                <a:cubicBezTo>
                  <a:pt x="1538" y="186"/>
                  <a:pt x="1502" y="170"/>
                  <a:pt x="1497" y="138"/>
                </a:cubicBezTo>
                <a:cubicBezTo>
                  <a:pt x="1491" y="105"/>
                  <a:pt x="1451" y="90"/>
                  <a:pt x="1425" y="111"/>
                </a:cubicBezTo>
                <a:cubicBezTo>
                  <a:pt x="1400" y="131"/>
                  <a:pt x="1363" y="118"/>
                  <a:pt x="1354" y="88"/>
                </a:cubicBezTo>
                <a:cubicBezTo>
                  <a:pt x="1345" y="55"/>
                  <a:pt x="1304" y="44"/>
                  <a:pt x="1280" y="68"/>
                </a:cubicBezTo>
                <a:cubicBezTo>
                  <a:pt x="1257" y="90"/>
                  <a:pt x="1219" y="82"/>
                  <a:pt x="1207" y="52"/>
                </a:cubicBezTo>
                <a:cubicBezTo>
                  <a:pt x="1195" y="21"/>
                  <a:pt x="1153" y="14"/>
                  <a:pt x="1131" y="40"/>
                </a:cubicBezTo>
                <a:cubicBezTo>
                  <a:pt x="1111" y="65"/>
                  <a:pt x="1072" y="61"/>
                  <a:pt x="1057" y="33"/>
                </a:cubicBezTo>
                <a:cubicBezTo>
                  <a:pt x="1041" y="2"/>
                  <a:pt x="999" y="0"/>
                  <a:pt x="980" y="29"/>
                </a:cubicBezTo>
                <a:cubicBezTo>
                  <a:pt x="980" y="29"/>
                  <a:pt x="980" y="29"/>
                  <a:pt x="980" y="29"/>
                </a:cubicBezTo>
                <a:cubicBezTo>
                  <a:pt x="963" y="55"/>
                  <a:pt x="924" y="55"/>
                  <a:pt x="906" y="29"/>
                </a:cubicBezTo>
                <a:cubicBezTo>
                  <a:pt x="906" y="29"/>
                  <a:pt x="906" y="29"/>
                  <a:pt x="906" y="29"/>
                </a:cubicBezTo>
                <a:cubicBezTo>
                  <a:pt x="887" y="0"/>
                  <a:pt x="845" y="2"/>
                  <a:pt x="829" y="33"/>
                </a:cubicBezTo>
                <a:cubicBezTo>
                  <a:pt x="814" y="61"/>
                  <a:pt x="776" y="65"/>
                  <a:pt x="755" y="40"/>
                </a:cubicBezTo>
                <a:cubicBezTo>
                  <a:pt x="734" y="14"/>
                  <a:pt x="692" y="21"/>
                  <a:pt x="679" y="52"/>
                </a:cubicBezTo>
                <a:cubicBezTo>
                  <a:pt x="668" y="82"/>
                  <a:pt x="629" y="90"/>
                  <a:pt x="607" y="68"/>
                </a:cubicBezTo>
                <a:cubicBezTo>
                  <a:pt x="582" y="44"/>
                  <a:pt x="542" y="55"/>
                  <a:pt x="532" y="88"/>
                </a:cubicBezTo>
                <a:cubicBezTo>
                  <a:pt x="524" y="118"/>
                  <a:pt x="487" y="131"/>
                  <a:pt x="462" y="111"/>
                </a:cubicBezTo>
                <a:cubicBezTo>
                  <a:pt x="435" y="90"/>
                  <a:pt x="396" y="105"/>
                  <a:pt x="390" y="138"/>
                </a:cubicBezTo>
                <a:cubicBezTo>
                  <a:pt x="385" y="170"/>
                  <a:pt x="349" y="186"/>
                  <a:pt x="322" y="169"/>
                </a:cubicBezTo>
                <a:cubicBezTo>
                  <a:pt x="293" y="150"/>
                  <a:pt x="256" y="170"/>
                  <a:pt x="253" y="203"/>
                </a:cubicBezTo>
                <a:cubicBezTo>
                  <a:pt x="251" y="235"/>
                  <a:pt x="218" y="255"/>
                  <a:pt x="189" y="241"/>
                </a:cubicBezTo>
                <a:cubicBezTo>
                  <a:pt x="189" y="241"/>
                  <a:pt x="189" y="241"/>
                  <a:pt x="189" y="241"/>
                </a:cubicBezTo>
                <a:cubicBezTo>
                  <a:pt x="159" y="226"/>
                  <a:pt x="123" y="249"/>
                  <a:pt x="125" y="282"/>
                </a:cubicBezTo>
                <a:cubicBezTo>
                  <a:pt x="126" y="314"/>
                  <a:pt x="94" y="337"/>
                  <a:pt x="64" y="326"/>
                </a:cubicBezTo>
                <a:cubicBezTo>
                  <a:pt x="33" y="314"/>
                  <a:pt x="0" y="341"/>
                  <a:pt x="5" y="375"/>
                </a:cubicBezTo>
                <a:cubicBezTo>
                  <a:pt x="6" y="381"/>
                  <a:pt x="5" y="387"/>
                  <a:pt x="4" y="392"/>
                </a:cubicBezTo>
                <a:cubicBezTo>
                  <a:pt x="4" y="2553"/>
                  <a:pt x="4" y="2553"/>
                  <a:pt x="4" y="2553"/>
                </a:cubicBezTo>
                <a:cubicBezTo>
                  <a:pt x="5" y="2559"/>
                  <a:pt x="6" y="2564"/>
                  <a:pt x="5" y="2571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39342381-A481-D7FD-0DE4-D73B21C9B617}"/>
              </a:ext>
            </a:extLst>
          </p:cNvPr>
          <p:cNvSpPr>
            <a:spLocks/>
          </p:cNvSpPr>
          <p:nvPr userDrawn="1"/>
        </p:nvSpPr>
        <p:spPr bwMode="auto">
          <a:xfrm>
            <a:off x="0" y="5076825"/>
            <a:ext cx="2549525" cy="1781175"/>
          </a:xfrm>
          <a:custGeom>
            <a:avLst/>
            <a:gdLst>
              <a:gd name="T0" fmla="*/ 2366 w 2406"/>
              <a:gd name="T1" fmla="*/ 1660 h 1683"/>
              <a:gd name="T2" fmla="*/ 2374 w 2406"/>
              <a:gd name="T3" fmla="*/ 1586 h 1683"/>
              <a:gd name="T4" fmla="*/ 2378 w 2406"/>
              <a:gd name="T5" fmla="*/ 1510 h 1683"/>
              <a:gd name="T6" fmla="*/ 2378 w 2406"/>
              <a:gd name="T7" fmla="*/ 1435 h 1683"/>
              <a:gd name="T8" fmla="*/ 2374 w 2406"/>
              <a:gd name="T9" fmla="*/ 1358 h 1683"/>
              <a:gd name="T10" fmla="*/ 2366 w 2406"/>
              <a:gd name="T11" fmla="*/ 1285 h 1683"/>
              <a:gd name="T12" fmla="*/ 2354 w 2406"/>
              <a:gd name="T13" fmla="*/ 1209 h 1683"/>
              <a:gd name="T14" fmla="*/ 2339 w 2406"/>
              <a:gd name="T15" fmla="*/ 1136 h 1683"/>
              <a:gd name="T16" fmla="*/ 2319 w 2406"/>
              <a:gd name="T17" fmla="*/ 1062 h 1683"/>
              <a:gd name="T18" fmla="*/ 2296 w 2406"/>
              <a:gd name="T19" fmla="*/ 991 h 1683"/>
              <a:gd name="T20" fmla="*/ 2268 w 2406"/>
              <a:gd name="T21" fmla="*/ 919 h 1683"/>
              <a:gd name="T22" fmla="*/ 2238 w 2406"/>
              <a:gd name="T23" fmla="*/ 851 h 1683"/>
              <a:gd name="T24" fmla="*/ 2203 w 2406"/>
              <a:gd name="T25" fmla="*/ 783 h 1683"/>
              <a:gd name="T26" fmla="*/ 2166 w 2406"/>
              <a:gd name="T27" fmla="*/ 718 h 1683"/>
              <a:gd name="T28" fmla="*/ 2124 w 2406"/>
              <a:gd name="T29" fmla="*/ 654 h 1683"/>
              <a:gd name="T30" fmla="*/ 2080 w 2406"/>
              <a:gd name="T31" fmla="*/ 594 h 1683"/>
              <a:gd name="T32" fmla="*/ 2032 w 2406"/>
              <a:gd name="T33" fmla="*/ 534 h 1683"/>
              <a:gd name="T34" fmla="*/ 1982 w 2406"/>
              <a:gd name="T35" fmla="*/ 479 h 1683"/>
              <a:gd name="T36" fmla="*/ 1928 w 2406"/>
              <a:gd name="T37" fmla="*/ 424 h 1683"/>
              <a:gd name="T38" fmla="*/ 1928 w 2406"/>
              <a:gd name="T39" fmla="*/ 424 h 1683"/>
              <a:gd name="T40" fmla="*/ 1872 w 2406"/>
              <a:gd name="T41" fmla="*/ 374 h 1683"/>
              <a:gd name="T42" fmla="*/ 1813 w 2406"/>
              <a:gd name="T43" fmla="*/ 326 h 1683"/>
              <a:gd name="T44" fmla="*/ 1753 w 2406"/>
              <a:gd name="T45" fmla="*/ 282 h 1683"/>
              <a:gd name="T46" fmla="*/ 1688 w 2406"/>
              <a:gd name="T47" fmla="*/ 240 h 1683"/>
              <a:gd name="T48" fmla="*/ 1624 w 2406"/>
              <a:gd name="T49" fmla="*/ 203 h 1683"/>
              <a:gd name="T50" fmla="*/ 1555 w 2406"/>
              <a:gd name="T51" fmla="*/ 168 h 1683"/>
              <a:gd name="T52" fmla="*/ 1487 w 2406"/>
              <a:gd name="T53" fmla="*/ 138 h 1683"/>
              <a:gd name="T54" fmla="*/ 1415 w 2406"/>
              <a:gd name="T55" fmla="*/ 111 h 1683"/>
              <a:gd name="T56" fmla="*/ 1345 w 2406"/>
              <a:gd name="T57" fmla="*/ 88 h 1683"/>
              <a:gd name="T58" fmla="*/ 1270 w 2406"/>
              <a:gd name="T59" fmla="*/ 68 h 1683"/>
              <a:gd name="T60" fmla="*/ 1198 w 2406"/>
              <a:gd name="T61" fmla="*/ 52 h 1683"/>
              <a:gd name="T62" fmla="*/ 1122 w 2406"/>
              <a:gd name="T63" fmla="*/ 40 h 1683"/>
              <a:gd name="T64" fmla="*/ 1048 w 2406"/>
              <a:gd name="T65" fmla="*/ 32 h 1683"/>
              <a:gd name="T66" fmla="*/ 971 w 2406"/>
              <a:gd name="T67" fmla="*/ 28 h 1683"/>
              <a:gd name="T68" fmla="*/ 971 w 2406"/>
              <a:gd name="T69" fmla="*/ 28 h 1683"/>
              <a:gd name="T70" fmla="*/ 897 w 2406"/>
              <a:gd name="T71" fmla="*/ 28 h 1683"/>
              <a:gd name="T72" fmla="*/ 897 w 2406"/>
              <a:gd name="T73" fmla="*/ 28 h 1683"/>
              <a:gd name="T74" fmla="*/ 820 w 2406"/>
              <a:gd name="T75" fmla="*/ 32 h 1683"/>
              <a:gd name="T76" fmla="*/ 746 w 2406"/>
              <a:gd name="T77" fmla="*/ 40 h 1683"/>
              <a:gd name="T78" fmla="*/ 670 w 2406"/>
              <a:gd name="T79" fmla="*/ 52 h 1683"/>
              <a:gd name="T80" fmla="*/ 597 w 2406"/>
              <a:gd name="T81" fmla="*/ 68 h 1683"/>
              <a:gd name="T82" fmla="*/ 523 w 2406"/>
              <a:gd name="T83" fmla="*/ 88 h 1683"/>
              <a:gd name="T84" fmla="*/ 452 w 2406"/>
              <a:gd name="T85" fmla="*/ 111 h 1683"/>
              <a:gd name="T86" fmla="*/ 380 w 2406"/>
              <a:gd name="T87" fmla="*/ 138 h 1683"/>
              <a:gd name="T88" fmla="*/ 313 w 2406"/>
              <a:gd name="T89" fmla="*/ 168 h 1683"/>
              <a:gd name="T90" fmla="*/ 244 w 2406"/>
              <a:gd name="T91" fmla="*/ 203 h 1683"/>
              <a:gd name="T92" fmla="*/ 180 w 2406"/>
              <a:gd name="T93" fmla="*/ 240 h 1683"/>
              <a:gd name="T94" fmla="*/ 180 w 2406"/>
              <a:gd name="T95" fmla="*/ 240 h 1683"/>
              <a:gd name="T96" fmla="*/ 115 w 2406"/>
              <a:gd name="T97" fmla="*/ 282 h 1683"/>
              <a:gd name="T98" fmla="*/ 55 w 2406"/>
              <a:gd name="T99" fmla="*/ 326 h 1683"/>
              <a:gd name="T100" fmla="*/ 0 w 2406"/>
              <a:gd name="T101" fmla="*/ 348 h 1683"/>
              <a:gd name="T102" fmla="*/ 0 w 2406"/>
              <a:gd name="T103" fmla="*/ 1683 h 1683"/>
              <a:gd name="T104" fmla="*/ 2381 w 2406"/>
              <a:gd name="T105" fmla="*/ 1683 h 1683"/>
              <a:gd name="T106" fmla="*/ 2366 w 2406"/>
              <a:gd name="T107" fmla="*/ 1660 h 1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406" h="1683">
                <a:moveTo>
                  <a:pt x="2366" y="1660"/>
                </a:moveTo>
                <a:cubicBezTo>
                  <a:pt x="2342" y="1640"/>
                  <a:pt x="2346" y="1601"/>
                  <a:pt x="2374" y="1586"/>
                </a:cubicBezTo>
                <a:cubicBezTo>
                  <a:pt x="2404" y="1571"/>
                  <a:pt x="2406" y="1528"/>
                  <a:pt x="2378" y="1510"/>
                </a:cubicBezTo>
                <a:cubicBezTo>
                  <a:pt x="2351" y="1492"/>
                  <a:pt x="2351" y="1453"/>
                  <a:pt x="2378" y="1435"/>
                </a:cubicBezTo>
                <a:cubicBezTo>
                  <a:pt x="2406" y="1416"/>
                  <a:pt x="2404" y="1374"/>
                  <a:pt x="2374" y="1358"/>
                </a:cubicBezTo>
                <a:cubicBezTo>
                  <a:pt x="2346" y="1344"/>
                  <a:pt x="2342" y="1305"/>
                  <a:pt x="2366" y="1285"/>
                </a:cubicBezTo>
                <a:cubicBezTo>
                  <a:pt x="2392" y="1263"/>
                  <a:pt x="2386" y="1221"/>
                  <a:pt x="2354" y="1209"/>
                </a:cubicBezTo>
                <a:cubicBezTo>
                  <a:pt x="2324" y="1197"/>
                  <a:pt x="2316" y="1159"/>
                  <a:pt x="2339" y="1136"/>
                </a:cubicBezTo>
                <a:cubicBezTo>
                  <a:pt x="2362" y="1112"/>
                  <a:pt x="2351" y="1071"/>
                  <a:pt x="2319" y="1062"/>
                </a:cubicBezTo>
                <a:cubicBezTo>
                  <a:pt x="2288" y="1053"/>
                  <a:pt x="2276" y="1016"/>
                  <a:pt x="2296" y="991"/>
                </a:cubicBezTo>
                <a:cubicBezTo>
                  <a:pt x="2317" y="964"/>
                  <a:pt x="2302" y="925"/>
                  <a:pt x="2268" y="919"/>
                </a:cubicBezTo>
                <a:cubicBezTo>
                  <a:pt x="2237" y="914"/>
                  <a:pt x="2221" y="878"/>
                  <a:pt x="2238" y="851"/>
                </a:cubicBezTo>
                <a:cubicBezTo>
                  <a:pt x="2256" y="822"/>
                  <a:pt x="2237" y="785"/>
                  <a:pt x="2203" y="783"/>
                </a:cubicBezTo>
                <a:cubicBezTo>
                  <a:pt x="2171" y="781"/>
                  <a:pt x="2152" y="747"/>
                  <a:pt x="2166" y="718"/>
                </a:cubicBezTo>
                <a:cubicBezTo>
                  <a:pt x="2181" y="688"/>
                  <a:pt x="2158" y="652"/>
                  <a:pt x="2124" y="654"/>
                </a:cubicBezTo>
                <a:cubicBezTo>
                  <a:pt x="2092" y="655"/>
                  <a:pt x="2069" y="623"/>
                  <a:pt x="2080" y="594"/>
                </a:cubicBezTo>
                <a:cubicBezTo>
                  <a:pt x="2092" y="562"/>
                  <a:pt x="2065" y="529"/>
                  <a:pt x="2032" y="534"/>
                </a:cubicBezTo>
                <a:cubicBezTo>
                  <a:pt x="2000" y="538"/>
                  <a:pt x="1974" y="509"/>
                  <a:pt x="1982" y="479"/>
                </a:cubicBezTo>
                <a:cubicBezTo>
                  <a:pt x="1991" y="446"/>
                  <a:pt x="1961" y="416"/>
                  <a:pt x="1928" y="424"/>
                </a:cubicBezTo>
                <a:cubicBezTo>
                  <a:pt x="1928" y="424"/>
                  <a:pt x="1928" y="424"/>
                  <a:pt x="1928" y="424"/>
                </a:cubicBezTo>
                <a:cubicBezTo>
                  <a:pt x="1897" y="432"/>
                  <a:pt x="1868" y="406"/>
                  <a:pt x="1872" y="374"/>
                </a:cubicBezTo>
                <a:cubicBezTo>
                  <a:pt x="1877" y="341"/>
                  <a:pt x="1845" y="314"/>
                  <a:pt x="1813" y="326"/>
                </a:cubicBezTo>
                <a:cubicBezTo>
                  <a:pt x="1783" y="337"/>
                  <a:pt x="1751" y="314"/>
                  <a:pt x="1753" y="282"/>
                </a:cubicBezTo>
                <a:cubicBezTo>
                  <a:pt x="1754" y="248"/>
                  <a:pt x="1718" y="225"/>
                  <a:pt x="1688" y="240"/>
                </a:cubicBezTo>
                <a:cubicBezTo>
                  <a:pt x="1659" y="255"/>
                  <a:pt x="1626" y="235"/>
                  <a:pt x="1624" y="203"/>
                </a:cubicBezTo>
                <a:cubicBezTo>
                  <a:pt x="1621" y="169"/>
                  <a:pt x="1584" y="150"/>
                  <a:pt x="1555" y="168"/>
                </a:cubicBezTo>
                <a:cubicBezTo>
                  <a:pt x="1528" y="185"/>
                  <a:pt x="1493" y="170"/>
                  <a:pt x="1487" y="138"/>
                </a:cubicBezTo>
                <a:cubicBezTo>
                  <a:pt x="1482" y="105"/>
                  <a:pt x="1442" y="90"/>
                  <a:pt x="1415" y="111"/>
                </a:cubicBezTo>
                <a:cubicBezTo>
                  <a:pt x="1390" y="130"/>
                  <a:pt x="1353" y="118"/>
                  <a:pt x="1345" y="88"/>
                </a:cubicBezTo>
                <a:cubicBezTo>
                  <a:pt x="1336" y="55"/>
                  <a:pt x="1295" y="44"/>
                  <a:pt x="1270" y="68"/>
                </a:cubicBezTo>
                <a:cubicBezTo>
                  <a:pt x="1248" y="90"/>
                  <a:pt x="1209" y="82"/>
                  <a:pt x="1198" y="52"/>
                </a:cubicBezTo>
                <a:cubicBezTo>
                  <a:pt x="1185" y="21"/>
                  <a:pt x="1143" y="14"/>
                  <a:pt x="1122" y="40"/>
                </a:cubicBezTo>
                <a:cubicBezTo>
                  <a:pt x="1101" y="65"/>
                  <a:pt x="1063" y="61"/>
                  <a:pt x="1048" y="32"/>
                </a:cubicBezTo>
                <a:cubicBezTo>
                  <a:pt x="1032" y="2"/>
                  <a:pt x="990" y="0"/>
                  <a:pt x="971" y="28"/>
                </a:cubicBezTo>
                <a:cubicBezTo>
                  <a:pt x="971" y="28"/>
                  <a:pt x="971" y="28"/>
                  <a:pt x="971" y="28"/>
                </a:cubicBezTo>
                <a:cubicBezTo>
                  <a:pt x="953" y="55"/>
                  <a:pt x="914" y="55"/>
                  <a:pt x="897" y="28"/>
                </a:cubicBezTo>
                <a:cubicBezTo>
                  <a:pt x="897" y="28"/>
                  <a:pt x="897" y="28"/>
                  <a:pt x="897" y="28"/>
                </a:cubicBezTo>
                <a:cubicBezTo>
                  <a:pt x="878" y="0"/>
                  <a:pt x="836" y="2"/>
                  <a:pt x="820" y="32"/>
                </a:cubicBezTo>
                <a:cubicBezTo>
                  <a:pt x="805" y="61"/>
                  <a:pt x="766" y="65"/>
                  <a:pt x="746" y="40"/>
                </a:cubicBezTo>
                <a:cubicBezTo>
                  <a:pt x="724" y="14"/>
                  <a:pt x="682" y="21"/>
                  <a:pt x="670" y="52"/>
                </a:cubicBezTo>
                <a:cubicBezTo>
                  <a:pt x="658" y="82"/>
                  <a:pt x="620" y="90"/>
                  <a:pt x="597" y="68"/>
                </a:cubicBezTo>
                <a:cubicBezTo>
                  <a:pt x="573" y="44"/>
                  <a:pt x="532" y="55"/>
                  <a:pt x="523" y="88"/>
                </a:cubicBezTo>
                <a:cubicBezTo>
                  <a:pt x="514" y="118"/>
                  <a:pt x="477" y="130"/>
                  <a:pt x="452" y="111"/>
                </a:cubicBezTo>
                <a:cubicBezTo>
                  <a:pt x="426" y="90"/>
                  <a:pt x="386" y="105"/>
                  <a:pt x="380" y="138"/>
                </a:cubicBezTo>
                <a:cubicBezTo>
                  <a:pt x="375" y="170"/>
                  <a:pt x="339" y="185"/>
                  <a:pt x="313" y="168"/>
                </a:cubicBezTo>
                <a:cubicBezTo>
                  <a:pt x="284" y="150"/>
                  <a:pt x="246" y="169"/>
                  <a:pt x="244" y="203"/>
                </a:cubicBezTo>
                <a:cubicBezTo>
                  <a:pt x="242" y="235"/>
                  <a:pt x="208" y="255"/>
                  <a:pt x="180" y="240"/>
                </a:cubicBezTo>
                <a:cubicBezTo>
                  <a:pt x="180" y="240"/>
                  <a:pt x="180" y="240"/>
                  <a:pt x="180" y="240"/>
                </a:cubicBezTo>
                <a:cubicBezTo>
                  <a:pt x="149" y="225"/>
                  <a:pt x="114" y="248"/>
                  <a:pt x="115" y="282"/>
                </a:cubicBezTo>
                <a:cubicBezTo>
                  <a:pt x="116" y="314"/>
                  <a:pt x="85" y="337"/>
                  <a:pt x="55" y="326"/>
                </a:cubicBezTo>
                <a:cubicBezTo>
                  <a:pt x="32" y="318"/>
                  <a:pt x="9" y="329"/>
                  <a:pt x="0" y="348"/>
                </a:cubicBezTo>
                <a:cubicBezTo>
                  <a:pt x="0" y="1683"/>
                  <a:pt x="0" y="1683"/>
                  <a:pt x="0" y="1683"/>
                </a:cubicBezTo>
                <a:cubicBezTo>
                  <a:pt x="2381" y="1683"/>
                  <a:pt x="2381" y="1683"/>
                  <a:pt x="2381" y="1683"/>
                </a:cubicBezTo>
                <a:cubicBezTo>
                  <a:pt x="2378" y="1674"/>
                  <a:pt x="2374" y="1667"/>
                  <a:pt x="2366" y="1660"/>
                </a:cubicBezTo>
              </a:path>
            </a:pathLst>
          </a:custGeom>
          <a:solidFill>
            <a:srgbClr val="F400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62A78-4EDD-3EC3-028F-1BCCC86618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0914" y="6396039"/>
            <a:ext cx="246479" cy="24170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D06D9B-78D8-B0E6-70A0-EB90BFBADA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2" y="1677971"/>
            <a:ext cx="8586787" cy="3141679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7200" spc="-300" baseline="0"/>
            </a:lvl1pPr>
          </a:lstStyle>
          <a:p>
            <a:r>
              <a:rPr lang="en-GB"/>
              <a:t>Click to edit copy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938C0D-1229-F7CF-DC03-69FA8D554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6276" y="6390420"/>
            <a:ext cx="1324800" cy="2454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B863492-F8D0-B33A-7F65-05D43177B0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7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Content [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034" y="1277332"/>
            <a:ext cx="5849333" cy="4528155"/>
          </a:xfrm>
        </p:spPr>
        <p:txBody>
          <a:bodyPr/>
          <a:lstStyle>
            <a:lvl1pPr marL="296863" indent="-296863">
              <a:defRPr sz="4900" spc="-150"/>
            </a:lvl1pPr>
          </a:lstStyle>
          <a:p>
            <a:r>
              <a:rPr lang="en-GB"/>
              <a:t>“Click to edit Quote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57" y="1315039"/>
            <a:ext cx="3814762" cy="4490448"/>
          </a:xfrm>
        </p:spPr>
        <p:txBody>
          <a:bodyPr/>
          <a:lstStyle>
            <a:lvl1pPr>
              <a:defRPr sz="1800"/>
            </a:lvl1pPr>
            <a:lvl2pPr marL="222250" indent="-222250">
              <a:defRPr sz="18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7699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Content [Red]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034" y="1277332"/>
            <a:ext cx="5849333" cy="4528155"/>
          </a:xfrm>
        </p:spPr>
        <p:txBody>
          <a:bodyPr/>
          <a:lstStyle>
            <a:lvl1pPr marL="296863" indent="-296863">
              <a:defRPr sz="4900" spc="-150"/>
            </a:lvl1pPr>
          </a:lstStyle>
          <a:p>
            <a:r>
              <a:rPr lang="en-GB"/>
              <a:t>“Click to edit Quote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57" y="1315039"/>
            <a:ext cx="3814762" cy="4490448"/>
          </a:xfrm>
        </p:spPr>
        <p:txBody>
          <a:bodyPr/>
          <a:lstStyle>
            <a:lvl1pPr>
              <a:defRPr sz="1800"/>
            </a:lvl1pPr>
            <a:lvl2pPr marL="223200" indent="-223200">
              <a:defRPr sz="18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7327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Content [Blue]">
    <p:bg>
      <p:bgPr>
        <a:solidFill>
          <a:srgbClr val="C3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638D-F8C0-E35A-A7BB-CD81F5A71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034" y="1277332"/>
            <a:ext cx="5849333" cy="4528155"/>
          </a:xfrm>
        </p:spPr>
        <p:txBody>
          <a:bodyPr/>
          <a:lstStyle>
            <a:lvl1pPr marL="296863" indent="-296863">
              <a:defRPr sz="4900" spc="-150"/>
            </a:lvl1pPr>
          </a:lstStyle>
          <a:p>
            <a:r>
              <a:rPr lang="en-GB"/>
              <a:t>“Click to edit Quote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4E3D-2F9D-E559-9434-B7F4E545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057" y="1315039"/>
            <a:ext cx="3814762" cy="4490448"/>
          </a:xfrm>
        </p:spPr>
        <p:txBody>
          <a:bodyPr/>
          <a:lstStyle>
            <a:lvl1pPr>
              <a:defRPr sz="1800"/>
            </a:lvl1pPr>
            <a:lvl2pPr marL="223200" indent="-223200">
              <a:defRPr sz="18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29B3-0F61-36E1-58E7-6BDAC2F9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4845-47AD-4112-996F-FE17105557F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4BDD5-EC92-4CF0-3ED1-016C16A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48BF-8419-6211-8FBD-ABA0E27A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3975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and Shaped Image [Whit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30FAF6-42D1-44A3-CC7C-F047287A3B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34911" y="2290712"/>
            <a:ext cx="5816764" cy="3019475"/>
          </a:xfrm>
        </p:spPr>
        <p:txBody>
          <a:bodyPr/>
          <a:lstStyle>
            <a:lvl1pPr marL="103188" indent="-103188">
              <a:spcBef>
                <a:spcPts val="0"/>
              </a:spcBef>
              <a:spcAft>
                <a:spcPts val="2400"/>
              </a:spcAft>
              <a:defRPr sz="2100"/>
            </a:lvl1pPr>
            <a:lvl2pPr marL="88900" indent="0">
              <a:buNone/>
              <a:defRPr sz="1400"/>
            </a:lvl2pPr>
            <a:lvl3pPr marL="88900" indent="0">
              <a:buNone/>
              <a:defRPr sz="1400"/>
            </a:lvl3pPr>
            <a:lvl4pPr marL="88900" indent="0">
              <a:buNone/>
              <a:defRPr sz="1400"/>
            </a:lvl4pPr>
            <a:lvl5pPr marL="88900" indent="0">
              <a:buNone/>
              <a:defRPr sz="1400"/>
            </a:lvl5pPr>
          </a:lstStyle>
          <a:p>
            <a:pPr lvl="0"/>
            <a:r>
              <a:rPr lang="en-GB"/>
              <a:t>“Click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415169E-EC26-95B8-3DB6-DE9DCCBCBF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23708" y="1984252"/>
            <a:ext cx="3418033" cy="3325935"/>
          </a:xfrm>
          <a:custGeom>
            <a:avLst/>
            <a:gdLst>
              <a:gd name="connsiteX0" fmla="*/ 1727966 w 2946775"/>
              <a:gd name="connsiteY0" fmla="*/ 1 h 2867375"/>
              <a:gd name="connsiteX1" fmla="*/ 2138975 w 2946775"/>
              <a:gd name="connsiteY1" fmla="*/ 147287 h 2867375"/>
              <a:gd name="connsiteX2" fmla="*/ 2286156 w 2946775"/>
              <a:gd name="connsiteY2" fmla="*/ 315702 h 2867375"/>
              <a:gd name="connsiteX3" fmla="*/ 2768583 w 2946775"/>
              <a:gd name="connsiteY3" fmla="*/ 784976 h 2867375"/>
              <a:gd name="connsiteX4" fmla="*/ 2788208 w 2946775"/>
              <a:gd name="connsiteY4" fmla="*/ 1005714 h 2867375"/>
              <a:gd name="connsiteX5" fmla="*/ 2902682 w 2946775"/>
              <a:gd name="connsiteY5" fmla="*/ 1669564 h 2867375"/>
              <a:gd name="connsiteX6" fmla="*/ 2788208 w 2946775"/>
              <a:gd name="connsiteY6" fmla="*/ 1860870 h 2867375"/>
              <a:gd name="connsiteX7" fmla="*/ 2490574 w 2946775"/>
              <a:gd name="connsiteY7" fmla="*/ 2464222 h 2867375"/>
              <a:gd name="connsiteX8" fmla="*/ 2286156 w 2946775"/>
              <a:gd name="connsiteY8" fmla="*/ 2552517 h 2867375"/>
              <a:gd name="connsiteX9" fmla="*/ 1690889 w 2946775"/>
              <a:gd name="connsiteY9" fmla="*/ 2866456 h 2867375"/>
              <a:gd name="connsiteX10" fmla="*/ 1473388 w 2946775"/>
              <a:gd name="connsiteY10" fmla="*/ 2815768 h 2867375"/>
              <a:gd name="connsiteX11" fmla="*/ 807802 w 2946775"/>
              <a:gd name="connsiteY11" fmla="*/ 2720932 h 2867375"/>
              <a:gd name="connsiteX12" fmla="*/ 660620 w 2946775"/>
              <a:gd name="connsiteY12" fmla="*/ 2552517 h 2867375"/>
              <a:gd name="connsiteX13" fmla="*/ 178193 w 2946775"/>
              <a:gd name="connsiteY13" fmla="*/ 2083244 h 2867375"/>
              <a:gd name="connsiteX14" fmla="*/ 158569 w 2946775"/>
              <a:gd name="connsiteY14" fmla="*/ 1860870 h 2867375"/>
              <a:gd name="connsiteX15" fmla="*/ 44094 w 2946775"/>
              <a:gd name="connsiteY15" fmla="*/ 1197020 h 2867375"/>
              <a:gd name="connsiteX16" fmla="*/ 158569 w 2946775"/>
              <a:gd name="connsiteY16" fmla="*/ 1005714 h 2867375"/>
              <a:gd name="connsiteX17" fmla="*/ 456202 w 2946775"/>
              <a:gd name="connsiteY17" fmla="*/ 402363 h 2867375"/>
              <a:gd name="connsiteX18" fmla="*/ 660620 w 2946775"/>
              <a:gd name="connsiteY18" fmla="*/ 315702 h 2867375"/>
              <a:gd name="connsiteX19" fmla="*/ 1255887 w 2946775"/>
              <a:gd name="connsiteY19" fmla="*/ 1764 h 2867375"/>
              <a:gd name="connsiteX20" fmla="*/ 1473388 w 2946775"/>
              <a:gd name="connsiteY20" fmla="*/ 50817 h 2867375"/>
              <a:gd name="connsiteX21" fmla="*/ 1727966 w 2946775"/>
              <a:gd name="connsiteY21" fmla="*/ 1 h 286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46775" h="2867375">
                <a:moveTo>
                  <a:pt x="1727966" y="1"/>
                </a:moveTo>
                <a:cubicBezTo>
                  <a:pt x="1872848" y="128"/>
                  <a:pt x="2018368" y="48159"/>
                  <a:pt x="2138975" y="147287"/>
                </a:cubicBezTo>
                <a:cubicBezTo>
                  <a:pt x="2199482" y="196340"/>
                  <a:pt x="2248543" y="253569"/>
                  <a:pt x="2286156" y="315702"/>
                </a:cubicBezTo>
                <a:cubicBezTo>
                  <a:pt x="2513469" y="368026"/>
                  <a:pt x="2704805" y="542981"/>
                  <a:pt x="2768583" y="784976"/>
                </a:cubicBezTo>
                <a:cubicBezTo>
                  <a:pt x="2788208" y="858555"/>
                  <a:pt x="2794749" y="933770"/>
                  <a:pt x="2788208" y="1005714"/>
                </a:cubicBezTo>
                <a:cubicBezTo>
                  <a:pt x="2940295" y="1183940"/>
                  <a:pt x="2992626" y="1435745"/>
                  <a:pt x="2902682" y="1669564"/>
                </a:cubicBezTo>
                <a:cubicBezTo>
                  <a:pt x="2874881" y="1741508"/>
                  <a:pt x="2835633" y="1805277"/>
                  <a:pt x="2788208" y="1860870"/>
                </a:cubicBezTo>
                <a:cubicBezTo>
                  <a:pt x="2807832" y="2093054"/>
                  <a:pt x="2701534" y="2328508"/>
                  <a:pt x="2490574" y="2464222"/>
                </a:cubicBezTo>
                <a:cubicBezTo>
                  <a:pt x="2426796" y="2506734"/>
                  <a:pt x="2356476" y="2536166"/>
                  <a:pt x="2286156" y="2552517"/>
                </a:cubicBezTo>
                <a:cubicBezTo>
                  <a:pt x="2165140" y="2751999"/>
                  <a:pt x="1941098" y="2879537"/>
                  <a:pt x="1690889" y="2866456"/>
                </a:cubicBezTo>
                <a:cubicBezTo>
                  <a:pt x="1614028" y="2861550"/>
                  <a:pt x="1540437" y="2843564"/>
                  <a:pt x="1473388" y="2815768"/>
                </a:cubicBezTo>
                <a:cubicBezTo>
                  <a:pt x="1257522" y="2905698"/>
                  <a:pt x="1000773" y="2877901"/>
                  <a:pt x="807802" y="2720932"/>
                </a:cubicBezTo>
                <a:cubicBezTo>
                  <a:pt x="747294" y="2671879"/>
                  <a:pt x="698233" y="2614651"/>
                  <a:pt x="660620" y="2552517"/>
                </a:cubicBezTo>
                <a:cubicBezTo>
                  <a:pt x="433307" y="2498559"/>
                  <a:pt x="241971" y="2325238"/>
                  <a:pt x="178193" y="2083244"/>
                </a:cubicBezTo>
                <a:cubicBezTo>
                  <a:pt x="158569" y="2008029"/>
                  <a:pt x="152027" y="1932815"/>
                  <a:pt x="158569" y="1860870"/>
                </a:cubicBezTo>
                <a:cubicBezTo>
                  <a:pt x="6481" y="1684280"/>
                  <a:pt x="-45850" y="1430840"/>
                  <a:pt x="44094" y="1197020"/>
                </a:cubicBezTo>
                <a:cubicBezTo>
                  <a:pt x="71895" y="1125076"/>
                  <a:pt x="111144" y="1061307"/>
                  <a:pt x="158569" y="1005714"/>
                </a:cubicBezTo>
                <a:cubicBezTo>
                  <a:pt x="138945" y="773530"/>
                  <a:pt x="245242" y="538076"/>
                  <a:pt x="456202" y="402363"/>
                </a:cubicBezTo>
                <a:cubicBezTo>
                  <a:pt x="519981" y="359850"/>
                  <a:pt x="590300" y="332053"/>
                  <a:pt x="660620" y="315702"/>
                </a:cubicBezTo>
                <a:cubicBezTo>
                  <a:pt x="781636" y="116220"/>
                  <a:pt x="1005679" y="-12952"/>
                  <a:pt x="1255887" y="1764"/>
                </a:cubicBezTo>
                <a:cubicBezTo>
                  <a:pt x="1332748" y="5034"/>
                  <a:pt x="1406339" y="23020"/>
                  <a:pt x="1473388" y="50817"/>
                </a:cubicBezTo>
                <a:cubicBezTo>
                  <a:pt x="1554338" y="17093"/>
                  <a:pt x="1641037" y="-76"/>
                  <a:pt x="1727966" y="1"/>
                </a:cubicBezTo>
                <a:close/>
              </a:path>
            </a:pathLst>
          </a:custGeom>
        </p:spPr>
        <p:txBody>
          <a:bodyPr wrap="square" tIns="108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67807B07-26ED-8F48-46DF-4271F4A188D3}"/>
              </a:ext>
            </a:extLst>
          </p:cNvPr>
          <p:cNvSpPr txBox="1">
            <a:spLocks/>
          </p:cNvSpPr>
          <p:nvPr userDrawn="1"/>
        </p:nvSpPr>
        <p:spPr>
          <a:xfrm>
            <a:off x="2282824" y="6448603"/>
            <a:ext cx="954089" cy="180000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27611A-58EE-4FDF-82BF-369478CC9360}" type="datetime1">
              <a:rPr lang="en-GB" smtClean="0"/>
              <a:pPr/>
              <a:t>05/09/2024</a:t>
            </a:fld>
            <a:endParaRPr lang="en-GB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F5CD991-7BD2-AE35-90BA-4760D7137FF3}"/>
              </a:ext>
            </a:extLst>
          </p:cNvPr>
          <p:cNvSpPr txBox="1">
            <a:spLocks/>
          </p:cNvSpPr>
          <p:nvPr userDrawn="1"/>
        </p:nvSpPr>
        <p:spPr>
          <a:xfrm>
            <a:off x="11571925" y="6448603"/>
            <a:ext cx="255587" cy="180000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601069-1C7F-400C-A16D-D5720940094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5DABB6FA-8773-2089-D80B-526B97F7275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-1" y="1588"/>
            <a:ext cx="12193200" cy="6858000"/>
          </a:xfrm>
          <a:custGeom>
            <a:avLst/>
            <a:gdLst>
              <a:gd name="T0" fmla="*/ 3828 w 7680"/>
              <a:gd name="T1" fmla="*/ 3950 h 4326"/>
              <a:gd name="T2" fmla="*/ 3724 w 7680"/>
              <a:gd name="T3" fmla="*/ 3757 h 4326"/>
              <a:gd name="T4" fmla="*/ 3748 w 7680"/>
              <a:gd name="T5" fmla="*/ 3688 h 4326"/>
              <a:gd name="T6" fmla="*/ 2902 w 7680"/>
              <a:gd name="T7" fmla="*/ 3618 h 4326"/>
              <a:gd name="T8" fmla="*/ 2102 w 7680"/>
              <a:gd name="T9" fmla="*/ 3633 h 4326"/>
              <a:gd name="T10" fmla="*/ 2078 w 7680"/>
              <a:gd name="T11" fmla="*/ 3723 h 4326"/>
              <a:gd name="T12" fmla="*/ 1974 w 7680"/>
              <a:gd name="T13" fmla="*/ 3950 h 4326"/>
              <a:gd name="T14" fmla="*/ 6006 w 7680"/>
              <a:gd name="T15" fmla="*/ 4326 h 4326"/>
              <a:gd name="T16" fmla="*/ 5873 w 7680"/>
              <a:gd name="T17" fmla="*/ 3917 h 4326"/>
              <a:gd name="T18" fmla="*/ 5794 w 7680"/>
              <a:gd name="T19" fmla="*/ 3723 h 4326"/>
              <a:gd name="T20" fmla="*/ 5769 w 7680"/>
              <a:gd name="T21" fmla="*/ 3633 h 4326"/>
              <a:gd name="T22" fmla="*/ 4969 w 7680"/>
              <a:gd name="T23" fmla="*/ 3618 h 4326"/>
              <a:gd name="T24" fmla="*/ 4124 w 7680"/>
              <a:gd name="T25" fmla="*/ 3688 h 4326"/>
              <a:gd name="T26" fmla="*/ 4148 w 7680"/>
              <a:gd name="T27" fmla="*/ 3757 h 4326"/>
              <a:gd name="T28" fmla="*/ 3936 w 7680"/>
              <a:gd name="T29" fmla="*/ 4180 h 4326"/>
              <a:gd name="T30" fmla="*/ 1866 w 7680"/>
              <a:gd name="T31" fmla="*/ 4180 h 4326"/>
              <a:gd name="T32" fmla="*/ 1655 w 7680"/>
              <a:gd name="T33" fmla="*/ 3758 h 4326"/>
              <a:gd name="T34" fmla="*/ 1657 w 7680"/>
              <a:gd name="T35" fmla="*/ 3722 h 4326"/>
              <a:gd name="T36" fmla="*/ 1629 w 7680"/>
              <a:gd name="T37" fmla="*/ 3633 h 4326"/>
              <a:gd name="T38" fmla="*/ 38 w 7680"/>
              <a:gd name="T39" fmla="*/ 3633 h 4326"/>
              <a:gd name="T40" fmla="*/ 7680 w 7680"/>
              <a:gd name="T41" fmla="*/ 3627 h 4326"/>
              <a:gd name="T42" fmla="*/ 6243 w 7680"/>
              <a:gd name="T43" fmla="*/ 3633 h 4326"/>
              <a:gd name="T44" fmla="*/ 6216 w 7680"/>
              <a:gd name="T45" fmla="*/ 3722 h 4326"/>
              <a:gd name="T46" fmla="*/ 6138 w 7680"/>
              <a:gd name="T47" fmla="*/ 3917 h 4326"/>
              <a:gd name="T48" fmla="*/ 6006 w 7680"/>
              <a:gd name="T49" fmla="*/ 4326 h 4326"/>
              <a:gd name="T50" fmla="*/ 46 w 7680"/>
              <a:gd name="T51" fmla="*/ 941 h 4326"/>
              <a:gd name="T52" fmla="*/ 832 w 7680"/>
              <a:gd name="T53" fmla="*/ 1052 h 4326"/>
              <a:gd name="T54" fmla="*/ 1576 w 7680"/>
              <a:gd name="T55" fmla="*/ 993 h 4326"/>
              <a:gd name="T56" fmla="*/ 1656 w 7680"/>
              <a:gd name="T57" fmla="*/ 911 h 4326"/>
              <a:gd name="T58" fmla="*/ 1759 w 7680"/>
              <a:gd name="T59" fmla="*/ 851 h 4326"/>
              <a:gd name="T60" fmla="*/ 1866 w 7680"/>
              <a:gd name="T61" fmla="*/ 722 h 4326"/>
              <a:gd name="T62" fmla="*/ 1866 w 7680"/>
              <a:gd name="T63" fmla="*/ 722 h 4326"/>
              <a:gd name="T64" fmla="*/ 1974 w 7680"/>
              <a:gd name="T65" fmla="*/ 851 h 4326"/>
              <a:gd name="T66" fmla="*/ 2077 w 7680"/>
              <a:gd name="T67" fmla="*/ 911 h 4326"/>
              <a:gd name="T68" fmla="*/ 2157 w 7680"/>
              <a:gd name="T69" fmla="*/ 993 h 4326"/>
              <a:gd name="T70" fmla="*/ 2902 w 7680"/>
              <a:gd name="T71" fmla="*/ 1052 h 4326"/>
              <a:gd name="T72" fmla="*/ 3690 w 7680"/>
              <a:gd name="T73" fmla="*/ 941 h 4326"/>
              <a:gd name="T74" fmla="*/ 3746 w 7680"/>
              <a:gd name="T75" fmla="*/ 903 h 4326"/>
              <a:gd name="T76" fmla="*/ 3913 w 7680"/>
              <a:gd name="T77" fmla="*/ 774 h 4326"/>
              <a:gd name="T78" fmla="*/ 6006 w 7680"/>
              <a:gd name="T79" fmla="*/ 0 h 4326"/>
              <a:gd name="T80" fmla="*/ 6105 w 7680"/>
              <a:gd name="T81" fmla="*/ 845 h 4326"/>
              <a:gd name="T82" fmla="*/ 6202 w 7680"/>
              <a:gd name="T83" fmla="*/ 905 h 4326"/>
              <a:gd name="T84" fmla="*/ 6262 w 7680"/>
              <a:gd name="T85" fmla="*/ 958 h 4326"/>
              <a:gd name="T86" fmla="*/ 7041 w 7680"/>
              <a:gd name="T87" fmla="*/ 1052 h 4326"/>
              <a:gd name="T88" fmla="*/ 3936 w 7680"/>
              <a:gd name="T89" fmla="*/ 0 h 4326"/>
              <a:gd name="T90" fmla="*/ 4035 w 7680"/>
              <a:gd name="T91" fmla="*/ 845 h 4326"/>
              <a:gd name="T92" fmla="*/ 4132 w 7680"/>
              <a:gd name="T93" fmla="*/ 905 h 4326"/>
              <a:gd name="T94" fmla="*/ 4192 w 7680"/>
              <a:gd name="T95" fmla="*/ 958 h 4326"/>
              <a:gd name="T96" fmla="*/ 4971 w 7680"/>
              <a:gd name="T97" fmla="*/ 1052 h 4326"/>
              <a:gd name="T98" fmla="*/ 5749 w 7680"/>
              <a:gd name="T99" fmla="*/ 958 h 4326"/>
              <a:gd name="T100" fmla="*/ 5809 w 7680"/>
              <a:gd name="T101" fmla="*/ 905 h 4326"/>
              <a:gd name="T102" fmla="*/ 5906 w 7680"/>
              <a:gd name="T103" fmla="*/ 845 h 4326"/>
              <a:gd name="T104" fmla="*/ 6006 w 7680"/>
              <a:gd name="T105" fmla="*/ 0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7680" h="4326">
                <a:moveTo>
                  <a:pt x="3936" y="4326"/>
                </a:moveTo>
                <a:cubicBezTo>
                  <a:pt x="3936" y="4180"/>
                  <a:pt x="3936" y="4180"/>
                  <a:pt x="3936" y="4180"/>
                </a:cubicBezTo>
                <a:cubicBezTo>
                  <a:pt x="3937" y="4127"/>
                  <a:pt x="3883" y="4026"/>
                  <a:pt x="3828" y="3950"/>
                </a:cubicBezTo>
                <a:cubicBezTo>
                  <a:pt x="3820" y="3938"/>
                  <a:pt x="3812" y="3927"/>
                  <a:pt x="3804" y="3917"/>
                </a:cubicBezTo>
                <a:cubicBezTo>
                  <a:pt x="3765" y="3864"/>
                  <a:pt x="3728" y="3815"/>
                  <a:pt x="3724" y="3758"/>
                </a:cubicBezTo>
                <a:cubicBezTo>
                  <a:pt x="3724" y="3757"/>
                  <a:pt x="3724" y="3757"/>
                  <a:pt x="3724" y="3757"/>
                </a:cubicBezTo>
                <a:cubicBezTo>
                  <a:pt x="3724" y="3723"/>
                  <a:pt x="3724" y="3723"/>
                  <a:pt x="3724" y="3723"/>
                </a:cubicBezTo>
                <a:cubicBezTo>
                  <a:pt x="3726" y="3722"/>
                  <a:pt x="3726" y="3722"/>
                  <a:pt x="3726" y="3722"/>
                </a:cubicBezTo>
                <a:cubicBezTo>
                  <a:pt x="3733" y="3718"/>
                  <a:pt x="3749" y="3709"/>
                  <a:pt x="3748" y="3688"/>
                </a:cubicBezTo>
                <a:cubicBezTo>
                  <a:pt x="3747" y="3649"/>
                  <a:pt x="3740" y="3635"/>
                  <a:pt x="3700" y="3633"/>
                </a:cubicBezTo>
                <a:cubicBezTo>
                  <a:pt x="3698" y="3633"/>
                  <a:pt x="3698" y="3633"/>
                  <a:pt x="3698" y="3633"/>
                </a:cubicBezTo>
                <a:cubicBezTo>
                  <a:pt x="3590" y="3628"/>
                  <a:pt x="3342" y="3618"/>
                  <a:pt x="2902" y="3618"/>
                </a:cubicBezTo>
                <a:cubicBezTo>
                  <a:pt x="2901" y="3618"/>
                  <a:pt x="2901" y="3618"/>
                  <a:pt x="2900" y="3618"/>
                </a:cubicBezTo>
                <a:cubicBezTo>
                  <a:pt x="2460" y="3618"/>
                  <a:pt x="2212" y="3628"/>
                  <a:pt x="2104" y="3633"/>
                </a:cubicBezTo>
                <a:cubicBezTo>
                  <a:pt x="2102" y="3633"/>
                  <a:pt x="2102" y="3633"/>
                  <a:pt x="2102" y="3633"/>
                </a:cubicBezTo>
                <a:cubicBezTo>
                  <a:pt x="2063" y="3635"/>
                  <a:pt x="2055" y="3649"/>
                  <a:pt x="2054" y="3688"/>
                </a:cubicBezTo>
                <a:cubicBezTo>
                  <a:pt x="2054" y="3709"/>
                  <a:pt x="2069" y="3718"/>
                  <a:pt x="2076" y="3722"/>
                </a:cubicBezTo>
                <a:cubicBezTo>
                  <a:pt x="2078" y="3723"/>
                  <a:pt x="2078" y="3723"/>
                  <a:pt x="2078" y="3723"/>
                </a:cubicBezTo>
                <a:cubicBezTo>
                  <a:pt x="2078" y="3757"/>
                  <a:pt x="2078" y="3757"/>
                  <a:pt x="2078" y="3757"/>
                </a:cubicBezTo>
                <a:cubicBezTo>
                  <a:pt x="2074" y="3815"/>
                  <a:pt x="2037" y="3864"/>
                  <a:pt x="1999" y="3917"/>
                </a:cubicBezTo>
                <a:cubicBezTo>
                  <a:pt x="1990" y="3927"/>
                  <a:pt x="1982" y="3938"/>
                  <a:pt x="1974" y="3950"/>
                </a:cubicBezTo>
                <a:cubicBezTo>
                  <a:pt x="1919" y="4026"/>
                  <a:pt x="1865" y="4127"/>
                  <a:pt x="1866" y="4180"/>
                </a:cubicBezTo>
                <a:cubicBezTo>
                  <a:pt x="1866" y="4326"/>
                  <a:pt x="1866" y="4326"/>
                  <a:pt x="1866" y="4326"/>
                </a:cubicBezTo>
                <a:moveTo>
                  <a:pt x="6006" y="4326"/>
                </a:moveTo>
                <a:cubicBezTo>
                  <a:pt x="6006" y="4180"/>
                  <a:pt x="6006" y="4180"/>
                  <a:pt x="6006" y="4180"/>
                </a:cubicBezTo>
                <a:cubicBezTo>
                  <a:pt x="6007" y="4127"/>
                  <a:pt x="5952" y="4026"/>
                  <a:pt x="5898" y="3950"/>
                </a:cubicBezTo>
                <a:cubicBezTo>
                  <a:pt x="5890" y="3938"/>
                  <a:pt x="5881" y="3927"/>
                  <a:pt x="5873" y="3917"/>
                </a:cubicBezTo>
                <a:cubicBezTo>
                  <a:pt x="5834" y="3864"/>
                  <a:pt x="5798" y="3815"/>
                  <a:pt x="5794" y="3758"/>
                </a:cubicBezTo>
                <a:cubicBezTo>
                  <a:pt x="5794" y="3757"/>
                  <a:pt x="5794" y="3757"/>
                  <a:pt x="5794" y="3757"/>
                </a:cubicBezTo>
                <a:cubicBezTo>
                  <a:pt x="5794" y="3723"/>
                  <a:pt x="5794" y="3723"/>
                  <a:pt x="5794" y="3723"/>
                </a:cubicBezTo>
                <a:cubicBezTo>
                  <a:pt x="5796" y="3722"/>
                  <a:pt x="5796" y="3722"/>
                  <a:pt x="5796" y="3722"/>
                </a:cubicBezTo>
                <a:cubicBezTo>
                  <a:pt x="5803" y="3718"/>
                  <a:pt x="5818" y="3709"/>
                  <a:pt x="5818" y="3688"/>
                </a:cubicBezTo>
                <a:cubicBezTo>
                  <a:pt x="5817" y="3649"/>
                  <a:pt x="5809" y="3635"/>
                  <a:pt x="5769" y="3633"/>
                </a:cubicBezTo>
                <a:cubicBezTo>
                  <a:pt x="5768" y="3633"/>
                  <a:pt x="5768" y="3633"/>
                  <a:pt x="5768" y="3633"/>
                </a:cubicBezTo>
                <a:cubicBezTo>
                  <a:pt x="5660" y="3628"/>
                  <a:pt x="5412" y="3618"/>
                  <a:pt x="4972" y="3618"/>
                </a:cubicBezTo>
                <a:cubicBezTo>
                  <a:pt x="4971" y="3618"/>
                  <a:pt x="4970" y="3618"/>
                  <a:pt x="4969" y="3618"/>
                </a:cubicBezTo>
                <a:cubicBezTo>
                  <a:pt x="4530" y="3618"/>
                  <a:pt x="4282" y="3628"/>
                  <a:pt x="4174" y="3633"/>
                </a:cubicBezTo>
                <a:cubicBezTo>
                  <a:pt x="4172" y="3633"/>
                  <a:pt x="4172" y="3633"/>
                  <a:pt x="4172" y="3633"/>
                </a:cubicBezTo>
                <a:cubicBezTo>
                  <a:pt x="4132" y="3635"/>
                  <a:pt x="4125" y="3649"/>
                  <a:pt x="4124" y="3688"/>
                </a:cubicBezTo>
                <a:cubicBezTo>
                  <a:pt x="4123" y="3709"/>
                  <a:pt x="4139" y="3718"/>
                  <a:pt x="4146" y="3722"/>
                </a:cubicBezTo>
                <a:cubicBezTo>
                  <a:pt x="4148" y="3723"/>
                  <a:pt x="4148" y="3723"/>
                  <a:pt x="4148" y="3723"/>
                </a:cubicBezTo>
                <a:cubicBezTo>
                  <a:pt x="4148" y="3757"/>
                  <a:pt x="4148" y="3757"/>
                  <a:pt x="4148" y="3757"/>
                </a:cubicBezTo>
                <a:cubicBezTo>
                  <a:pt x="4144" y="3815"/>
                  <a:pt x="4107" y="3864"/>
                  <a:pt x="4068" y="3917"/>
                </a:cubicBezTo>
                <a:cubicBezTo>
                  <a:pt x="4060" y="3927"/>
                  <a:pt x="4052" y="3938"/>
                  <a:pt x="4044" y="3950"/>
                </a:cubicBezTo>
                <a:cubicBezTo>
                  <a:pt x="3989" y="4026"/>
                  <a:pt x="3935" y="4127"/>
                  <a:pt x="3936" y="4180"/>
                </a:cubicBezTo>
                <a:cubicBezTo>
                  <a:pt x="3936" y="4326"/>
                  <a:pt x="3936" y="4326"/>
                  <a:pt x="3936" y="4326"/>
                </a:cubicBezTo>
                <a:moveTo>
                  <a:pt x="1866" y="4326"/>
                </a:moveTo>
                <a:cubicBezTo>
                  <a:pt x="1866" y="4180"/>
                  <a:pt x="1866" y="4180"/>
                  <a:pt x="1866" y="4180"/>
                </a:cubicBezTo>
                <a:cubicBezTo>
                  <a:pt x="1867" y="4127"/>
                  <a:pt x="1813" y="4026"/>
                  <a:pt x="1758" y="3950"/>
                </a:cubicBezTo>
                <a:cubicBezTo>
                  <a:pt x="1750" y="3938"/>
                  <a:pt x="1742" y="3927"/>
                  <a:pt x="1734" y="3917"/>
                </a:cubicBezTo>
                <a:cubicBezTo>
                  <a:pt x="1695" y="3864"/>
                  <a:pt x="1658" y="3815"/>
                  <a:pt x="1655" y="3758"/>
                </a:cubicBezTo>
                <a:cubicBezTo>
                  <a:pt x="1655" y="3757"/>
                  <a:pt x="1655" y="3757"/>
                  <a:pt x="1655" y="3757"/>
                </a:cubicBezTo>
                <a:cubicBezTo>
                  <a:pt x="1655" y="3723"/>
                  <a:pt x="1655" y="3723"/>
                  <a:pt x="1655" y="3723"/>
                </a:cubicBezTo>
                <a:cubicBezTo>
                  <a:pt x="1657" y="3722"/>
                  <a:pt x="1657" y="3722"/>
                  <a:pt x="1657" y="3722"/>
                </a:cubicBezTo>
                <a:cubicBezTo>
                  <a:pt x="1664" y="3718"/>
                  <a:pt x="1679" y="3709"/>
                  <a:pt x="1679" y="3688"/>
                </a:cubicBezTo>
                <a:cubicBezTo>
                  <a:pt x="1678" y="3649"/>
                  <a:pt x="1670" y="3635"/>
                  <a:pt x="1630" y="3633"/>
                </a:cubicBezTo>
                <a:cubicBezTo>
                  <a:pt x="1629" y="3633"/>
                  <a:pt x="1629" y="3633"/>
                  <a:pt x="1629" y="3633"/>
                </a:cubicBezTo>
                <a:cubicBezTo>
                  <a:pt x="1521" y="3628"/>
                  <a:pt x="1274" y="3618"/>
                  <a:pt x="835" y="3618"/>
                </a:cubicBezTo>
                <a:cubicBezTo>
                  <a:pt x="834" y="3618"/>
                  <a:pt x="833" y="3618"/>
                  <a:pt x="832" y="3618"/>
                </a:cubicBezTo>
                <a:cubicBezTo>
                  <a:pt x="393" y="3618"/>
                  <a:pt x="146" y="3628"/>
                  <a:pt x="38" y="3633"/>
                </a:cubicBezTo>
                <a:cubicBezTo>
                  <a:pt x="36" y="3633"/>
                  <a:pt x="36" y="3633"/>
                  <a:pt x="36" y="3633"/>
                </a:cubicBezTo>
                <a:cubicBezTo>
                  <a:pt x="19" y="3634"/>
                  <a:pt x="8" y="3637"/>
                  <a:pt x="0" y="3644"/>
                </a:cubicBezTo>
                <a:moveTo>
                  <a:pt x="7680" y="3627"/>
                </a:moveTo>
                <a:cubicBezTo>
                  <a:pt x="7542" y="3622"/>
                  <a:pt x="7335" y="3618"/>
                  <a:pt x="7042" y="3618"/>
                </a:cubicBezTo>
                <a:cubicBezTo>
                  <a:pt x="7041" y="3618"/>
                  <a:pt x="7041" y="3618"/>
                  <a:pt x="7040" y="3618"/>
                </a:cubicBezTo>
                <a:cubicBezTo>
                  <a:pt x="6600" y="3618"/>
                  <a:pt x="6352" y="3628"/>
                  <a:pt x="6243" y="3633"/>
                </a:cubicBezTo>
                <a:cubicBezTo>
                  <a:pt x="6242" y="3633"/>
                  <a:pt x="6242" y="3633"/>
                  <a:pt x="6242" y="3633"/>
                </a:cubicBezTo>
                <a:cubicBezTo>
                  <a:pt x="6202" y="3635"/>
                  <a:pt x="6195" y="3649"/>
                  <a:pt x="6194" y="3688"/>
                </a:cubicBezTo>
                <a:cubicBezTo>
                  <a:pt x="6193" y="3709"/>
                  <a:pt x="6208" y="3718"/>
                  <a:pt x="6216" y="3722"/>
                </a:cubicBezTo>
                <a:cubicBezTo>
                  <a:pt x="6218" y="3723"/>
                  <a:pt x="6218" y="3723"/>
                  <a:pt x="6218" y="3723"/>
                </a:cubicBezTo>
                <a:cubicBezTo>
                  <a:pt x="6218" y="3757"/>
                  <a:pt x="6218" y="3757"/>
                  <a:pt x="6218" y="3757"/>
                </a:cubicBezTo>
                <a:cubicBezTo>
                  <a:pt x="6214" y="3815"/>
                  <a:pt x="6177" y="3864"/>
                  <a:pt x="6138" y="3917"/>
                </a:cubicBezTo>
                <a:cubicBezTo>
                  <a:pt x="6130" y="3927"/>
                  <a:pt x="6122" y="3938"/>
                  <a:pt x="6114" y="3950"/>
                </a:cubicBezTo>
                <a:cubicBezTo>
                  <a:pt x="6059" y="4026"/>
                  <a:pt x="6004" y="4127"/>
                  <a:pt x="6006" y="4180"/>
                </a:cubicBezTo>
                <a:cubicBezTo>
                  <a:pt x="6006" y="4326"/>
                  <a:pt x="6006" y="4326"/>
                  <a:pt x="6006" y="4326"/>
                </a:cubicBezTo>
                <a:moveTo>
                  <a:pt x="0" y="906"/>
                </a:moveTo>
                <a:cubicBezTo>
                  <a:pt x="4" y="908"/>
                  <a:pt x="7" y="909"/>
                  <a:pt x="11" y="911"/>
                </a:cubicBezTo>
                <a:cubicBezTo>
                  <a:pt x="23" y="916"/>
                  <a:pt x="34" y="927"/>
                  <a:pt x="46" y="941"/>
                </a:cubicBezTo>
                <a:cubicBezTo>
                  <a:pt x="49" y="946"/>
                  <a:pt x="53" y="952"/>
                  <a:pt x="56" y="958"/>
                </a:cubicBezTo>
                <a:cubicBezTo>
                  <a:pt x="66" y="973"/>
                  <a:pt x="75" y="989"/>
                  <a:pt x="91" y="993"/>
                </a:cubicBezTo>
                <a:cubicBezTo>
                  <a:pt x="211" y="1030"/>
                  <a:pt x="495" y="1052"/>
                  <a:pt x="832" y="1052"/>
                </a:cubicBezTo>
                <a:cubicBezTo>
                  <a:pt x="833" y="1052"/>
                  <a:pt x="833" y="1052"/>
                  <a:pt x="833" y="1052"/>
                </a:cubicBezTo>
                <a:cubicBezTo>
                  <a:pt x="835" y="1052"/>
                  <a:pt x="835" y="1052"/>
                  <a:pt x="835" y="1052"/>
                </a:cubicBezTo>
                <a:cubicBezTo>
                  <a:pt x="1172" y="1052"/>
                  <a:pt x="1456" y="1030"/>
                  <a:pt x="1576" y="993"/>
                </a:cubicBezTo>
                <a:cubicBezTo>
                  <a:pt x="1591" y="989"/>
                  <a:pt x="1601" y="973"/>
                  <a:pt x="1610" y="958"/>
                </a:cubicBezTo>
                <a:cubicBezTo>
                  <a:pt x="1614" y="952"/>
                  <a:pt x="1617" y="946"/>
                  <a:pt x="1621" y="941"/>
                </a:cubicBezTo>
                <a:cubicBezTo>
                  <a:pt x="1632" y="927"/>
                  <a:pt x="1644" y="916"/>
                  <a:pt x="1656" y="911"/>
                </a:cubicBezTo>
                <a:cubicBezTo>
                  <a:pt x="1660" y="908"/>
                  <a:pt x="1665" y="907"/>
                  <a:pt x="1670" y="905"/>
                </a:cubicBezTo>
                <a:cubicBezTo>
                  <a:pt x="1672" y="904"/>
                  <a:pt x="1674" y="903"/>
                  <a:pt x="1677" y="903"/>
                </a:cubicBezTo>
                <a:cubicBezTo>
                  <a:pt x="1706" y="892"/>
                  <a:pt x="1734" y="870"/>
                  <a:pt x="1759" y="851"/>
                </a:cubicBezTo>
                <a:cubicBezTo>
                  <a:pt x="1767" y="845"/>
                  <a:pt x="1767" y="845"/>
                  <a:pt x="1767" y="845"/>
                </a:cubicBezTo>
                <a:cubicBezTo>
                  <a:pt x="1792" y="826"/>
                  <a:pt x="1821" y="803"/>
                  <a:pt x="1843" y="774"/>
                </a:cubicBezTo>
                <a:cubicBezTo>
                  <a:pt x="1854" y="760"/>
                  <a:pt x="1866" y="742"/>
                  <a:pt x="1866" y="722"/>
                </a:cubicBezTo>
                <a:cubicBezTo>
                  <a:pt x="1866" y="0"/>
                  <a:pt x="1866" y="0"/>
                  <a:pt x="1866" y="0"/>
                </a:cubicBezTo>
                <a:moveTo>
                  <a:pt x="1866" y="0"/>
                </a:moveTo>
                <a:cubicBezTo>
                  <a:pt x="1866" y="722"/>
                  <a:pt x="1866" y="722"/>
                  <a:pt x="1866" y="722"/>
                </a:cubicBezTo>
                <a:cubicBezTo>
                  <a:pt x="1866" y="742"/>
                  <a:pt x="1879" y="760"/>
                  <a:pt x="1889" y="774"/>
                </a:cubicBezTo>
                <a:cubicBezTo>
                  <a:pt x="1912" y="803"/>
                  <a:pt x="1940" y="826"/>
                  <a:pt x="1965" y="845"/>
                </a:cubicBezTo>
                <a:cubicBezTo>
                  <a:pt x="1974" y="851"/>
                  <a:pt x="1974" y="851"/>
                  <a:pt x="1974" y="851"/>
                </a:cubicBezTo>
                <a:cubicBezTo>
                  <a:pt x="1999" y="870"/>
                  <a:pt x="2027" y="892"/>
                  <a:pt x="2056" y="903"/>
                </a:cubicBezTo>
                <a:cubicBezTo>
                  <a:pt x="2058" y="903"/>
                  <a:pt x="2060" y="904"/>
                  <a:pt x="2063" y="905"/>
                </a:cubicBezTo>
                <a:cubicBezTo>
                  <a:pt x="2067" y="907"/>
                  <a:pt x="2072" y="908"/>
                  <a:pt x="2077" y="911"/>
                </a:cubicBezTo>
                <a:cubicBezTo>
                  <a:pt x="2089" y="916"/>
                  <a:pt x="2101" y="927"/>
                  <a:pt x="2112" y="941"/>
                </a:cubicBezTo>
                <a:cubicBezTo>
                  <a:pt x="2116" y="946"/>
                  <a:pt x="2119" y="952"/>
                  <a:pt x="2123" y="958"/>
                </a:cubicBezTo>
                <a:cubicBezTo>
                  <a:pt x="2132" y="973"/>
                  <a:pt x="2142" y="989"/>
                  <a:pt x="2157" y="993"/>
                </a:cubicBezTo>
                <a:cubicBezTo>
                  <a:pt x="2277" y="1030"/>
                  <a:pt x="2562" y="1052"/>
                  <a:pt x="2900" y="1052"/>
                </a:cubicBezTo>
                <a:cubicBezTo>
                  <a:pt x="2901" y="1052"/>
                  <a:pt x="2901" y="1052"/>
                  <a:pt x="2901" y="1052"/>
                </a:cubicBezTo>
                <a:cubicBezTo>
                  <a:pt x="2902" y="1052"/>
                  <a:pt x="2902" y="1052"/>
                  <a:pt x="2902" y="1052"/>
                </a:cubicBezTo>
                <a:cubicBezTo>
                  <a:pt x="3240" y="1052"/>
                  <a:pt x="3525" y="1030"/>
                  <a:pt x="3645" y="993"/>
                </a:cubicBezTo>
                <a:cubicBezTo>
                  <a:pt x="3660" y="989"/>
                  <a:pt x="3670" y="973"/>
                  <a:pt x="3680" y="958"/>
                </a:cubicBezTo>
                <a:cubicBezTo>
                  <a:pt x="3683" y="952"/>
                  <a:pt x="3686" y="946"/>
                  <a:pt x="3690" y="941"/>
                </a:cubicBezTo>
                <a:cubicBezTo>
                  <a:pt x="3701" y="927"/>
                  <a:pt x="3713" y="916"/>
                  <a:pt x="3725" y="911"/>
                </a:cubicBezTo>
                <a:cubicBezTo>
                  <a:pt x="3730" y="908"/>
                  <a:pt x="3735" y="907"/>
                  <a:pt x="3739" y="905"/>
                </a:cubicBezTo>
                <a:cubicBezTo>
                  <a:pt x="3742" y="904"/>
                  <a:pt x="3744" y="903"/>
                  <a:pt x="3746" y="903"/>
                </a:cubicBezTo>
                <a:cubicBezTo>
                  <a:pt x="3775" y="892"/>
                  <a:pt x="3804" y="870"/>
                  <a:pt x="3828" y="851"/>
                </a:cubicBezTo>
                <a:cubicBezTo>
                  <a:pt x="3837" y="845"/>
                  <a:pt x="3837" y="845"/>
                  <a:pt x="3837" y="845"/>
                </a:cubicBezTo>
                <a:cubicBezTo>
                  <a:pt x="3862" y="826"/>
                  <a:pt x="3890" y="803"/>
                  <a:pt x="3913" y="774"/>
                </a:cubicBezTo>
                <a:cubicBezTo>
                  <a:pt x="3923" y="760"/>
                  <a:pt x="3936" y="742"/>
                  <a:pt x="3936" y="722"/>
                </a:cubicBezTo>
                <a:cubicBezTo>
                  <a:pt x="3936" y="0"/>
                  <a:pt x="3936" y="0"/>
                  <a:pt x="3936" y="0"/>
                </a:cubicBezTo>
                <a:moveTo>
                  <a:pt x="6006" y="0"/>
                </a:moveTo>
                <a:cubicBezTo>
                  <a:pt x="6006" y="722"/>
                  <a:pt x="6006" y="722"/>
                  <a:pt x="6006" y="722"/>
                </a:cubicBezTo>
                <a:cubicBezTo>
                  <a:pt x="6006" y="742"/>
                  <a:pt x="6018" y="760"/>
                  <a:pt x="6029" y="774"/>
                </a:cubicBezTo>
                <a:cubicBezTo>
                  <a:pt x="6051" y="803"/>
                  <a:pt x="6080" y="826"/>
                  <a:pt x="6105" y="845"/>
                </a:cubicBezTo>
                <a:cubicBezTo>
                  <a:pt x="6113" y="851"/>
                  <a:pt x="6113" y="851"/>
                  <a:pt x="6113" y="851"/>
                </a:cubicBezTo>
                <a:cubicBezTo>
                  <a:pt x="6138" y="870"/>
                  <a:pt x="6166" y="892"/>
                  <a:pt x="6196" y="903"/>
                </a:cubicBezTo>
                <a:cubicBezTo>
                  <a:pt x="6198" y="903"/>
                  <a:pt x="6200" y="904"/>
                  <a:pt x="6202" y="905"/>
                </a:cubicBezTo>
                <a:cubicBezTo>
                  <a:pt x="6207" y="907"/>
                  <a:pt x="6212" y="908"/>
                  <a:pt x="6217" y="911"/>
                </a:cubicBezTo>
                <a:cubicBezTo>
                  <a:pt x="6229" y="916"/>
                  <a:pt x="6240" y="927"/>
                  <a:pt x="6252" y="941"/>
                </a:cubicBezTo>
                <a:cubicBezTo>
                  <a:pt x="6255" y="946"/>
                  <a:pt x="6259" y="952"/>
                  <a:pt x="6262" y="958"/>
                </a:cubicBezTo>
                <a:cubicBezTo>
                  <a:pt x="6272" y="973"/>
                  <a:pt x="6281" y="989"/>
                  <a:pt x="6297" y="993"/>
                </a:cubicBezTo>
                <a:cubicBezTo>
                  <a:pt x="6417" y="1030"/>
                  <a:pt x="6702" y="1052"/>
                  <a:pt x="7040" y="1052"/>
                </a:cubicBezTo>
                <a:cubicBezTo>
                  <a:pt x="7041" y="1052"/>
                  <a:pt x="7041" y="1052"/>
                  <a:pt x="7041" y="1052"/>
                </a:cubicBezTo>
                <a:cubicBezTo>
                  <a:pt x="7042" y="1052"/>
                  <a:pt x="7042" y="1052"/>
                  <a:pt x="7042" y="1052"/>
                </a:cubicBezTo>
                <a:cubicBezTo>
                  <a:pt x="7304" y="1052"/>
                  <a:pt x="7534" y="1039"/>
                  <a:pt x="7680" y="1016"/>
                </a:cubicBezTo>
                <a:moveTo>
                  <a:pt x="3936" y="0"/>
                </a:moveTo>
                <a:cubicBezTo>
                  <a:pt x="3936" y="722"/>
                  <a:pt x="3936" y="722"/>
                  <a:pt x="3936" y="722"/>
                </a:cubicBezTo>
                <a:cubicBezTo>
                  <a:pt x="3936" y="742"/>
                  <a:pt x="3948" y="760"/>
                  <a:pt x="3959" y="774"/>
                </a:cubicBezTo>
                <a:cubicBezTo>
                  <a:pt x="3981" y="803"/>
                  <a:pt x="4010" y="826"/>
                  <a:pt x="4035" y="845"/>
                </a:cubicBezTo>
                <a:cubicBezTo>
                  <a:pt x="4043" y="851"/>
                  <a:pt x="4043" y="851"/>
                  <a:pt x="4043" y="851"/>
                </a:cubicBezTo>
                <a:cubicBezTo>
                  <a:pt x="4068" y="870"/>
                  <a:pt x="4097" y="892"/>
                  <a:pt x="4126" y="903"/>
                </a:cubicBezTo>
                <a:cubicBezTo>
                  <a:pt x="4128" y="903"/>
                  <a:pt x="4130" y="904"/>
                  <a:pt x="4132" y="905"/>
                </a:cubicBezTo>
                <a:cubicBezTo>
                  <a:pt x="4137" y="907"/>
                  <a:pt x="4142" y="908"/>
                  <a:pt x="4147" y="911"/>
                </a:cubicBezTo>
                <a:cubicBezTo>
                  <a:pt x="4159" y="916"/>
                  <a:pt x="4170" y="927"/>
                  <a:pt x="4182" y="941"/>
                </a:cubicBezTo>
                <a:cubicBezTo>
                  <a:pt x="4185" y="946"/>
                  <a:pt x="4189" y="952"/>
                  <a:pt x="4192" y="958"/>
                </a:cubicBezTo>
                <a:cubicBezTo>
                  <a:pt x="4202" y="973"/>
                  <a:pt x="4211" y="989"/>
                  <a:pt x="4227" y="993"/>
                </a:cubicBezTo>
                <a:cubicBezTo>
                  <a:pt x="4347" y="1030"/>
                  <a:pt x="4632" y="1052"/>
                  <a:pt x="4970" y="1052"/>
                </a:cubicBezTo>
                <a:cubicBezTo>
                  <a:pt x="4971" y="1052"/>
                  <a:pt x="4971" y="1052"/>
                  <a:pt x="4971" y="1052"/>
                </a:cubicBezTo>
                <a:cubicBezTo>
                  <a:pt x="4972" y="1052"/>
                  <a:pt x="4972" y="1052"/>
                  <a:pt x="4972" y="1052"/>
                </a:cubicBezTo>
                <a:cubicBezTo>
                  <a:pt x="5310" y="1052"/>
                  <a:pt x="5595" y="1030"/>
                  <a:pt x="5715" y="993"/>
                </a:cubicBezTo>
                <a:cubicBezTo>
                  <a:pt x="5730" y="989"/>
                  <a:pt x="5740" y="973"/>
                  <a:pt x="5749" y="958"/>
                </a:cubicBezTo>
                <a:cubicBezTo>
                  <a:pt x="5753" y="952"/>
                  <a:pt x="5756" y="946"/>
                  <a:pt x="5760" y="941"/>
                </a:cubicBezTo>
                <a:cubicBezTo>
                  <a:pt x="5771" y="927"/>
                  <a:pt x="5783" y="916"/>
                  <a:pt x="5795" y="911"/>
                </a:cubicBezTo>
                <a:cubicBezTo>
                  <a:pt x="5799" y="908"/>
                  <a:pt x="5804" y="907"/>
                  <a:pt x="5809" y="905"/>
                </a:cubicBezTo>
                <a:cubicBezTo>
                  <a:pt x="5811" y="904"/>
                  <a:pt x="5814" y="903"/>
                  <a:pt x="5816" y="903"/>
                </a:cubicBezTo>
                <a:cubicBezTo>
                  <a:pt x="5845" y="892"/>
                  <a:pt x="5873" y="870"/>
                  <a:pt x="5898" y="851"/>
                </a:cubicBezTo>
                <a:cubicBezTo>
                  <a:pt x="5906" y="845"/>
                  <a:pt x="5906" y="845"/>
                  <a:pt x="5906" y="845"/>
                </a:cubicBezTo>
                <a:cubicBezTo>
                  <a:pt x="5931" y="826"/>
                  <a:pt x="5960" y="803"/>
                  <a:pt x="5982" y="774"/>
                </a:cubicBezTo>
                <a:cubicBezTo>
                  <a:pt x="5993" y="760"/>
                  <a:pt x="6006" y="742"/>
                  <a:pt x="6006" y="722"/>
                </a:cubicBezTo>
                <a:cubicBezTo>
                  <a:pt x="6006" y="0"/>
                  <a:pt x="6006" y="0"/>
                  <a:pt x="6006" y="0"/>
                </a:cubicBezTo>
              </a:path>
            </a:pathLst>
          </a:custGeom>
          <a:noFill/>
          <a:ln w="6350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8337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Quote and Shaped Image [Brown]">
    <p:bg>
      <p:bgPr>
        <a:solidFill>
          <a:srgbClr val="2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92BA7D01-A84E-9704-AF15-9B091A750F6E}"/>
              </a:ext>
            </a:extLst>
          </p:cNvPr>
          <p:cNvSpPr>
            <a:spLocks/>
          </p:cNvSpPr>
          <p:nvPr userDrawn="1"/>
        </p:nvSpPr>
        <p:spPr bwMode="auto">
          <a:xfrm>
            <a:off x="11579226" y="6399213"/>
            <a:ext cx="250824" cy="239713"/>
          </a:xfrm>
          <a:custGeom>
            <a:avLst/>
            <a:gdLst>
              <a:gd name="T0" fmla="*/ 1733 w 1858"/>
              <a:gd name="T1" fmla="*/ 639 h 1801"/>
              <a:gd name="T2" fmla="*/ 1721 w 1858"/>
              <a:gd name="T3" fmla="*/ 504 h 1801"/>
              <a:gd name="T4" fmla="*/ 1426 w 1858"/>
              <a:gd name="T5" fmla="*/ 217 h 1801"/>
              <a:gd name="T6" fmla="*/ 1336 w 1858"/>
              <a:gd name="T7" fmla="*/ 114 h 1801"/>
              <a:gd name="T8" fmla="*/ 929 w 1858"/>
              <a:gd name="T9" fmla="*/ 55 h 1801"/>
              <a:gd name="T10" fmla="*/ 796 w 1858"/>
              <a:gd name="T11" fmla="*/ 25 h 1801"/>
              <a:gd name="T12" fmla="*/ 432 w 1858"/>
              <a:gd name="T13" fmla="*/ 217 h 1801"/>
              <a:gd name="T14" fmla="*/ 307 w 1858"/>
              <a:gd name="T15" fmla="*/ 270 h 1801"/>
              <a:gd name="T16" fmla="*/ 125 w 1858"/>
              <a:gd name="T17" fmla="*/ 639 h 1801"/>
              <a:gd name="T18" fmla="*/ 55 w 1858"/>
              <a:gd name="T19" fmla="*/ 756 h 1801"/>
              <a:gd name="T20" fmla="*/ 125 w 1858"/>
              <a:gd name="T21" fmla="*/ 1162 h 1801"/>
              <a:gd name="T22" fmla="*/ 137 w 1858"/>
              <a:gd name="T23" fmla="*/ 1298 h 1801"/>
              <a:gd name="T24" fmla="*/ 432 w 1858"/>
              <a:gd name="T25" fmla="*/ 1585 h 1801"/>
              <a:gd name="T26" fmla="*/ 522 w 1858"/>
              <a:gd name="T27" fmla="*/ 1688 h 1801"/>
              <a:gd name="T28" fmla="*/ 929 w 1858"/>
              <a:gd name="T29" fmla="*/ 1746 h 1801"/>
              <a:gd name="T30" fmla="*/ 1062 w 1858"/>
              <a:gd name="T31" fmla="*/ 1777 h 1801"/>
              <a:gd name="T32" fmla="*/ 1426 w 1858"/>
              <a:gd name="T33" fmla="*/ 1585 h 1801"/>
              <a:gd name="T34" fmla="*/ 1551 w 1858"/>
              <a:gd name="T35" fmla="*/ 1531 h 1801"/>
              <a:gd name="T36" fmla="*/ 1733 w 1858"/>
              <a:gd name="T37" fmla="*/ 1162 h 1801"/>
              <a:gd name="T38" fmla="*/ 1803 w 1858"/>
              <a:gd name="T39" fmla="*/ 1045 h 1801"/>
              <a:gd name="T40" fmla="*/ 1733 w 1858"/>
              <a:gd name="T41" fmla="*/ 639 h 1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858" h="1801">
                <a:moveTo>
                  <a:pt x="1733" y="639"/>
                </a:moveTo>
                <a:cubicBezTo>
                  <a:pt x="1737" y="595"/>
                  <a:pt x="1733" y="549"/>
                  <a:pt x="1721" y="504"/>
                </a:cubicBezTo>
                <a:cubicBezTo>
                  <a:pt x="1682" y="356"/>
                  <a:pt x="1565" y="249"/>
                  <a:pt x="1426" y="217"/>
                </a:cubicBezTo>
                <a:cubicBezTo>
                  <a:pt x="1403" y="179"/>
                  <a:pt x="1373" y="144"/>
                  <a:pt x="1336" y="114"/>
                </a:cubicBezTo>
                <a:cubicBezTo>
                  <a:pt x="1218" y="17"/>
                  <a:pt x="1061" y="0"/>
                  <a:pt x="929" y="55"/>
                </a:cubicBezTo>
                <a:cubicBezTo>
                  <a:pt x="888" y="38"/>
                  <a:pt x="843" y="27"/>
                  <a:pt x="796" y="25"/>
                </a:cubicBezTo>
                <a:cubicBezTo>
                  <a:pt x="643" y="16"/>
                  <a:pt x="506" y="95"/>
                  <a:pt x="432" y="217"/>
                </a:cubicBezTo>
                <a:cubicBezTo>
                  <a:pt x="389" y="227"/>
                  <a:pt x="346" y="244"/>
                  <a:pt x="307" y="270"/>
                </a:cubicBezTo>
                <a:cubicBezTo>
                  <a:pt x="178" y="353"/>
                  <a:pt x="113" y="497"/>
                  <a:pt x="125" y="639"/>
                </a:cubicBezTo>
                <a:cubicBezTo>
                  <a:pt x="96" y="673"/>
                  <a:pt x="72" y="712"/>
                  <a:pt x="55" y="756"/>
                </a:cubicBezTo>
                <a:cubicBezTo>
                  <a:pt x="0" y="899"/>
                  <a:pt x="32" y="1054"/>
                  <a:pt x="125" y="1162"/>
                </a:cubicBezTo>
                <a:cubicBezTo>
                  <a:pt x="121" y="1206"/>
                  <a:pt x="125" y="1252"/>
                  <a:pt x="137" y="1298"/>
                </a:cubicBezTo>
                <a:cubicBezTo>
                  <a:pt x="176" y="1446"/>
                  <a:pt x="293" y="1552"/>
                  <a:pt x="432" y="1585"/>
                </a:cubicBezTo>
                <a:cubicBezTo>
                  <a:pt x="455" y="1623"/>
                  <a:pt x="485" y="1658"/>
                  <a:pt x="522" y="1688"/>
                </a:cubicBezTo>
                <a:cubicBezTo>
                  <a:pt x="640" y="1784"/>
                  <a:pt x="797" y="1801"/>
                  <a:pt x="929" y="1746"/>
                </a:cubicBezTo>
                <a:cubicBezTo>
                  <a:pt x="970" y="1763"/>
                  <a:pt x="1015" y="1774"/>
                  <a:pt x="1062" y="1777"/>
                </a:cubicBezTo>
                <a:cubicBezTo>
                  <a:pt x="1215" y="1785"/>
                  <a:pt x="1352" y="1707"/>
                  <a:pt x="1426" y="1585"/>
                </a:cubicBezTo>
                <a:cubicBezTo>
                  <a:pt x="1469" y="1575"/>
                  <a:pt x="1512" y="1557"/>
                  <a:pt x="1551" y="1531"/>
                </a:cubicBezTo>
                <a:cubicBezTo>
                  <a:pt x="1680" y="1448"/>
                  <a:pt x="1745" y="1304"/>
                  <a:pt x="1733" y="1162"/>
                </a:cubicBezTo>
                <a:cubicBezTo>
                  <a:pt x="1762" y="1128"/>
                  <a:pt x="1786" y="1089"/>
                  <a:pt x="1803" y="1045"/>
                </a:cubicBezTo>
                <a:cubicBezTo>
                  <a:pt x="1858" y="902"/>
                  <a:pt x="1826" y="748"/>
                  <a:pt x="1733" y="639"/>
                </a:cubicBezTo>
                <a:close/>
              </a:path>
            </a:pathLst>
          </a:custGeom>
          <a:solidFill>
            <a:srgbClr val="F4000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30FAF6-42D1-44A3-CC7C-F047287A3B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34911" y="2290712"/>
            <a:ext cx="5816764" cy="3019475"/>
          </a:xfrm>
        </p:spPr>
        <p:txBody>
          <a:bodyPr/>
          <a:lstStyle>
            <a:lvl1pPr marL="103188" indent="-103188">
              <a:spcBef>
                <a:spcPts val="0"/>
              </a:spcBef>
              <a:spcAft>
                <a:spcPts val="2400"/>
              </a:spcAft>
              <a:defRPr sz="2100">
                <a:solidFill>
                  <a:schemeClr val="bg1"/>
                </a:solidFill>
              </a:defRPr>
            </a:lvl1pPr>
            <a:lvl2pPr marL="88900" indent="0">
              <a:buNone/>
              <a:defRPr sz="1400">
                <a:solidFill>
                  <a:schemeClr val="bg1"/>
                </a:solidFill>
              </a:defRPr>
            </a:lvl2pPr>
            <a:lvl3pPr marL="88900" indent="0">
              <a:buNone/>
              <a:defRPr sz="1400">
                <a:solidFill>
                  <a:schemeClr val="bg1"/>
                </a:solidFill>
              </a:defRPr>
            </a:lvl3pPr>
            <a:lvl4pPr marL="88900" indent="0">
              <a:buNone/>
              <a:defRPr sz="1400">
                <a:solidFill>
                  <a:schemeClr val="bg1"/>
                </a:solidFill>
              </a:defRPr>
            </a:lvl4pPr>
            <a:lvl5pPr marL="889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“Click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415169E-EC26-95B8-3DB6-DE9DCCBCBF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23708" y="1984252"/>
            <a:ext cx="3418033" cy="3325935"/>
          </a:xfrm>
          <a:custGeom>
            <a:avLst/>
            <a:gdLst>
              <a:gd name="connsiteX0" fmla="*/ 1727966 w 2946775"/>
              <a:gd name="connsiteY0" fmla="*/ 1 h 2867375"/>
              <a:gd name="connsiteX1" fmla="*/ 2138975 w 2946775"/>
              <a:gd name="connsiteY1" fmla="*/ 147287 h 2867375"/>
              <a:gd name="connsiteX2" fmla="*/ 2286156 w 2946775"/>
              <a:gd name="connsiteY2" fmla="*/ 315702 h 2867375"/>
              <a:gd name="connsiteX3" fmla="*/ 2768583 w 2946775"/>
              <a:gd name="connsiteY3" fmla="*/ 784976 h 2867375"/>
              <a:gd name="connsiteX4" fmla="*/ 2788208 w 2946775"/>
              <a:gd name="connsiteY4" fmla="*/ 1005714 h 2867375"/>
              <a:gd name="connsiteX5" fmla="*/ 2902682 w 2946775"/>
              <a:gd name="connsiteY5" fmla="*/ 1669564 h 2867375"/>
              <a:gd name="connsiteX6" fmla="*/ 2788208 w 2946775"/>
              <a:gd name="connsiteY6" fmla="*/ 1860870 h 2867375"/>
              <a:gd name="connsiteX7" fmla="*/ 2490574 w 2946775"/>
              <a:gd name="connsiteY7" fmla="*/ 2464222 h 2867375"/>
              <a:gd name="connsiteX8" fmla="*/ 2286156 w 2946775"/>
              <a:gd name="connsiteY8" fmla="*/ 2552517 h 2867375"/>
              <a:gd name="connsiteX9" fmla="*/ 1690889 w 2946775"/>
              <a:gd name="connsiteY9" fmla="*/ 2866456 h 2867375"/>
              <a:gd name="connsiteX10" fmla="*/ 1473388 w 2946775"/>
              <a:gd name="connsiteY10" fmla="*/ 2815768 h 2867375"/>
              <a:gd name="connsiteX11" fmla="*/ 807802 w 2946775"/>
              <a:gd name="connsiteY11" fmla="*/ 2720932 h 2867375"/>
              <a:gd name="connsiteX12" fmla="*/ 660620 w 2946775"/>
              <a:gd name="connsiteY12" fmla="*/ 2552517 h 2867375"/>
              <a:gd name="connsiteX13" fmla="*/ 178193 w 2946775"/>
              <a:gd name="connsiteY13" fmla="*/ 2083244 h 2867375"/>
              <a:gd name="connsiteX14" fmla="*/ 158569 w 2946775"/>
              <a:gd name="connsiteY14" fmla="*/ 1860870 h 2867375"/>
              <a:gd name="connsiteX15" fmla="*/ 44094 w 2946775"/>
              <a:gd name="connsiteY15" fmla="*/ 1197020 h 2867375"/>
              <a:gd name="connsiteX16" fmla="*/ 158569 w 2946775"/>
              <a:gd name="connsiteY16" fmla="*/ 1005714 h 2867375"/>
              <a:gd name="connsiteX17" fmla="*/ 456202 w 2946775"/>
              <a:gd name="connsiteY17" fmla="*/ 402363 h 2867375"/>
              <a:gd name="connsiteX18" fmla="*/ 660620 w 2946775"/>
              <a:gd name="connsiteY18" fmla="*/ 315702 h 2867375"/>
              <a:gd name="connsiteX19" fmla="*/ 1255887 w 2946775"/>
              <a:gd name="connsiteY19" fmla="*/ 1764 h 2867375"/>
              <a:gd name="connsiteX20" fmla="*/ 1473388 w 2946775"/>
              <a:gd name="connsiteY20" fmla="*/ 50817 h 2867375"/>
              <a:gd name="connsiteX21" fmla="*/ 1727966 w 2946775"/>
              <a:gd name="connsiteY21" fmla="*/ 1 h 2867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46775" h="2867375">
                <a:moveTo>
                  <a:pt x="1727966" y="1"/>
                </a:moveTo>
                <a:cubicBezTo>
                  <a:pt x="1872848" y="128"/>
                  <a:pt x="2018368" y="48159"/>
                  <a:pt x="2138975" y="147287"/>
                </a:cubicBezTo>
                <a:cubicBezTo>
                  <a:pt x="2199482" y="196340"/>
                  <a:pt x="2248543" y="253569"/>
                  <a:pt x="2286156" y="315702"/>
                </a:cubicBezTo>
                <a:cubicBezTo>
                  <a:pt x="2513469" y="368026"/>
                  <a:pt x="2704805" y="542981"/>
                  <a:pt x="2768583" y="784976"/>
                </a:cubicBezTo>
                <a:cubicBezTo>
                  <a:pt x="2788208" y="858555"/>
                  <a:pt x="2794749" y="933770"/>
                  <a:pt x="2788208" y="1005714"/>
                </a:cubicBezTo>
                <a:cubicBezTo>
                  <a:pt x="2940295" y="1183940"/>
                  <a:pt x="2992626" y="1435745"/>
                  <a:pt x="2902682" y="1669564"/>
                </a:cubicBezTo>
                <a:cubicBezTo>
                  <a:pt x="2874881" y="1741508"/>
                  <a:pt x="2835633" y="1805277"/>
                  <a:pt x="2788208" y="1860870"/>
                </a:cubicBezTo>
                <a:cubicBezTo>
                  <a:pt x="2807832" y="2093054"/>
                  <a:pt x="2701534" y="2328508"/>
                  <a:pt x="2490574" y="2464222"/>
                </a:cubicBezTo>
                <a:cubicBezTo>
                  <a:pt x="2426796" y="2506734"/>
                  <a:pt x="2356476" y="2536166"/>
                  <a:pt x="2286156" y="2552517"/>
                </a:cubicBezTo>
                <a:cubicBezTo>
                  <a:pt x="2165140" y="2751999"/>
                  <a:pt x="1941098" y="2879537"/>
                  <a:pt x="1690889" y="2866456"/>
                </a:cubicBezTo>
                <a:cubicBezTo>
                  <a:pt x="1614028" y="2861550"/>
                  <a:pt x="1540437" y="2843564"/>
                  <a:pt x="1473388" y="2815768"/>
                </a:cubicBezTo>
                <a:cubicBezTo>
                  <a:pt x="1257522" y="2905698"/>
                  <a:pt x="1000773" y="2877901"/>
                  <a:pt x="807802" y="2720932"/>
                </a:cubicBezTo>
                <a:cubicBezTo>
                  <a:pt x="747294" y="2671879"/>
                  <a:pt x="698233" y="2614651"/>
                  <a:pt x="660620" y="2552517"/>
                </a:cubicBezTo>
                <a:cubicBezTo>
                  <a:pt x="433307" y="2498559"/>
                  <a:pt x="241971" y="2325238"/>
                  <a:pt x="178193" y="2083244"/>
                </a:cubicBezTo>
                <a:cubicBezTo>
                  <a:pt x="158569" y="2008029"/>
                  <a:pt x="152027" y="1932815"/>
                  <a:pt x="158569" y="1860870"/>
                </a:cubicBezTo>
                <a:cubicBezTo>
                  <a:pt x="6481" y="1684280"/>
                  <a:pt x="-45850" y="1430840"/>
                  <a:pt x="44094" y="1197020"/>
                </a:cubicBezTo>
                <a:cubicBezTo>
                  <a:pt x="71895" y="1125076"/>
                  <a:pt x="111144" y="1061307"/>
                  <a:pt x="158569" y="1005714"/>
                </a:cubicBezTo>
                <a:cubicBezTo>
                  <a:pt x="138945" y="773530"/>
                  <a:pt x="245242" y="538076"/>
                  <a:pt x="456202" y="402363"/>
                </a:cubicBezTo>
                <a:cubicBezTo>
                  <a:pt x="519981" y="359850"/>
                  <a:pt x="590300" y="332053"/>
                  <a:pt x="660620" y="315702"/>
                </a:cubicBezTo>
                <a:cubicBezTo>
                  <a:pt x="781636" y="116220"/>
                  <a:pt x="1005679" y="-12952"/>
                  <a:pt x="1255887" y="1764"/>
                </a:cubicBezTo>
                <a:cubicBezTo>
                  <a:pt x="1332748" y="5034"/>
                  <a:pt x="1406339" y="23020"/>
                  <a:pt x="1473388" y="50817"/>
                </a:cubicBezTo>
                <a:cubicBezTo>
                  <a:pt x="1554338" y="17093"/>
                  <a:pt x="1641037" y="-76"/>
                  <a:pt x="1727966" y="1"/>
                </a:cubicBezTo>
                <a:close/>
              </a:path>
            </a:pathLst>
          </a:custGeom>
        </p:spPr>
        <p:txBody>
          <a:bodyPr wrap="square" tIns="10800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67807B07-26ED-8F48-46DF-4271F4A188D3}"/>
              </a:ext>
            </a:extLst>
          </p:cNvPr>
          <p:cNvSpPr txBox="1">
            <a:spLocks/>
          </p:cNvSpPr>
          <p:nvPr userDrawn="1"/>
        </p:nvSpPr>
        <p:spPr>
          <a:xfrm>
            <a:off x="2282824" y="6448603"/>
            <a:ext cx="954089" cy="180000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27611A-58EE-4FDF-82BF-369478CC9360}" type="datetime1">
              <a:rPr lang="en-GB" smtClean="0">
                <a:solidFill>
                  <a:schemeClr val="bg1"/>
                </a:solidFill>
              </a:rPr>
              <a:pPr/>
              <a:t>05/09/2024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F5CD991-7BD2-AE35-90BA-4760D7137FF3}"/>
              </a:ext>
            </a:extLst>
          </p:cNvPr>
          <p:cNvSpPr txBox="1">
            <a:spLocks/>
          </p:cNvSpPr>
          <p:nvPr userDrawn="1"/>
        </p:nvSpPr>
        <p:spPr>
          <a:xfrm>
            <a:off x="11571925" y="6448603"/>
            <a:ext cx="255587" cy="180000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601069-1C7F-400C-A16D-D5720940094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BFF20D-DFFE-11B8-4035-F50191458A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200" y="6390000"/>
            <a:ext cx="1324800" cy="245422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9413A3E5-477C-15F8-8CB5-ECE9BB02483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-1" y="1588"/>
            <a:ext cx="12193200" cy="6858000"/>
          </a:xfrm>
          <a:custGeom>
            <a:avLst/>
            <a:gdLst>
              <a:gd name="T0" fmla="*/ 3828 w 7680"/>
              <a:gd name="T1" fmla="*/ 3950 h 4326"/>
              <a:gd name="T2" fmla="*/ 3724 w 7680"/>
              <a:gd name="T3" fmla="*/ 3757 h 4326"/>
              <a:gd name="T4" fmla="*/ 3748 w 7680"/>
              <a:gd name="T5" fmla="*/ 3688 h 4326"/>
              <a:gd name="T6" fmla="*/ 2902 w 7680"/>
              <a:gd name="T7" fmla="*/ 3618 h 4326"/>
              <a:gd name="T8" fmla="*/ 2102 w 7680"/>
              <a:gd name="T9" fmla="*/ 3633 h 4326"/>
              <a:gd name="T10" fmla="*/ 2078 w 7680"/>
              <a:gd name="T11" fmla="*/ 3723 h 4326"/>
              <a:gd name="T12" fmla="*/ 1974 w 7680"/>
              <a:gd name="T13" fmla="*/ 3950 h 4326"/>
              <a:gd name="T14" fmla="*/ 6006 w 7680"/>
              <a:gd name="T15" fmla="*/ 4326 h 4326"/>
              <a:gd name="T16" fmla="*/ 5873 w 7680"/>
              <a:gd name="T17" fmla="*/ 3917 h 4326"/>
              <a:gd name="T18" fmla="*/ 5794 w 7680"/>
              <a:gd name="T19" fmla="*/ 3723 h 4326"/>
              <a:gd name="T20" fmla="*/ 5769 w 7680"/>
              <a:gd name="T21" fmla="*/ 3633 h 4326"/>
              <a:gd name="T22" fmla="*/ 4969 w 7680"/>
              <a:gd name="T23" fmla="*/ 3618 h 4326"/>
              <a:gd name="T24" fmla="*/ 4124 w 7680"/>
              <a:gd name="T25" fmla="*/ 3688 h 4326"/>
              <a:gd name="T26" fmla="*/ 4148 w 7680"/>
              <a:gd name="T27" fmla="*/ 3757 h 4326"/>
              <a:gd name="T28" fmla="*/ 3936 w 7680"/>
              <a:gd name="T29" fmla="*/ 4180 h 4326"/>
              <a:gd name="T30" fmla="*/ 1866 w 7680"/>
              <a:gd name="T31" fmla="*/ 4180 h 4326"/>
              <a:gd name="T32" fmla="*/ 1655 w 7680"/>
              <a:gd name="T33" fmla="*/ 3758 h 4326"/>
              <a:gd name="T34" fmla="*/ 1657 w 7680"/>
              <a:gd name="T35" fmla="*/ 3722 h 4326"/>
              <a:gd name="T36" fmla="*/ 1629 w 7680"/>
              <a:gd name="T37" fmla="*/ 3633 h 4326"/>
              <a:gd name="T38" fmla="*/ 38 w 7680"/>
              <a:gd name="T39" fmla="*/ 3633 h 4326"/>
              <a:gd name="T40" fmla="*/ 7680 w 7680"/>
              <a:gd name="T41" fmla="*/ 3627 h 4326"/>
              <a:gd name="T42" fmla="*/ 6243 w 7680"/>
              <a:gd name="T43" fmla="*/ 3633 h 4326"/>
              <a:gd name="T44" fmla="*/ 6216 w 7680"/>
              <a:gd name="T45" fmla="*/ 3722 h 4326"/>
              <a:gd name="T46" fmla="*/ 6138 w 7680"/>
              <a:gd name="T47" fmla="*/ 3917 h 4326"/>
              <a:gd name="T48" fmla="*/ 6006 w 7680"/>
              <a:gd name="T49" fmla="*/ 4326 h 4326"/>
              <a:gd name="T50" fmla="*/ 46 w 7680"/>
              <a:gd name="T51" fmla="*/ 941 h 4326"/>
              <a:gd name="T52" fmla="*/ 832 w 7680"/>
              <a:gd name="T53" fmla="*/ 1052 h 4326"/>
              <a:gd name="T54" fmla="*/ 1576 w 7680"/>
              <a:gd name="T55" fmla="*/ 993 h 4326"/>
              <a:gd name="T56" fmla="*/ 1656 w 7680"/>
              <a:gd name="T57" fmla="*/ 911 h 4326"/>
              <a:gd name="T58" fmla="*/ 1759 w 7680"/>
              <a:gd name="T59" fmla="*/ 851 h 4326"/>
              <a:gd name="T60" fmla="*/ 1866 w 7680"/>
              <a:gd name="T61" fmla="*/ 722 h 4326"/>
              <a:gd name="T62" fmla="*/ 1866 w 7680"/>
              <a:gd name="T63" fmla="*/ 722 h 4326"/>
              <a:gd name="T64" fmla="*/ 1974 w 7680"/>
              <a:gd name="T65" fmla="*/ 851 h 4326"/>
              <a:gd name="T66" fmla="*/ 2077 w 7680"/>
              <a:gd name="T67" fmla="*/ 911 h 4326"/>
              <a:gd name="T68" fmla="*/ 2157 w 7680"/>
              <a:gd name="T69" fmla="*/ 993 h 4326"/>
              <a:gd name="T70" fmla="*/ 2902 w 7680"/>
              <a:gd name="T71" fmla="*/ 1052 h 4326"/>
              <a:gd name="T72" fmla="*/ 3690 w 7680"/>
              <a:gd name="T73" fmla="*/ 941 h 4326"/>
              <a:gd name="T74" fmla="*/ 3746 w 7680"/>
              <a:gd name="T75" fmla="*/ 903 h 4326"/>
              <a:gd name="T76" fmla="*/ 3913 w 7680"/>
              <a:gd name="T77" fmla="*/ 774 h 4326"/>
              <a:gd name="T78" fmla="*/ 6006 w 7680"/>
              <a:gd name="T79" fmla="*/ 0 h 4326"/>
              <a:gd name="T80" fmla="*/ 6105 w 7680"/>
              <a:gd name="T81" fmla="*/ 845 h 4326"/>
              <a:gd name="T82" fmla="*/ 6202 w 7680"/>
              <a:gd name="T83" fmla="*/ 905 h 4326"/>
              <a:gd name="T84" fmla="*/ 6262 w 7680"/>
              <a:gd name="T85" fmla="*/ 958 h 4326"/>
              <a:gd name="T86" fmla="*/ 7041 w 7680"/>
              <a:gd name="T87" fmla="*/ 1052 h 4326"/>
              <a:gd name="T88" fmla="*/ 3936 w 7680"/>
              <a:gd name="T89" fmla="*/ 0 h 4326"/>
              <a:gd name="T90" fmla="*/ 4035 w 7680"/>
              <a:gd name="T91" fmla="*/ 845 h 4326"/>
              <a:gd name="T92" fmla="*/ 4132 w 7680"/>
              <a:gd name="T93" fmla="*/ 905 h 4326"/>
              <a:gd name="T94" fmla="*/ 4192 w 7680"/>
              <a:gd name="T95" fmla="*/ 958 h 4326"/>
              <a:gd name="T96" fmla="*/ 4971 w 7680"/>
              <a:gd name="T97" fmla="*/ 1052 h 4326"/>
              <a:gd name="T98" fmla="*/ 5749 w 7680"/>
              <a:gd name="T99" fmla="*/ 958 h 4326"/>
              <a:gd name="T100" fmla="*/ 5809 w 7680"/>
              <a:gd name="T101" fmla="*/ 905 h 4326"/>
              <a:gd name="T102" fmla="*/ 5906 w 7680"/>
              <a:gd name="T103" fmla="*/ 845 h 4326"/>
              <a:gd name="T104" fmla="*/ 6006 w 7680"/>
              <a:gd name="T105" fmla="*/ 0 h 4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7680" h="4326">
                <a:moveTo>
                  <a:pt x="3936" y="4326"/>
                </a:moveTo>
                <a:cubicBezTo>
                  <a:pt x="3936" y="4180"/>
                  <a:pt x="3936" y="4180"/>
                  <a:pt x="3936" y="4180"/>
                </a:cubicBezTo>
                <a:cubicBezTo>
                  <a:pt x="3937" y="4127"/>
                  <a:pt x="3883" y="4026"/>
                  <a:pt x="3828" y="3950"/>
                </a:cubicBezTo>
                <a:cubicBezTo>
                  <a:pt x="3820" y="3938"/>
                  <a:pt x="3812" y="3927"/>
                  <a:pt x="3804" y="3917"/>
                </a:cubicBezTo>
                <a:cubicBezTo>
                  <a:pt x="3765" y="3864"/>
                  <a:pt x="3728" y="3815"/>
                  <a:pt x="3724" y="3758"/>
                </a:cubicBezTo>
                <a:cubicBezTo>
                  <a:pt x="3724" y="3757"/>
                  <a:pt x="3724" y="3757"/>
                  <a:pt x="3724" y="3757"/>
                </a:cubicBezTo>
                <a:cubicBezTo>
                  <a:pt x="3724" y="3723"/>
                  <a:pt x="3724" y="3723"/>
                  <a:pt x="3724" y="3723"/>
                </a:cubicBezTo>
                <a:cubicBezTo>
                  <a:pt x="3726" y="3722"/>
                  <a:pt x="3726" y="3722"/>
                  <a:pt x="3726" y="3722"/>
                </a:cubicBezTo>
                <a:cubicBezTo>
                  <a:pt x="3733" y="3718"/>
                  <a:pt x="3749" y="3709"/>
                  <a:pt x="3748" y="3688"/>
                </a:cubicBezTo>
                <a:cubicBezTo>
                  <a:pt x="3747" y="3649"/>
                  <a:pt x="3740" y="3635"/>
                  <a:pt x="3700" y="3633"/>
                </a:cubicBezTo>
                <a:cubicBezTo>
                  <a:pt x="3698" y="3633"/>
                  <a:pt x="3698" y="3633"/>
                  <a:pt x="3698" y="3633"/>
                </a:cubicBezTo>
                <a:cubicBezTo>
                  <a:pt x="3590" y="3628"/>
                  <a:pt x="3342" y="3618"/>
                  <a:pt x="2902" y="3618"/>
                </a:cubicBezTo>
                <a:cubicBezTo>
                  <a:pt x="2901" y="3618"/>
                  <a:pt x="2901" y="3618"/>
                  <a:pt x="2900" y="3618"/>
                </a:cubicBezTo>
                <a:cubicBezTo>
                  <a:pt x="2460" y="3618"/>
                  <a:pt x="2212" y="3628"/>
                  <a:pt x="2104" y="3633"/>
                </a:cubicBezTo>
                <a:cubicBezTo>
                  <a:pt x="2102" y="3633"/>
                  <a:pt x="2102" y="3633"/>
                  <a:pt x="2102" y="3633"/>
                </a:cubicBezTo>
                <a:cubicBezTo>
                  <a:pt x="2063" y="3635"/>
                  <a:pt x="2055" y="3649"/>
                  <a:pt x="2054" y="3688"/>
                </a:cubicBezTo>
                <a:cubicBezTo>
                  <a:pt x="2054" y="3709"/>
                  <a:pt x="2069" y="3718"/>
                  <a:pt x="2076" y="3722"/>
                </a:cubicBezTo>
                <a:cubicBezTo>
                  <a:pt x="2078" y="3723"/>
                  <a:pt x="2078" y="3723"/>
                  <a:pt x="2078" y="3723"/>
                </a:cubicBezTo>
                <a:cubicBezTo>
                  <a:pt x="2078" y="3757"/>
                  <a:pt x="2078" y="3757"/>
                  <a:pt x="2078" y="3757"/>
                </a:cubicBezTo>
                <a:cubicBezTo>
                  <a:pt x="2074" y="3815"/>
                  <a:pt x="2037" y="3864"/>
                  <a:pt x="1999" y="3917"/>
                </a:cubicBezTo>
                <a:cubicBezTo>
                  <a:pt x="1990" y="3927"/>
                  <a:pt x="1982" y="3938"/>
                  <a:pt x="1974" y="3950"/>
                </a:cubicBezTo>
                <a:cubicBezTo>
                  <a:pt x="1919" y="4026"/>
                  <a:pt x="1865" y="4127"/>
                  <a:pt x="1866" y="4180"/>
                </a:cubicBezTo>
                <a:cubicBezTo>
                  <a:pt x="1866" y="4326"/>
                  <a:pt x="1866" y="4326"/>
                  <a:pt x="1866" y="4326"/>
                </a:cubicBezTo>
                <a:moveTo>
                  <a:pt x="6006" y="4326"/>
                </a:moveTo>
                <a:cubicBezTo>
                  <a:pt x="6006" y="4180"/>
                  <a:pt x="6006" y="4180"/>
                  <a:pt x="6006" y="4180"/>
                </a:cubicBezTo>
                <a:cubicBezTo>
                  <a:pt x="6007" y="4127"/>
                  <a:pt x="5952" y="4026"/>
                  <a:pt x="5898" y="3950"/>
                </a:cubicBezTo>
                <a:cubicBezTo>
                  <a:pt x="5890" y="3938"/>
                  <a:pt x="5881" y="3927"/>
                  <a:pt x="5873" y="3917"/>
                </a:cubicBezTo>
                <a:cubicBezTo>
                  <a:pt x="5834" y="3864"/>
                  <a:pt x="5798" y="3815"/>
                  <a:pt x="5794" y="3758"/>
                </a:cubicBezTo>
                <a:cubicBezTo>
                  <a:pt x="5794" y="3757"/>
                  <a:pt x="5794" y="3757"/>
                  <a:pt x="5794" y="3757"/>
                </a:cubicBezTo>
                <a:cubicBezTo>
                  <a:pt x="5794" y="3723"/>
                  <a:pt x="5794" y="3723"/>
                  <a:pt x="5794" y="3723"/>
                </a:cubicBezTo>
                <a:cubicBezTo>
                  <a:pt x="5796" y="3722"/>
                  <a:pt x="5796" y="3722"/>
                  <a:pt x="5796" y="3722"/>
                </a:cubicBezTo>
                <a:cubicBezTo>
                  <a:pt x="5803" y="3718"/>
                  <a:pt x="5818" y="3709"/>
                  <a:pt x="5818" y="3688"/>
                </a:cubicBezTo>
                <a:cubicBezTo>
                  <a:pt x="5817" y="3649"/>
                  <a:pt x="5809" y="3635"/>
                  <a:pt x="5769" y="3633"/>
                </a:cubicBezTo>
                <a:cubicBezTo>
                  <a:pt x="5768" y="3633"/>
                  <a:pt x="5768" y="3633"/>
                  <a:pt x="5768" y="3633"/>
                </a:cubicBezTo>
                <a:cubicBezTo>
                  <a:pt x="5660" y="3628"/>
                  <a:pt x="5412" y="3618"/>
                  <a:pt x="4972" y="3618"/>
                </a:cubicBezTo>
                <a:cubicBezTo>
                  <a:pt x="4971" y="3618"/>
                  <a:pt x="4970" y="3618"/>
                  <a:pt x="4969" y="3618"/>
                </a:cubicBezTo>
                <a:cubicBezTo>
                  <a:pt x="4530" y="3618"/>
                  <a:pt x="4282" y="3628"/>
                  <a:pt x="4174" y="3633"/>
                </a:cubicBezTo>
                <a:cubicBezTo>
                  <a:pt x="4172" y="3633"/>
                  <a:pt x="4172" y="3633"/>
                  <a:pt x="4172" y="3633"/>
                </a:cubicBezTo>
                <a:cubicBezTo>
                  <a:pt x="4132" y="3635"/>
                  <a:pt x="4125" y="3649"/>
                  <a:pt x="4124" y="3688"/>
                </a:cubicBezTo>
                <a:cubicBezTo>
                  <a:pt x="4123" y="3709"/>
                  <a:pt x="4139" y="3718"/>
                  <a:pt x="4146" y="3722"/>
                </a:cubicBezTo>
                <a:cubicBezTo>
                  <a:pt x="4148" y="3723"/>
                  <a:pt x="4148" y="3723"/>
                  <a:pt x="4148" y="3723"/>
                </a:cubicBezTo>
                <a:cubicBezTo>
                  <a:pt x="4148" y="3757"/>
                  <a:pt x="4148" y="3757"/>
                  <a:pt x="4148" y="3757"/>
                </a:cubicBezTo>
                <a:cubicBezTo>
                  <a:pt x="4144" y="3815"/>
                  <a:pt x="4107" y="3864"/>
                  <a:pt x="4068" y="3917"/>
                </a:cubicBezTo>
                <a:cubicBezTo>
                  <a:pt x="4060" y="3927"/>
                  <a:pt x="4052" y="3938"/>
                  <a:pt x="4044" y="3950"/>
                </a:cubicBezTo>
                <a:cubicBezTo>
                  <a:pt x="3989" y="4026"/>
                  <a:pt x="3935" y="4127"/>
                  <a:pt x="3936" y="4180"/>
                </a:cubicBezTo>
                <a:cubicBezTo>
                  <a:pt x="3936" y="4326"/>
                  <a:pt x="3936" y="4326"/>
                  <a:pt x="3936" y="4326"/>
                </a:cubicBezTo>
                <a:moveTo>
                  <a:pt x="1866" y="4326"/>
                </a:moveTo>
                <a:cubicBezTo>
                  <a:pt x="1866" y="4180"/>
                  <a:pt x="1866" y="4180"/>
                  <a:pt x="1866" y="4180"/>
                </a:cubicBezTo>
                <a:cubicBezTo>
                  <a:pt x="1867" y="4127"/>
                  <a:pt x="1813" y="4026"/>
                  <a:pt x="1758" y="3950"/>
                </a:cubicBezTo>
                <a:cubicBezTo>
                  <a:pt x="1750" y="3938"/>
                  <a:pt x="1742" y="3927"/>
                  <a:pt x="1734" y="3917"/>
                </a:cubicBezTo>
                <a:cubicBezTo>
                  <a:pt x="1695" y="3864"/>
                  <a:pt x="1658" y="3815"/>
                  <a:pt x="1655" y="3758"/>
                </a:cubicBezTo>
                <a:cubicBezTo>
                  <a:pt x="1655" y="3757"/>
                  <a:pt x="1655" y="3757"/>
                  <a:pt x="1655" y="3757"/>
                </a:cubicBezTo>
                <a:cubicBezTo>
                  <a:pt x="1655" y="3723"/>
                  <a:pt x="1655" y="3723"/>
                  <a:pt x="1655" y="3723"/>
                </a:cubicBezTo>
                <a:cubicBezTo>
                  <a:pt x="1657" y="3722"/>
                  <a:pt x="1657" y="3722"/>
                  <a:pt x="1657" y="3722"/>
                </a:cubicBezTo>
                <a:cubicBezTo>
                  <a:pt x="1664" y="3718"/>
                  <a:pt x="1679" y="3709"/>
                  <a:pt x="1679" y="3688"/>
                </a:cubicBezTo>
                <a:cubicBezTo>
                  <a:pt x="1678" y="3649"/>
                  <a:pt x="1670" y="3635"/>
                  <a:pt x="1630" y="3633"/>
                </a:cubicBezTo>
                <a:cubicBezTo>
                  <a:pt x="1629" y="3633"/>
                  <a:pt x="1629" y="3633"/>
                  <a:pt x="1629" y="3633"/>
                </a:cubicBezTo>
                <a:cubicBezTo>
                  <a:pt x="1521" y="3628"/>
                  <a:pt x="1274" y="3618"/>
                  <a:pt x="835" y="3618"/>
                </a:cubicBezTo>
                <a:cubicBezTo>
                  <a:pt x="834" y="3618"/>
                  <a:pt x="833" y="3618"/>
                  <a:pt x="832" y="3618"/>
                </a:cubicBezTo>
                <a:cubicBezTo>
                  <a:pt x="393" y="3618"/>
                  <a:pt x="146" y="3628"/>
                  <a:pt x="38" y="3633"/>
                </a:cubicBezTo>
                <a:cubicBezTo>
                  <a:pt x="36" y="3633"/>
                  <a:pt x="36" y="3633"/>
                  <a:pt x="36" y="3633"/>
                </a:cubicBezTo>
                <a:cubicBezTo>
                  <a:pt x="19" y="3634"/>
                  <a:pt x="8" y="3637"/>
                  <a:pt x="0" y="3644"/>
                </a:cubicBezTo>
                <a:moveTo>
                  <a:pt x="7680" y="3627"/>
                </a:moveTo>
                <a:cubicBezTo>
                  <a:pt x="7542" y="3622"/>
                  <a:pt x="7335" y="3618"/>
                  <a:pt x="7042" y="3618"/>
                </a:cubicBezTo>
                <a:cubicBezTo>
                  <a:pt x="7041" y="3618"/>
                  <a:pt x="7041" y="3618"/>
                  <a:pt x="7040" y="3618"/>
                </a:cubicBezTo>
                <a:cubicBezTo>
                  <a:pt x="6600" y="3618"/>
                  <a:pt x="6352" y="3628"/>
                  <a:pt x="6243" y="3633"/>
                </a:cubicBezTo>
                <a:cubicBezTo>
                  <a:pt x="6242" y="3633"/>
                  <a:pt x="6242" y="3633"/>
                  <a:pt x="6242" y="3633"/>
                </a:cubicBezTo>
                <a:cubicBezTo>
                  <a:pt x="6202" y="3635"/>
                  <a:pt x="6195" y="3649"/>
                  <a:pt x="6194" y="3688"/>
                </a:cubicBezTo>
                <a:cubicBezTo>
                  <a:pt x="6193" y="3709"/>
                  <a:pt x="6208" y="3718"/>
                  <a:pt x="6216" y="3722"/>
                </a:cubicBezTo>
                <a:cubicBezTo>
                  <a:pt x="6218" y="3723"/>
                  <a:pt x="6218" y="3723"/>
                  <a:pt x="6218" y="3723"/>
                </a:cubicBezTo>
                <a:cubicBezTo>
                  <a:pt x="6218" y="3757"/>
                  <a:pt x="6218" y="3757"/>
                  <a:pt x="6218" y="3757"/>
                </a:cubicBezTo>
                <a:cubicBezTo>
                  <a:pt x="6214" y="3815"/>
                  <a:pt x="6177" y="3864"/>
                  <a:pt x="6138" y="3917"/>
                </a:cubicBezTo>
                <a:cubicBezTo>
                  <a:pt x="6130" y="3927"/>
                  <a:pt x="6122" y="3938"/>
                  <a:pt x="6114" y="3950"/>
                </a:cubicBezTo>
                <a:cubicBezTo>
                  <a:pt x="6059" y="4026"/>
                  <a:pt x="6004" y="4127"/>
                  <a:pt x="6006" y="4180"/>
                </a:cubicBezTo>
                <a:cubicBezTo>
                  <a:pt x="6006" y="4326"/>
                  <a:pt x="6006" y="4326"/>
                  <a:pt x="6006" y="4326"/>
                </a:cubicBezTo>
                <a:moveTo>
                  <a:pt x="0" y="906"/>
                </a:moveTo>
                <a:cubicBezTo>
                  <a:pt x="4" y="908"/>
                  <a:pt x="7" y="909"/>
                  <a:pt x="11" y="911"/>
                </a:cubicBezTo>
                <a:cubicBezTo>
                  <a:pt x="23" y="916"/>
                  <a:pt x="34" y="927"/>
                  <a:pt x="46" y="941"/>
                </a:cubicBezTo>
                <a:cubicBezTo>
                  <a:pt x="49" y="946"/>
                  <a:pt x="53" y="952"/>
                  <a:pt x="56" y="958"/>
                </a:cubicBezTo>
                <a:cubicBezTo>
                  <a:pt x="66" y="973"/>
                  <a:pt x="75" y="989"/>
                  <a:pt x="91" y="993"/>
                </a:cubicBezTo>
                <a:cubicBezTo>
                  <a:pt x="211" y="1030"/>
                  <a:pt x="495" y="1052"/>
                  <a:pt x="832" y="1052"/>
                </a:cubicBezTo>
                <a:cubicBezTo>
                  <a:pt x="833" y="1052"/>
                  <a:pt x="833" y="1052"/>
                  <a:pt x="833" y="1052"/>
                </a:cubicBezTo>
                <a:cubicBezTo>
                  <a:pt x="835" y="1052"/>
                  <a:pt x="835" y="1052"/>
                  <a:pt x="835" y="1052"/>
                </a:cubicBezTo>
                <a:cubicBezTo>
                  <a:pt x="1172" y="1052"/>
                  <a:pt x="1456" y="1030"/>
                  <a:pt x="1576" y="993"/>
                </a:cubicBezTo>
                <a:cubicBezTo>
                  <a:pt x="1591" y="989"/>
                  <a:pt x="1601" y="973"/>
                  <a:pt x="1610" y="958"/>
                </a:cubicBezTo>
                <a:cubicBezTo>
                  <a:pt x="1614" y="952"/>
                  <a:pt x="1617" y="946"/>
                  <a:pt x="1621" y="941"/>
                </a:cubicBezTo>
                <a:cubicBezTo>
                  <a:pt x="1632" y="927"/>
                  <a:pt x="1644" y="916"/>
                  <a:pt x="1656" y="911"/>
                </a:cubicBezTo>
                <a:cubicBezTo>
                  <a:pt x="1660" y="908"/>
                  <a:pt x="1665" y="907"/>
                  <a:pt x="1670" y="905"/>
                </a:cubicBezTo>
                <a:cubicBezTo>
                  <a:pt x="1672" y="904"/>
                  <a:pt x="1674" y="903"/>
                  <a:pt x="1677" y="903"/>
                </a:cubicBezTo>
                <a:cubicBezTo>
                  <a:pt x="1706" y="892"/>
                  <a:pt x="1734" y="870"/>
                  <a:pt x="1759" y="851"/>
                </a:cubicBezTo>
                <a:cubicBezTo>
                  <a:pt x="1767" y="845"/>
                  <a:pt x="1767" y="845"/>
                  <a:pt x="1767" y="845"/>
                </a:cubicBezTo>
                <a:cubicBezTo>
                  <a:pt x="1792" y="826"/>
                  <a:pt x="1821" y="803"/>
                  <a:pt x="1843" y="774"/>
                </a:cubicBezTo>
                <a:cubicBezTo>
                  <a:pt x="1854" y="760"/>
                  <a:pt x="1866" y="742"/>
                  <a:pt x="1866" y="722"/>
                </a:cubicBezTo>
                <a:cubicBezTo>
                  <a:pt x="1866" y="0"/>
                  <a:pt x="1866" y="0"/>
                  <a:pt x="1866" y="0"/>
                </a:cubicBezTo>
                <a:moveTo>
                  <a:pt x="1866" y="0"/>
                </a:moveTo>
                <a:cubicBezTo>
                  <a:pt x="1866" y="722"/>
                  <a:pt x="1866" y="722"/>
                  <a:pt x="1866" y="722"/>
                </a:cubicBezTo>
                <a:cubicBezTo>
                  <a:pt x="1866" y="742"/>
                  <a:pt x="1879" y="760"/>
                  <a:pt x="1889" y="774"/>
                </a:cubicBezTo>
                <a:cubicBezTo>
                  <a:pt x="1912" y="803"/>
                  <a:pt x="1940" y="826"/>
                  <a:pt x="1965" y="845"/>
                </a:cubicBezTo>
                <a:cubicBezTo>
                  <a:pt x="1974" y="851"/>
                  <a:pt x="1974" y="851"/>
                  <a:pt x="1974" y="851"/>
                </a:cubicBezTo>
                <a:cubicBezTo>
                  <a:pt x="1999" y="870"/>
                  <a:pt x="2027" y="892"/>
                  <a:pt x="2056" y="903"/>
                </a:cubicBezTo>
                <a:cubicBezTo>
                  <a:pt x="2058" y="903"/>
                  <a:pt x="2060" y="904"/>
                  <a:pt x="2063" y="905"/>
                </a:cubicBezTo>
                <a:cubicBezTo>
                  <a:pt x="2067" y="907"/>
                  <a:pt x="2072" y="908"/>
                  <a:pt x="2077" y="911"/>
                </a:cubicBezTo>
                <a:cubicBezTo>
                  <a:pt x="2089" y="916"/>
                  <a:pt x="2101" y="927"/>
                  <a:pt x="2112" y="941"/>
                </a:cubicBezTo>
                <a:cubicBezTo>
                  <a:pt x="2116" y="946"/>
                  <a:pt x="2119" y="952"/>
                  <a:pt x="2123" y="958"/>
                </a:cubicBezTo>
                <a:cubicBezTo>
                  <a:pt x="2132" y="973"/>
                  <a:pt x="2142" y="989"/>
                  <a:pt x="2157" y="993"/>
                </a:cubicBezTo>
                <a:cubicBezTo>
                  <a:pt x="2277" y="1030"/>
                  <a:pt x="2562" y="1052"/>
                  <a:pt x="2900" y="1052"/>
                </a:cubicBezTo>
                <a:cubicBezTo>
                  <a:pt x="2901" y="1052"/>
                  <a:pt x="2901" y="1052"/>
                  <a:pt x="2901" y="1052"/>
                </a:cubicBezTo>
                <a:cubicBezTo>
                  <a:pt x="2902" y="1052"/>
                  <a:pt x="2902" y="1052"/>
                  <a:pt x="2902" y="1052"/>
                </a:cubicBezTo>
                <a:cubicBezTo>
                  <a:pt x="3240" y="1052"/>
                  <a:pt x="3525" y="1030"/>
                  <a:pt x="3645" y="993"/>
                </a:cubicBezTo>
                <a:cubicBezTo>
                  <a:pt x="3660" y="989"/>
                  <a:pt x="3670" y="973"/>
                  <a:pt x="3680" y="958"/>
                </a:cubicBezTo>
                <a:cubicBezTo>
                  <a:pt x="3683" y="952"/>
                  <a:pt x="3686" y="946"/>
                  <a:pt x="3690" y="941"/>
                </a:cubicBezTo>
                <a:cubicBezTo>
                  <a:pt x="3701" y="927"/>
                  <a:pt x="3713" y="916"/>
                  <a:pt x="3725" y="911"/>
                </a:cubicBezTo>
                <a:cubicBezTo>
                  <a:pt x="3730" y="908"/>
                  <a:pt x="3735" y="907"/>
                  <a:pt x="3739" y="905"/>
                </a:cubicBezTo>
                <a:cubicBezTo>
                  <a:pt x="3742" y="904"/>
                  <a:pt x="3744" y="903"/>
                  <a:pt x="3746" y="903"/>
                </a:cubicBezTo>
                <a:cubicBezTo>
                  <a:pt x="3775" y="892"/>
                  <a:pt x="3804" y="870"/>
                  <a:pt x="3828" y="851"/>
                </a:cubicBezTo>
                <a:cubicBezTo>
                  <a:pt x="3837" y="845"/>
                  <a:pt x="3837" y="845"/>
                  <a:pt x="3837" y="845"/>
                </a:cubicBezTo>
                <a:cubicBezTo>
                  <a:pt x="3862" y="826"/>
                  <a:pt x="3890" y="803"/>
                  <a:pt x="3913" y="774"/>
                </a:cubicBezTo>
                <a:cubicBezTo>
                  <a:pt x="3923" y="760"/>
                  <a:pt x="3936" y="742"/>
                  <a:pt x="3936" y="722"/>
                </a:cubicBezTo>
                <a:cubicBezTo>
                  <a:pt x="3936" y="0"/>
                  <a:pt x="3936" y="0"/>
                  <a:pt x="3936" y="0"/>
                </a:cubicBezTo>
                <a:moveTo>
                  <a:pt x="6006" y="0"/>
                </a:moveTo>
                <a:cubicBezTo>
                  <a:pt x="6006" y="722"/>
                  <a:pt x="6006" y="722"/>
                  <a:pt x="6006" y="722"/>
                </a:cubicBezTo>
                <a:cubicBezTo>
                  <a:pt x="6006" y="742"/>
                  <a:pt x="6018" y="760"/>
                  <a:pt x="6029" y="774"/>
                </a:cubicBezTo>
                <a:cubicBezTo>
                  <a:pt x="6051" y="803"/>
                  <a:pt x="6080" y="826"/>
                  <a:pt x="6105" y="845"/>
                </a:cubicBezTo>
                <a:cubicBezTo>
                  <a:pt x="6113" y="851"/>
                  <a:pt x="6113" y="851"/>
                  <a:pt x="6113" y="851"/>
                </a:cubicBezTo>
                <a:cubicBezTo>
                  <a:pt x="6138" y="870"/>
                  <a:pt x="6166" y="892"/>
                  <a:pt x="6196" y="903"/>
                </a:cubicBezTo>
                <a:cubicBezTo>
                  <a:pt x="6198" y="903"/>
                  <a:pt x="6200" y="904"/>
                  <a:pt x="6202" y="905"/>
                </a:cubicBezTo>
                <a:cubicBezTo>
                  <a:pt x="6207" y="907"/>
                  <a:pt x="6212" y="908"/>
                  <a:pt x="6217" y="911"/>
                </a:cubicBezTo>
                <a:cubicBezTo>
                  <a:pt x="6229" y="916"/>
                  <a:pt x="6240" y="927"/>
                  <a:pt x="6252" y="941"/>
                </a:cubicBezTo>
                <a:cubicBezTo>
                  <a:pt x="6255" y="946"/>
                  <a:pt x="6259" y="952"/>
                  <a:pt x="6262" y="958"/>
                </a:cubicBezTo>
                <a:cubicBezTo>
                  <a:pt x="6272" y="973"/>
                  <a:pt x="6281" y="989"/>
                  <a:pt x="6297" y="993"/>
                </a:cubicBezTo>
                <a:cubicBezTo>
                  <a:pt x="6417" y="1030"/>
                  <a:pt x="6702" y="1052"/>
                  <a:pt x="7040" y="1052"/>
                </a:cubicBezTo>
                <a:cubicBezTo>
                  <a:pt x="7041" y="1052"/>
                  <a:pt x="7041" y="1052"/>
                  <a:pt x="7041" y="1052"/>
                </a:cubicBezTo>
                <a:cubicBezTo>
                  <a:pt x="7042" y="1052"/>
                  <a:pt x="7042" y="1052"/>
                  <a:pt x="7042" y="1052"/>
                </a:cubicBezTo>
                <a:cubicBezTo>
                  <a:pt x="7304" y="1052"/>
                  <a:pt x="7534" y="1039"/>
                  <a:pt x="7680" y="1016"/>
                </a:cubicBezTo>
                <a:moveTo>
                  <a:pt x="3936" y="0"/>
                </a:moveTo>
                <a:cubicBezTo>
                  <a:pt x="3936" y="722"/>
                  <a:pt x="3936" y="722"/>
                  <a:pt x="3936" y="722"/>
                </a:cubicBezTo>
                <a:cubicBezTo>
                  <a:pt x="3936" y="742"/>
                  <a:pt x="3948" y="760"/>
                  <a:pt x="3959" y="774"/>
                </a:cubicBezTo>
                <a:cubicBezTo>
                  <a:pt x="3981" y="803"/>
                  <a:pt x="4010" y="826"/>
                  <a:pt x="4035" y="845"/>
                </a:cubicBezTo>
                <a:cubicBezTo>
                  <a:pt x="4043" y="851"/>
                  <a:pt x="4043" y="851"/>
                  <a:pt x="4043" y="851"/>
                </a:cubicBezTo>
                <a:cubicBezTo>
                  <a:pt x="4068" y="870"/>
                  <a:pt x="4097" y="892"/>
                  <a:pt x="4126" y="903"/>
                </a:cubicBezTo>
                <a:cubicBezTo>
                  <a:pt x="4128" y="903"/>
                  <a:pt x="4130" y="904"/>
                  <a:pt x="4132" y="905"/>
                </a:cubicBezTo>
                <a:cubicBezTo>
                  <a:pt x="4137" y="907"/>
                  <a:pt x="4142" y="908"/>
                  <a:pt x="4147" y="911"/>
                </a:cubicBezTo>
                <a:cubicBezTo>
                  <a:pt x="4159" y="916"/>
                  <a:pt x="4170" y="927"/>
                  <a:pt x="4182" y="941"/>
                </a:cubicBezTo>
                <a:cubicBezTo>
                  <a:pt x="4185" y="946"/>
                  <a:pt x="4189" y="952"/>
                  <a:pt x="4192" y="958"/>
                </a:cubicBezTo>
                <a:cubicBezTo>
                  <a:pt x="4202" y="973"/>
                  <a:pt x="4211" y="989"/>
                  <a:pt x="4227" y="993"/>
                </a:cubicBezTo>
                <a:cubicBezTo>
                  <a:pt x="4347" y="1030"/>
                  <a:pt x="4632" y="1052"/>
                  <a:pt x="4970" y="1052"/>
                </a:cubicBezTo>
                <a:cubicBezTo>
                  <a:pt x="4971" y="1052"/>
                  <a:pt x="4971" y="1052"/>
                  <a:pt x="4971" y="1052"/>
                </a:cubicBezTo>
                <a:cubicBezTo>
                  <a:pt x="4972" y="1052"/>
                  <a:pt x="4972" y="1052"/>
                  <a:pt x="4972" y="1052"/>
                </a:cubicBezTo>
                <a:cubicBezTo>
                  <a:pt x="5310" y="1052"/>
                  <a:pt x="5595" y="1030"/>
                  <a:pt x="5715" y="993"/>
                </a:cubicBezTo>
                <a:cubicBezTo>
                  <a:pt x="5730" y="989"/>
                  <a:pt x="5740" y="973"/>
                  <a:pt x="5749" y="958"/>
                </a:cubicBezTo>
                <a:cubicBezTo>
                  <a:pt x="5753" y="952"/>
                  <a:pt x="5756" y="946"/>
                  <a:pt x="5760" y="941"/>
                </a:cubicBezTo>
                <a:cubicBezTo>
                  <a:pt x="5771" y="927"/>
                  <a:pt x="5783" y="916"/>
                  <a:pt x="5795" y="911"/>
                </a:cubicBezTo>
                <a:cubicBezTo>
                  <a:pt x="5799" y="908"/>
                  <a:pt x="5804" y="907"/>
                  <a:pt x="5809" y="905"/>
                </a:cubicBezTo>
                <a:cubicBezTo>
                  <a:pt x="5811" y="904"/>
                  <a:pt x="5814" y="903"/>
                  <a:pt x="5816" y="903"/>
                </a:cubicBezTo>
                <a:cubicBezTo>
                  <a:pt x="5845" y="892"/>
                  <a:pt x="5873" y="870"/>
                  <a:pt x="5898" y="851"/>
                </a:cubicBezTo>
                <a:cubicBezTo>
                  <a:pt x="5906" y="845"/>
                  <a:pt x="5906" y="845"/>
                  <a:pt x="5906" y="845"/>
                </a:cubicBezTo>
                <a:cubicBezTo>
                  <a:pt x="5931" y="826"/>
                  <a:pt x="5960" y="803"/>
                  <a:pt x="5982" y="774"/>
                </a:cubicBezTo>
                <a:cubicBezTo>
                  <a:pt x="5993" y="760"/>
                  <a:pt x="6006" y="742"/>
                  <a:pt x="6006" y="722"/>
                </a:cubicBezTo>
                <a:cubicBezTo>
                  <a:pt x="6006" y="0"/>
                  <a:pt x="6006" y="0"/>
                  <a:pt x="6006" y="0"/>
                </a:cubicBezTo>
              </a:path>
            </a:pathLst>
          </a:custGeom>
          <a:noFill/>
          <a:ln w="8255" cap="flat">
            <a:solidFill>
              <a:srgbClr val="F4000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EA0B7A7-E3FE-0EF3-B02B-712D2C0C0C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199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tion [Full bleed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204A05C-DDE9-3B7C-6D73-4D5CF7D7CE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GB"/>
              <a:t>3D Image</a:t>
            </a:r>
          </a:p>
        </p:txBody>
      </p:sp>
    </p:spTree>
    <p:extLst>
      <p:ext uri="{BB962C8B-B14F-4D97-AF65-F5344CB8AC3E}">
        <p14:creationId xmlns:p14="http://schemas.microsoft.com/office/powerpoint/2010/main" val="5681718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tion [Full bleed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FAF26808-7395-6CBD-9D88-6AF1E6CCA3D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/>
              <a:t>Click icon to add media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2933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1204-09AD-3330-9D85-D706F2A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03DA5-D169-B4E0-541B-0E1E9E93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01B2-8EE9-4FD0-8BC1-FD439B44AB6C}" type="datetime1">
              <a:rPr lang="en-GB" smtClean="0"/>
              <a:t>05/09/2024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7FF14-CC65-A5FC-95B6-F56B4D7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27D3-4E78-AECA-F1F9-D7BF29C5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CF78247-3A99-1721-65F9-302927E29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650" y="648627"/>
            <a:ext cx="11442700" cy="312738"/>
          </a:xfrm>
        </p:spPr>
        <p:txBody>
          <a:bodyPr/>
          <a:lstStyle>
            <a:lvl1pPr>
              <a:lnSpc>
                <a:spcPct val="90000"/>
              </a:lnSpc>
              <a:defRPr sz="2100" spc="-30" baseline="0"/>
            </a:lvl1pPr>
          </a:lstStyle>
          <a:p>
            <a:pPr lvl="0"/>
            <a:r>
              <a:rPr lang="en-GB"/>
              <a:t>Click to edit 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931732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5098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98E3E5F-144C-9877-2122-DBF91BCF7D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46400" y="5925600"/>
            <a:ext cx="2034000" cy="376801"/>
          </a:xfrm>
          <a:prstGeom prst="rect">
            <a:avLst/>
          </a:prstGeom>
        </p:spPr>
      </p:pic>
      <p:sp>
        <p:nvSpPr>
          <p:cNvPr id="16" name="Freeform 9">
            <a:extLst>
              <a:ext uri="{FF2B5EF4-FFF2-40B4-BE49-F238E27FC236}">
                <a16:creationId xmlns:a16="http://schemas.microsoft.com/office/drawing/2014/main" id="{95402E9B-A3A7-EA06-9364-403A9D3F9889}"/>
              </a:ext>
            </a:extLst>
          </p:cNvPr>
          <p:cNvSpPr>
            <a:spLocks/>
          </p:cNvSpPr>
          <p:nvPr userDrawn="1"/>
        </p:nvSpPr>
        <p:spPr bwMode="auto">
          <a:xfrm>
            <a:off x="9620250" y="0"/>
            <a:ext cx="2571750" cy="6859588"/>
          </a:xfrm>
          <a:custGeom>
            <a:avLst/>
            <a:gdLst>
              <a:gd name="T0" fmla="*/ 575 w 1616"/>
              <a:gd name="T1" fmla="*/ 0 h 4315"/>
              <a:gd name="T2" fmla="*/ 573 w 1616"/>
              <a:gd name="T3" fmla="*/ 7 h 4315"/>
              <a:gd name="T4" fmla="*/ 570 w 1616"/>
              <a:gd name="T5" fmla="*/ 21 h 4315"/>
              <a:gd name="T6" fmla="*/ 533 w 1616"/>
              <a:gd name="T7" fmla="*/ 118 h 4315"/>
              <a:gd name="T8" fmla="*/ 340 w 1616"/>
              <a:gd name="T9" fmla="*/ 621 h 4315"/>
              <a:gd name="T10" fmla="*/ 184 w 1616"/>
              <a:gd name="T11" fmla="*/ 1104 h 4315"/>
              <a:gd name="T12" fmla="*/ 187 w 1616"/>
              <a:gd name="T13" fmla="*/ 1232 h 4315"/>
              <a:gd name="T14" fmla="*/ 195 w 1616"/>
              <a:gd name="T15" fmla="*/ 1307 h 4315"/>
              <a:gd name="T16" fmla="*/ 178 w 1616"/>
              <a:gd name="T17" fmla="*/ 1393 h 4315"/>
              <a:gd name="T18" fmla="*/ 82 w 1616"/>
              <a:gd name="T19" fmla="*/ 1844 h 4315"/>
              <a:gd name="T20" fmla="*/ 26 w 1616"/>
              <a:gd name="T21" fmla="*/ 2255 h 4315"/>
              <a:gd name="T22" fmla="*/ 6 w 1616"/>
              <a:gd name="T23" fmla="*/ 2565 h 4315"/>
              <a:gd name="T24" fmla="*/ 13 w 1616"/>
              <a:gd name="T25" fmla="*/ 3005 h 4315"/>
              <a:gd name="T26" fmla="*/ 40 w 1616"/>
              <a:gd name="T27" fmla="*/ 3276 h 4315"/>
              <a:gd name="T28" fmla="*/ 28 w 1616"/>
              <a:gd name="T29" fmla="*/ 3438 h 4315"/>
              <a:gd name="T30" fmla="*/ 10 w 1616"/>
              <a:gd name="T31" fmla="*/ 3570 h 4315"/>
              <a:gd name="T32" fmla="*/ 40 w 1616"/>
              <a:gd name="T33" fmla="*/ 3877 h 4315"/>
              <a:gd name="T34" fmla="*/ 87 w 1616"/>
              <a:gd name="T35" fmla="*/ 4251 h 4315"/>
              <a:gd name="T36" fmla="*/ 97 w 1616"/>
              <a:gd name="T37" fmla="*/ 4314 h 4315"/>
              <a:gd name="T38" fmla="*/ 130 w 1616"/>
              <a:gd name="T39" fmla="*/ 4314 h 4315"/>
              <a:gd name="T40" fmla="*/ 1585 w 1616"/>
              <a:gd name="T41" fmla="*/ 4314 h 4315"/>
              <a:gd name="T42" fmla="*/ 1616 w 1616"/>
              <a:gd name="T43" fmla="*/ 4315 h 4315"/>
              <a:gd name="T44" fmla="*/ 1616 w 1616"/>
              <a:gd name="T45" fmla="*/ 0 h 4315"/>
              <a:gd name="T46" fmla="*/ 575 w 1616"/>
              <a:gd name="T47" fmla="*/ 0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616" h="4315">
                <a:moveTo>
                  <a:pt x="575" y="0"/>
                </a:moveTo>
                <a:cubicBezTo>
                  <a:pt x="575" y="3"/>
                  <a:pt x="574" y="5"/>
                  <a:pt x="573" y="7"/>
                </a:cubicBezTo>
                <a:cubicBezTo>
                  <a:pt x="572" y="12"/>
                  <a:pt x="571" y="17"/>
                  <a:pt x="570" y="21"/>
                </a:cubicBezTo>
                <a:cubicBezTo>
                  <a:pt x="558" y="53"/>
                  <a:pt x="546" y="86"/>
                  <a:pt x="533" y="118"/>
                </a:cubicBezTo>
                <a:cubicBezTo>
                  <a:pt x="469" y="286"/>
                  <a:pt x="405" y="454"/>
                  <a:pt x="340" y="621"/>
                </a:cubicBezTo>
                <a:cubicBezTo>
                  <a:pt x="279" y="779"/>
                  <a:pt x="229" y="941"/>
                  <a:pt x="184" y="1104"/>
                </a:cubicBezTo>
                <a:cubicBezTo>
                  <a:pt x="172" y="1147"/>
                  <a:pt x="170" y="1189"/>
                  <a:pt x="187" y="1232"/>
                </a:cubicBezTo>
                <a:cubicBezTo>
                  <a:pt x="196" y="1256"/>
                  <a:pt x="200" y="1282"/>
                  <a:pt x="195" y="1307"/>
                </a:cubicBezTo>
                <a:cubicBezTo>
                  <a:pt x="190" y="1336"/>
                  <a:pt x="185" y="1365"/>
                  <a:pt x="178" y="1393"/>
                </a:cubicBezTo>
                <a:cubicBezTo>
                  <a:pt x="141" y="1542"/>
                  <a:pt x="108" y="1692"/>
                  <a:pt x="82" y="1844"/>
                </a:cubicBezTo>
                <a:cubicBezTo>
                  <a:pt x="58" y="1980"/>
                  <a:pt x="38" y="2117"/>
                  <a:pt x="26" y="2255"/>
                </a:cubicBezTo>
                <a:cubicBezTo>
                  <a:pt x="18" y="2358"/>
                  <a:pt x="9" y="2462"/>
                  <a:pt x="6" y="2565"/>
                </a:cubicBezTo>
                <a:cubicBezTo>
                  <a:pt x="0" y="2712"/>
                  <a:pt x="1" y="2859"/>
                  <a:pt x="13" y="3005"/>
                </a:cubicBezTo>
                <a:cubicBezTo>
                  <a:pt x="20" y="3096"/>
                  <a:pt x="29" y="3186"/>
                  <a:pt x="40" y="3276"/>
                </a:cubicBezTo>
                <a:cubicBezTo>
                  <a:pt x="47" y="3331"/>
                  <a:pt x="47" y="3384"/>
                  <a:pt x="28" y="3438"/>
                </a:cubicBezTo>
                <a:cubicBezTo>
                  <a:pt x="12" y="3480"/>
                  <a:pt x="6" y="3525"/>
                  <a:pt x="10" y="3570"/>
                </a:cubicBezTo>
                <a:cubicBezTo>
                  <a:pt x="20" y="3673"/>
                  <a:pt x="28" y="3775"/>
                  <a:pt x="40" y="3877"/>
                </a:cubicBezTo>
                <a:cubicBezTo>
                  <a:pt x="54" y="4002"/>
                  <a:pt x="71" y="4127"/>
                  <a:pt x="87" y="4251"/>
                </a:cubicBezTo>
                <a:cubicBezTo>
                  <a:pt x="89" y="4272"/>
                  <a:pt x="93" y="4292"/>
                  <a:pt x="97" y="4314"/>
                </a:cubicBezTo>
                <a:cubicBezTo>
                  <a:pt x="109" y="4314"/>
                  <a:pt x="119" y="4314"/>
                  <a:pt x="130" y="4314"/>
                </a:cubicBezTo>
                <a:cubicBezTo>
                  <a:pt x="615" y="4314"/>
                  <a:pt x="1100" y="4314"/>
                  <a:pt x="1585" y="4314"/>
                </a:cubicBezTo>
                <a:cubicBezTo>
                  <a:pt x="1595" y="4314"/>
                  <a:pt x="1606" y="4315"/>
                  <a:pt x="1616" y="4315"/>
                </a:cubicBezTo>
                <a:cubicBezTo>
                  <a:pt x="1616" y="0"/>
                  <a:pt x="1616" y="0"/>
                  <a:pt x="1616" y="0"/>
                </a:cubicBezTo>
                <a:lnTo>
                  <a:pt x="575" y="0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52F0FC94-A82B-653E-626E-B0C961B84A1E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2584451" cy="6859588"/>
          </a:xfrm>
          <a:custGeom>
            <a:avLst/>
            <a:gdLst>
              <a:gd name="T0" fmla="*/ 1557 w 1624"/>
              <a:gd name="T1" fmla="*/ 1938 h 4315"/>
              <a:gd name="T2" fmla="*/ 1437 w 1624"/>
              <a:gd name="T3" fmla="*/ 1362 h 4315"/>
              <a:gd name="T4" fmla="*/ 1436 w 1624"/>
              <a:gd name="T5" fmla="*/ 1235 h 4315"/>
              <a:gd name="T6" fmla="*/ 1430 w 1624"/>
              <a:gd name="T7" fmla="*/ 1053 h 4315"/>
              <a:gd name="T8" fmla="*/ 1250 w 1624"/>
              <a:gd name="T9" fmla="*/ 537 h 4315"/>
              <a:gd name="T10" fmla="*/ 1051 w 1624"/>
              <a:gd name="T11" fmla="*/ 31 h 4315"/>
              <a:gd name="T12" fmla="*/ 1042 w 1624"/>
              <a:gd name="T13" fmla="*/ 5 h 4315"/>
              <a:gd name="T14" fmla="*/ 1042 w 1624"/>
              <a:gd name="T15" fmla="*/ 5 h 4315"/>
              <a:gd name="T16" fmla="*/ 1040 w 1624"/>
              <a:gd name="T17" fmla="*/ 0 h 4315"/>
              <a:gd name="T18" fmla="*/ 0 w 1624"/>
              <a:gd name="T19" fmla="*/ 0 h 4315"/>
              <a:gd name="T20" fmla="*/ 0 w 1624"/>
              <a:gd name="T21" fmla="*/ 4315 h 4315"/>
              <a:gd name="T22" fmla="*/ 32 w 1624"/>
              <a:gd name="T23" fmla="*/ 4314 h 4315"/>
              <a:gd name="T24" fmla="*/ 1489 w 1624"/>
              <a:gd name="T25" fmla="*/ 4314 h 4315"/>
              <a:gd name="T26" fmla="*/ 1521 w 1624"/>
              <a:gd name="T27" fmla="*/ 4314 h 4315"/>
              <a:gd name="T28" fmla="*/ 1528 w 1624"/>
              <a:gd name="T29" fmla="*/ 4265 h 4315"/>
              <a:gd name="T30" fmla="*/ 1572 w 1624"/>
              <a:gd name="T31" fmla="*/ 3958 h 4315"/>
              <a:gd name="T32" fmla="*/ 1610 w 1624"/>
              <a:gd name="T33" fmla="*/ 3687 h 4315"/>
              <a:gd name="T34" fmla="*/ 1585 w 1624"/>
              <a:gd name="T35" fmla="*/ 3403 h 4315"/>
              <a:gd name="T36" fmla="*/ 1578 w 1624"/>
              <a:gd name="T37" fmla="*/ 3317 h 4315"/>
              <a:gd name="T38" fmla="*/ 1621 w 1624"/>
              <a:gd name="T39" fmla="*/ 2814 h 4315"/>
              <a:gd name="T40" fmla="*/ 1599 w 1624"/>
              <a:gd name="T41" fmla="*/ 2288 h 4315"/>
              <a:gd name="T42" fmla="*/ 1557 w 1624"/>
              <a:gd name="T43" fmla="*/ 1938 h 4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24" h="4315">
                <a:moveTo>
                  <a:pt x="1557" y="1938"/>
                </a:moveTo>
                <a:cubicBezTo>
                  <a:pt x="1528" y="1744"/>
                  <a:pt x="1488" y="1552"/>
                  <a:pt x="1437" y="1362"/>
                </a:cubicBezTo>
                <a:cubicBezTo>
                  <a:pt x="1425" y="1319"/>
                  <a:pt x="1421" y="1279"/>
                  <a:pt x="1436" y="1235"/>
                </a:cubicBezTo>
                <a:cubicBezTo>
                  <a:pt x="1456" y="1175"/>
                  <a:pt x="1446" y="1113"/>
                  <a:pt x="1430" y="1053"/>
                </a:cubicBezTo>
                <a:cubicBezTo>
                  <a:pt x="1381" y="877"/>
                  <a:pt x="1318" y="707"/>
                  <a:pt x="1250" y="537"/>
                </a:cubicBezTo>
                <a:cubicBezTo>
                  <a:pt x="1184" y="369"/>
                  <a:pt x="1118" y="200"/>
                  <a:pt x="1051" y="31"/>
                </a:cubicBezTo>
                <a:cubicBezTo>
                  <a:pt x="1048" y="23"/>
                  <a:pt x="1046" y="15"/>
                  <a:pt x="1042" y="5"/>
                </a:cubicBezTo>
                <a:cubicBezTo>
                  <a:pt x="1042" y="5"/>
                  <a:pt x="1042" y="5"/>
                  <a:pt x="1042" y="5"/>
                </a:cubicBezTo>
                <a:cubicBezTo>
                  <a:pt x="1042" y="4"/>
                  <a:pt x="1041" y="2"/>
                  <a:pt x="104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315"/>
                  <a:pt x="0" y="4315"/>
                  <a:pt x="0" y="4315"/>
                </a:cubicBezTo>
                <a:cubicBezTo>
                  <a:pt x="11" y="4315"/>
                  <a:pt x="21" y="4314"/>
                  <a:pt x="32" y="4314"/>
                </a:cubicBezTo>
                <a:cubicBezTo>
                  <a:pt x="518" y="4314"/>
                  <a:pt x="1003" y="4314"/>
                  <a:pt x="1489" y="4314"/>
                </a:cubicBezTo>
                <a:cubicBezTo>
                  <a:pt x="1499" y="4314"/>
                  <a:pt x="1510" y="4314"/>
                  <a:pt x="1521" y="4314"/>
                </a:cubicBezTo>
                <a:cubicBezTo>
                  <a:pt x="1524" y="4296"/>
                  <a:pt x="1526" y="4281"/>
                  <a:pt x="1528" y="4265"/>
                </a:cubicBezTo>
                <a:cubicBezTo>
                  <a:pt x="1543" y="4163"/>
                  <a:pt x="1557" y="4061"/>
                  <a:pt x="1572" y="3958"/>
                </a:cubicBezTo>
                <a:cubicBezTo>
                  <a:pt x="1584" y="3868"/>
                  <a:pt x="1596" y="3777"/>
                  <a:pt x="1610" y="3687"/>
                </a:cubicBezTo>
                <a:cubicBezTo>
                  <a:pt x="1624" y="3590"/>
                  <a:pt x="1619" y="3496"/>
                  <a:pt x="1585" y="3403"/>
                </a:cubicBezTo>
                <a:cubicBezTo>
                  <a:pt x="1575" y="3375"/>
                  <a:pt x="1573" y="3346"/>
                  <a:pt x="1578" y="3317"/>
                </a:cubicBezTo>
                <a:cubicBezTo>
                  <a:pt x="1604" y="3150"/>
                  <a:pt x="1618" y="2982"/>
                  <a:pt x="1621" y="2814"/>
                </a:cubicBezTo>
                <a:cubicBezTo>
                  <a:pt x="1624" y="2638"/>
                  <a:pt x="1617" y="2463"/>
                  <a:pt x="1599" y="2288"/>
                </a:cubicBezTo>
                <a:cubicBezTo>
                  <a:pt x="1587" y="2171"/>
                  <a:pt x="1574" y="2054"/>
                  <a:pt x="1557" y="1938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0A20A-D0ED-192D-6B06-7B0AE98752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36913" y="2762053"/>
            <a:ext cx="5690272" cy="2548133"/>
          </a:xfrm>
        </p:spPr>
        <p:txBody>
          <a:bodyPr anchor="t" anchorCtr="0"/>
          <a:lstStyle>
            <a:lvl1pPr algn="ctr">
              <a:lnSpc>
                <a:spcPct val="85000"/>
              </a:lnSpc>
              <a:defRPr sz="8800" spc="-300" baseline="0"/>
            </a:lvl1pPr>
          </a:lstStyle>
          <a:p>
            <a:r>
              <a:rPr lang="en-GB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477422-18D2-9E9F-BA7A-62F01A00DD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131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and Slide [1]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5">
            <a:extLst>
              <a:ext uri="{FF2B5EF4-FFF2-40B4-BE49-F238E27FC236}">
                <a16:creationId xmlns:a16="http://schemas.microsoft.com/office/drawing/2014/main" id="{6A31D024-852B-FD11-1605-2A826F87C1CF}"/>
              </a:ext>
            </a:extLst>
          </p:cNvPr>
          <p:cNvSpPr>
            <a:spLocks/>
          </p:cNvSpPr>
          <p:nvPr userDrawn="1"/>
        </p:nvSpPr>
        <p:spPr bwMode="auto">
          <a:xfrm>
            <a:off x="2809875" y="1588"/>
            <a:ext cx="6570663" cy="6858000"/>
          </a:xfrm>
          <a:custGeom>
            <a:avLst/>
            <a:gdLst>
              <a:gd name="T0" fmla="*/ 4087 w 4139"/>
              <a:gd name="T1" fmla="*/ 2451 h 4320"/>
              <a:gd name="T2" fmla="*/ 3997 w 4139"/>
              <a:gd name="T3" fmla="*/ 2396 h 4320"/>
              <a:gd name="T4" fmla="*/ 3997 w 4139"/>
              <a:gd name="T5" fmla="*/ 2279 h 4320"/>
              <a:gd name="T6" fmla="*/ 4103 w 4139"/>
              <a:gd name="T7" fmla="*/ 2207 h 4320"/>
              <a:gd name="T8" fmla="*/ 4134 w 4139"/>
              <a:gd name="T9" fmla="*/ 2149 h 4320"/>
              <a:gd name="T10" fmla="*/ 4134 w 4139"/>
              <a:gd name="T11" fmla="*/ 780 h 4320"/>
              <a:gd name="T12" fmla="*/ 3815 w 4139"/>
              <a:gd name="T13" fmla="*/ 0 h 4320"/>
              <a:gd name="T14" fmla="*/ 323 w 4139"/>
              <a:gd name="T15" fmla="*/ 0 h 4320"/>
              <a:gd name="T16" fmla="*/ 5 w 4139"/>
              <a:gd name="T17" fmla="*/ 780 h 4320"/>
              <a:gd name="T18" fmla="*/ 5 w 4139"/>
              <a:gd name="T19" fmla="*/ 2149 h 4320"/>
              <a:gd name="T20" fmla="*/ 36 w 4139"/>
              <a:gd name="T21" fmla="*/ 2207 h 4320"/>
              <a:gd name="T22" fmla="*/ 142 w 4139"/>
              <a:gd name="T23" fmla="*/ 2279 h 4320"/>
              <a:gd name="T24" fmla="*/ 142 w 4139"/>
              <a:gd name="T25" fmla="*/ 2396 h 4320"/>
              <a:gd name="T26" fmla="*/ 51 w 4139"/>
              <a:gd name="T27" fmla="*/ 2451 h 4320"/>
              <a:gd name="T28" fmla="*/ 81 w 4139"/>
              <a:gd name="T29" fmla="*/ 2673 h 4320"/>
              <a:gd name="T30" fmla="*/ 380 w 4139"/>
              <a:gd name="T31" fmla="*/ 4320 h 4320"/>
              <a:gd name="T32" fmla="*/ 3758 w 4139"/>
              <a:gd name="T33" fmla="*/ 4320 h 4320"/>
              <a:gd name="T34" fmla="*/ 4058 w 4139"/>
              <a:gd name="T35" fmla="*/ 2673 h 4320"/>
              <a:gd name="T36" fmla="*/ 4087 w 4139"/>
              <a:gd name="T37" fmla="*/ 2451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139" h="4320">
                <a:moveTo>
                  <a:pt x="4087" y="2451"/>
                </a:moveTo>
                <a:cubicBezTo>
                  <a:pt x="3997" y="2396"/>
                  <a:pt x="3997" y="2396"/>
                  <a:pt x="3997" y="2396"/>
                </a:cubicBezTo>
                <a:cubicBezTo>
                  <a:pt x="3997" y="2279"/>
                  <a:pt x="3997" y="2279"/>
                  <a:pt x="3997" y="2279"/>
                </a:cubicBezTo>
                <a:cubicBezTo>
                  <a:pt x="4103" y="2207"/>
                  <a:pt x="4103" y="2207"/>
                  <a:pt x="4103" y="2207"/>
                </a:cubicBezTo>
                <a:cubicBezTo>
                  <a:pt x="4122" y="2193"/>
                  <a:pt x="4134" y="2172"/>
                  <a:pt x="4134" y="2149"/>
                </a:cubicBezTo>
                <a:cubicBezTo>
                  <a:pt x="4134" y="780"/>
                  <a:pt x="4134" y="780"/>
                  <a:pt x="4134" y="780"/>
                </a:cubicBezTo>
                <a:cubicBezTo>
                  <a:pt x="4134" y="780"/>
                  <a:pt x="4139" y="442"/>
                  <a:pt x="3815" y="0"/>
                </a:cubicBezTo>
                <a:cubicBezTo>
                  <a:pt x="323" y="0"/>
                  <a:pt x="323" y="0"/>
                  <a:pt x="323" y="0"/>
                </a:cubicBezTo>
                <a:cubicBezTo>
                  <a:pt x="0" y="442"/>
                  <a:pt x="5" y="780"/>
                  <a:pt x="5" y="780"/>
                </a:cubicBezTo>
                <a:cubicBezTo>
                  <a:pt x="5" y="2149"/>
                  <a:pt x="5" y="2149"/>
                  <a:pt x="5" y="2149"/>
                </a:cubicBezTo>
                <a:cubicBezTo>
                  <a:pt x="5" y="2172"/>
                  <a:pt x="16" y="2193"/>
                  <a:pt x="36" y="2207"/>
                </a:cubicBezTo>
                <a:cubicBezTo>
                  <a:pt x="142" y="2279"/>
                  <a:pt x="142" y="2279"/>
                  <a:pt x="142" y="2279"/>
                </a:cubicBezTo>
                <a:cubicBezTo>
                  <a:pt x="142" y="2396"/>
                  <a:pt x="142" y="2396"/>
                  <a:pt x="142" y="2396"/>
                </a:cubicBezTo>
                <a:cubicBezTo>
                  <a:pt x="51" y="2451"/>
                  <a:pt x="51" y="2451"/>
                  <a:pt x="51" y="2451"/>
                </a:cubicBezTo>
                <a:cubicBezTo>
                  <a:pt x="31" y="2536"/>
                  <a:pt x="81" y="2673"/>
                  <a:pt x="81" y="2673"/>
                </a:cubicBezTo>
                <a:cubicBezTo>
                  <a:pt x="167" y="2885"/>
                  <a:pt x="290" y="3656"/>
                  <a:pt x="380" y="4320"/>
                </a:cubicBezTo>
                <a:cubicBezTo>
                  <a:pt x="3758" y="4320"/>
                  <a:pt x="3758" y="4320"/>
                  <a:pt x="3758" y="4320"/>
                </a:cubicBezTo>
                <a:cubicBezTo>
                  <a:pt x="3849" y="3656"/>
                  <a:pt x="3971" y="2885"/>
                  <a:pt x="4058" y="2673"/>
                </a:cubicBezTo>
                <a:cubicBezTo>
                  <a:pt x="4058" y="2673"/>
                  <a:pt x="4108" y="2536"/>
                  <a:pt x="4087" y="2451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EF0640-DF08-441F-21C2-AF9F45FBD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1860" y="2825205"/>
            <a:ext cx="2254630" cy="130102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DF73F04-1693-1192-AB9E-41D2620817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446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and Slide [2]">
    <p:bg>
      <p:bgPr>
        <a:solidFill>
          <a:srgbClr val="F4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F869E537-E096-56D5-A394-20F1847BCC6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816225" y="-3600"/>
            <a:ext cx="6561138" cy="6876000"/>
          </a:xfrm>
          <a:custGeom>
            <a:avLst/>
            <a:gdLst>
              <a:gd name="T0" fmla="*/ 4111 w 4132"/>
              <a:gd name="T1" fmla="*/ 2800 h 4320"/>
              <a:gd name="T2" fmla="*/ 4125 w 4132"/>
              <a:gd name="T3" fmla="*/ 2569 h 4320"/>
              <a:gd name="T4" fmla="*/ 4129 w 4132"/>
              <a:gd name="T5" fmla="*/ 2247 h 4320"/>
              <a:gd name="T6" fmla="*/ 4113 w 4132"/>
              <a:gd name="T7" fmla="*/ 1888 h 4320"/>
              <a:gd name="T8" fmla="*/ 4089 w 4132"/>
              <a:gd name="T9" fmla="*/ 1610 h 4320"/>
              <a:gd name="T10" fmla="*/ 4052 w 4132"/>
              <a:gd name="T11" fmla="*/ 1326 h 4320"/>
              <a:gd name="T12" fmla="*/ 3982 w 4132"/>
              <a:gd name="T13" fmla="*/ 928 h 4320"/>
              <a:gd name="T14" fmla="*/ 3877 w 4132"/>
              <a:gd name="T15" fmla="*/ 474 h 4320"/>
              <a:gd name="T16" fmla="*/ 3879 w 4132"/>
              <a:gd name="T17" fmla="*/ 360 h 4320"/>
              <a:gd name="T18" fmla="*/ 3885 w 4132"/>
              <a:gd name="T19" fmla="*/ 138 h 4320"/>
              <a:gd name="T20" fmla="*/ 3846 w 4132"/>
              <a:gd name="T21" fmla="*/ 0 h 4320"/>
              <a:gd name="T22" fmla="*/ 285 w 4132"/>
              <a:gd name="T23" fmla="*/ 0 h 4320"/>
              <a:gd name="T24" fmla="*/ 254 w 4132"/>
              <a:gd name="T25" fmla="*/ 112 h 4320"/>
              <a:gd name="T26" fmla="*/ 228 w 4132"/>
              <a:gd name="T27" fmla="*/ 235 h 4320"/>
              <a:gd name="T28" fmla="*/ 238 w 4132"/>
              <a:gd name="T29" fmla="*/ 317 h 4320"/>
              <a:gd name="T30" fmla="*/ 246 w 4132"/>
              <a:gd name="T31" fmla="*/ 491 h 4320"/>
              <a:gd name="T32" fmla="*/ 152 w 4132"/>
              <a:gd name="T33" fmla="*/ 901 h 4320"/>
              <a:gd name="T34" fmla="*/ 72 w 4132"/>
              <a:gd name="T35" fmla="*/ 1353 h 4320"/>
              <a:gd name="T36" fmla="*/ 25 w 4132"/>
              <a:gd name="T37" fmla="*/ 1751 h 4320"/>
              <a:gd name="T38" fmla="*/ 6 w 4132"/>
              <a:gd name="T39" fmla="*/ 2045 h 4320"/>
              <a:gd name="T40" fmla="*/ 2 w 4132"/>
              <a:gd name="T41" fmla="*/ 2475 h 4320"/>
              <a:gd name="T42" fmla="*/ 18 w 4132"/>
              <a:gd name="T43" fmla="*/ 2769 h 4320"/>
              <a:gd name="T44" fmla="*/ 54 w 4132"/>
              <a:gd name="T45" fmla="*/ 3104 h 4320"/>
              <a:gd name="T46" fmla="*/ 39 w 4132"/>
              <a:gd name="T47" fmla="*/ 3246 h 4320"/>
              <a:gd name="T48" fmla="*/ 9 w 4132"/>
              <a:gd name="T49" fmla="*/ 3429 h 4320"/>
              <a:gd name="T50" fmla="*/ 21 w 4132"/>
              <a:gd name="T51" fmla="*/ 3580 h 4320"/>
              <a:gd name="T52" fmla="*/ 41 w 4132"/>
              <a:gd name="T53" fmla="*/ 3795 h 4320"/>
              <a:gd name="T54" fmla="*/ 66 w 4132"/>
              <a:gd name="T55" fmla="*/ 4016 h 4320"/>
              <a:gd name="T56" fmla="*/ 100 w 4132"/>
              <a:gd name="T57" fmla="*/ 4277 h 4320"/>
              <a:gd name="T58" fmla="*/ 105 w 4132"/>
              <a:gd name="T59" fmla="*/ 4320 h 4320"/>
              <a:gd name="T60" fmla="*/ 4012 w 4132"/>
              <a:gd name="T61" fmla="*/ 4320 h 4320"/>
              <a:gd name="T62" fmla="*/ 4026 w 4132"/>
              <a:gd name="T63" fmla="*/ 4238 h 4320"/>
              <a:gd name="T64" fmla="*/ 4070 w 4132"/>
              <a:gd name="T65" fmla="*/ 3926 h 4320"/>
              <a:gd name="T66" fmla="*/ 4108 w 4132"/>
              <a:gd name="T67" fmla="*/ 3654 h 4320"/>
              <a:gd name="T68" fmla="*/ 4122 w 4132"/>
              <a:gd name="T69" fmla="*/ 3540 h 4320"/>
              <a:gd name="T70" fmla="*/ 4080 w 4132"/>
              <a:gd name="T71" fmla="*/ 3217 h 4320"/>
              <a:gd name="T72" fmla="*/ 4073 w 4132"/>
              <a:gd name="T73" fmla="*/ 3111 h 4320"/>
              <a:gd name="T74" fmla="*/ 4111 w 4132"/>
              <a:gd name="T75" fmla="*/ 280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32" h="4320">
                <a:moveTo>
                  <a:pt x="4111" y="2800"/>
                </a:moveTo>
                <a:cubicBezTo>
                  <a:pt x="4118" y="2724"/>
                  <a:pt x="4123" y="2646"/>
                  <a:pt x="4125" y="2569"/>
                </a:cubicBezTo>
                <a:cubicBezTo>
                  <a:pt x="4129" y="2462"/>
                  <a:pt x="4131" y="2354"/>
                  <a:pt x="4129" y="2247"/>
                </a:cubicBezTo>
                <a:cubicBezTo>
                  <a:pt x="4127" y="2127"/>
                  <a:pt x="4120" y="2007"/>
                  <a:pt x="4113" y="1888"/>
                </a:cubicBezTo>
                <a:cubicBezTo>
                  <a:pt x="4107" y="1795"/>
                  <a:pt x="4099" y="1702"/>
                  <a:pt x="4089" y="1610"/>
                </a:cubicBezTo>
                <a:cubicBezTo>
                  <a:pt x="4078" y="1515"/>
                  <a:pt x="4067" y="1420"/>
                  <a:pt x="4052" y="1326"/>
                </a:cubicBezTo>
                <a:cubicBezTo>
                  <a:pt x="4031" y="1193"/>
                  <a:pt x="4007" y="1060"/>
                  <a:pt x="3982" y="928"/>
                </a:cubicBezTo>
                <a:cubicBezTo>
                  <a:pt x="3954" y="775"/>
                  <a:pt x="3917" y="624"/>
                  <a:pt x="3877" y="474"/>
                </a:cubicBezTo>
                <a:cubicBezTo>
                  <a:pt x="3867" y="436"/>
                  <a:pt x="3865" y="399"/>
                  <a:pt x="3879" y="360"/>
                </a:cubicBezTo>
                <a:cubicBezTo>
                  <a:pt x="3904" y="287"/>
                  <a:pt x="3902" y="212"/>
                  <a:pt x="3885" y="138"/>
                </a:cubicBezTo>
                <a:cubicBezTo>
                  <a:pt x="3875" y="91"/>
                  <a:pt x="3859" y="46"/>
                  <a:pt x="3846" y="0"/>
                </a:cubicBezTo>
                <a:cubicBezTo>
                  <a:pt x="285" y="0"/>
                  <a:pt x="285" y="0"/>
                  <a:pt x="285" y="0"/>
                </a:cubicBezTo>
                <a:cubicBezTo>
                  <a:pt x="275" y="37"/>
                  <a:pt x="265" y="75"/>
                  <a:pt x="254" y="112"/>
                </a:cubicBezTo>
                <a:cubicBezTo>
                  <a:pt x="243" y="153"/>
                  <a:pt x="230" y="193"/>
                  <a:pt x="228" y="235"/>
                </a:cubicBezTo>
                <a:cubicBezTo>
                  <a:pt x="226" y="263"/>
                  <a:pt x="227" y="291"/>
                  <a:pt x="238" y="317"/>
                </a:cubicBezTo>
                <a:cubicBezTo>
                  <a:pt x="261" y="374"/>
                  <a:pt x="260" y="432"/>
                  <a:pt x="246" y="491"/>
                </a:cubicBezTo>
                <a:cubicBezTo>
                  <a:pt x="214" y="628"/>
                  <a:pt x="182" y="764"/>
                  <a:pt x="152" y="901"/>
                </a:cubicBezTo>
                <a:cubicBezTo>
                  <a:pt x="120" y="1051"/>
                  <a:pt x="93" y="1201"/>
                  <a:pt x="72" y="1353"/>
                </a:cubicBezTo>
                <a:cubicBezTo>
                  <a:pt x="55" y="1485"/>
                  <a:pt x="38" y="1618"/>
                  <a:pt x="25" y="1751"/>
                </a:cubicBezTo>
                <a:cubicBezTo>
                  <a:pt x="15" y="1848"/>
                  <a:pt x="9" y="1947"/>
                  <a:pt x="6" y="2045"/>
                </a:cubicBezTo>
                <a:cubicBezTo>
                  <a:pt x="2" y="2188"/>
                  <a:pt x="0" y="2331"/>
                  <a:pt x="2" y="2475"/>
                </a:cubicBezTo>
                <a:cubicBezTo>
                  <a:pt x="3" y="2573"/>
                  <a:pt x="10" y="2671"/>
                  <a:pt x="18" y="2769"/>
                </a:cubicBezTo>
                <a:cubicBezTo>
                  <a:pt x="28" y="2881"/>
                  <a:pt x="42" y="2993"/>
                  <a:pt x="54" y="3104"/>
                </a:cubicBezTo>
                <a:cubicBezTo>
                  <a:pt x="59" y="3153"/>
                  <a:pt x="55" y="3200"/>
                  <a:pt x="39" y="3246"/>
                </a:cubicBezTo>
                <a:cubicBezTo>
                  <a:pt x="19" y="3306"/>
                  <a:pt x="5" y="3366"/>
                  <a:pt x="9" y="3429"/>
                </a:cubicBezTo>
                <a:cubicBezTo>
                  <a:pt x="12" y="3480"/>
                  <a:pt x="16" y="3530"/>
                  <a:pt x="21" y="3580"/>
                </a:cubicBezTo>
                <a:cubicBezTo>
                  <a:pt x="27" y="3651"/>
                  <a:pt x="34" y="3723"/>
                  <a:pt x="41" y="3795"/>
                </a:cubicBezTo>
                <a:cubicBezTo>
                  <a:pt x="49" y="3869"/>
                  <a:pt x="57" y="3942"/>
                  <a:pt x="66" y="4016"/>
                </a:cubicBezTo>
                <a:cubicBezTo>
                  <a:pt x="76" y="4103"/>
                  <a:pt x="88" y="4190"/>
                  <a:pt x="100" y="4277"/>
                </a:cubicBezTo>
                <a:cubicBezTo>
                  <a:pt x="102" y="4291"/>
                  <a:pt x="103" y="4305"/>
                  <a:pt x="105" y="4320"/>
                </a:cubicBezTo>
                <a:cubicBezTo>
                  <a:pt x="4012" y="4320"/>
                  <a:pt x="4012" y="4320"/>
                  <a:pt x="4012" y="4320"/>
                </a:cubicBezTo>
                <a:cubicBezTo>
                  <a:pt x="4017" y="4292"/>
                  <a:pt x="4022" y="4265"/>
                  <a:pt x="4026" y="4238"/>
                </a:cubicBezTo>
                <a:cubicBezTo>
                  <a:pt x="4041" y="4134"/>
                  <a:pt x="4056" y="4030"/>
                  <a:pt x="4070" y="3926"/>
                </a:cubicBezTo>
                <a:cubicBezTo>
                  <a:pt x="4083" y="3835"/>
                  <a:pt x="4095" y="3745"/>
                  <a:pt x="4108" y="3654"/>
                </a:cubicBezTo>
                <a:cubicBezTo>
                  <a:pt x="4113" y="3616"/>
                  <a:pt x="4118" y="3578"/>
                  <a:pt x="4122" y="3540"/>
                </a:cubicBezTo>
                <a:cubicBezTo>
                  <a:pt x="4132" y="3430"/>
                  <a:pt x="4117" y="3322"/>
                  <a:pt x="4080" y="3217"/>
                </a:cubicBezTo>
                <a:cubicBezTo>
                  <a:pt x="4067" y="3182"/>
                  <a:pt x="4068" y="3147"/>
                  <a:pt x="4073" y="3111"/>
                </a:cubicBezTo>
                <a:cubicBezTo>
                  <a:pt x="4085" y="3007"/>
                  <a:pt x="4100" y="2904"/>
                  <a:pt x="4111" y="2800"/>
                </a:cubicBezTo>
              </a:path>
            </a:pathLst>
          </a:custGeom>
          <a:solidFill>
            <a:srgbClr val="F5F5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CBF77-A870-3998-73DB-4199696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7AD36-BFCA-4610-B3C2-7CAA0F4A440B}" type="datetime1">
              <a:rPr lang="en-GB" smtClean="0"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3678F-5A35-B0E6-A697-93994E04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715F-093B-7F96-3E5A-71473962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EF0640-DF08-441F-21C2-AF9F45FBD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1860" y="2825205"/>
            <a:ext cx="2254630" cy="130102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B7456F9-1686-2C8B-6756-8B0B0A2C29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3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Brown]">
    <p:bg>
      <p:bgPr>
        <a:solidFill>
          <a:srgbClr val="2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147EA-917C-BFE0-7F63-C148577B1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1600" y="2826000"/>
            <a:ext cx="2253600" cy="1300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E622E6-D601-E369-9C11-EDFC886A1F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713"/>
            <a:ext cx="12193200" cy="68616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B3D162B-45C6-8CDD-96C8-C660E64C51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2419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Whit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B4BF6-31A0-7F0E-99DE-E41DA74223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1860" y="2825205"/>
            <a:ext cx="2254630" cy="1301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C25D94-BD26-02CF-9B0F-FD36D51F49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713"/>
            <a:ext cx="12193200" cy="68616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2789866-ECDA-8741-439D-CFF293F1E7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77332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Red]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>
            <a:extLst>
              <a:ext uri="{FF2B5EF4-FFF2-40B4-BE49-F238E27FC236}">
                <a16:creationId xmlns:a16="http://schemas.microsoft.com/office/drawing/2014/main" id="{DC5E0508-B44F-E690-58C7-F5B7D2D8F98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75" y="-1588"/>
            <a:ext cx="12193588" cy="6861176"/>
          </a:xfrm>
          <a:custGeom>
            <a:avLst/>
            <a:gdLst>
              <a:gd name="T0" fmla="*/ 0 w 3840"/>
              <a:gd name="T1" fmla="*/ 424 h 2160"/>
              <a:gd name="T2" fmla="*/ 586 w 3840"/>
              <a:gd name="T3" fmla="*/ 426 h 2160"/>
              <a:gd name="T4" fmla="*/ 1757 w 3840"/>
              <a:gd name="T5" fmla="*/ 423 h 2160"/>
              <a:gd name="T6" fmla="*/ 1782 w 3840"/>
              <a:gd name="T7" fmla="*/ 402 h 2160"/>
              <a:gd name="T8" fmla="*/ 1804 w 3840"/>
              <a:gd name="T9" fmla="*/ 297 h 2160"/>
              <a:gd name="T10" fmla="*/ 1810 w 3840"/>
              <a:gd name="T11" fmla="*/ 284 h 2160"/>
              <a:gd name="T12" fmla="*/ 1861 w 3840"/>
              <a:gd name="T13" fmla="*/ 247 h 2160"/>
              <a:gd name="T14" fmla="*/ 1890 w 3840"/>
              <a:gd name="T15" fmla="*/ 189 h 2160"/>
              <a:gd name="T16" fmla="*/ 1890 w 3840"/>
              <a:gd name="T17" fmla="*/ 0 h 2160"/>
              <a:gd name="T18" fmla="*/ 1890 w 3840"/>
              <a:gd name="T19" fmla="*/ 2160 h 2160"/>
              <a:gd name="T20" fmla="*/ 1890 w 3840"/>
              <a:gd name="T21" fmla="*/ 2061 h 2160"/>
              <a:gd name="T22" fmla="*/ 1861 w 3840"/>
              <a:gd name="T23" fmla="*/ 2003 h 2160"/>
              <a:gd name="T24" fmla="*/ 1810 w 3840"/>
              <a:gd name="T25" fmla="*/ 1967 h 2160"/>
              <a:gd name="T26" fmla="*/ 1804 w 3840"/>
              <a:gd name="T27" fmla="*/ 1954 h 2160"/>
              <a:gd name="T28" fmla="*/ 1782 w 3840"/>
              <a:gd name="T29" fmla="*/ 1849 h 2160"/>
              <a:gd name="T30" fmla="*/ 1757 w 3840"/>
              <a:gd name="T31" fmla="*/ 1828 h 2160"/>
              <a:gd name="T32" fmla="*/ 586 w 3840"/>
              <a:gd name="T33" fmla="*/ 1825 h 2160"/>
              <a:gd name="T34" fmla="*/ 0 w 3840"/>
              <a:gd name="T35" fmla="*/ 1827 h 2160"/>
              <a:gd name="T36" fmla="*/ 1950 w 3840"/>
              <a:gd name="T37" fmla="*/ 0 h 2160"/>
              <a:gd name="T38" fmla="*/ 1950 w 3840"/>
              <a:gd name="T39" fmla="*/ 189 h 2160"/>
              <a:gd name="T40" fmla="*/ 1979 w 3840"/>
              <a:gd name="T41" fmla="*/ 247 h 2160"/>
              <a:gd name="T42" fmla="*/ 2030 w 3840"/>
              <a:gd name="T43" fmla="*/ 284 h 2160"/>
              <a:gd name="T44" fmla="*/ 2036 w 3840"/>
              <a:gd name="T45" fmla="*/ 297 h 2160"/>
              <a:gd name="T46" fmla="*/ 2058 w 3840"/>
              <a:gd name="T47" fmla="*/ 402 h 2160"/>
              <a:gd name="T48" fmla="*/ 2083 w 3840"/>
              <a:gd name="T49" fmla="*/ 423 h 2160"/>
              <a:gd name="T50" fmla="*/ 3254 w 3840"/>
              <a:gd name="T51" fmla="*/ 426 h 2160"/>
              <a:gd name="T52" fmla="*/ 3840 w 3840"/>
              <a:gd name="T53" fmla="*/ 426 h 2160"/>
              <a:gd name="T54" fmla="*/ 3840 w 3840"/>
              <a:gd name="T55" fmla="*/ 1827 h 2160"/>
              <a:gd name="T56" fmla="*/ 3254 w 3840"/>
              <a:gd name="T57" fmla="*/ 1825 h 2160"/>
              <a:gd name="T58" fmla="*/ 2083 w 3840"/>
              <a:gd name="T59" fmla="*/ 1828 h 2160"/>
              <a:gd name="T60" fmla="*/ 2058 w 3840"/>
              <a:gd name="T61" fmla="*/ 1849 h 2160"/>
              <a:gd name="T62" fmla="*/ 2036 w 3840"/>
              <a:gd name="T63" fmla="*/ 1954 h 2160"/>
              <a:gd name="T64" fmla="*/ 2030 w 3840"/>
              <a:gd name="T65" fmla="*/ 1967 h 2160"/>
              <a:gd name="T66" fmla="*/ 1979 w 3840"/>
              <a:gd name="T67" fmla="*/ 2003 h 2160"/>
              <a:gd name="T68" fmla="*/ 1950 w 3840"/>
              <a:gd name="T69" fmla="*/ 2061 h 2160"/>
              <a:gd name="T70" fmla="*/ 1950 w 3840"/>
              <a:gd name="T71" fmla="*/ 216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840" h="2160">
                <a:moveTo>
                  <a:pt x="0" y="424"/>
                </a:moveTo>
                <a:cubicBezTo>
                  <a:pt x="586" y="426"/>
                  <a:pt x="586" y="426"/>
                  <a:pt x="586" y="426"/>
                </a:cubicBezTo>
                <a:cubicBezTo>
                  <a:pt x="1757" y="423"/>
                  <a:pt x="1757" y="423"/>
                  <a:pt x="1757" y="423"/>
                </a:cubicBezTo>
                <a:cubicBezTo>
                  <a:pt x="1769" y="423"/>
                  <a:pt x="1779" y="414"/>
                  <a:pt x="1782" y="402"/>
                </a:cubicBezTo>
                <a:cubicBezTo>
                  <a:pt x="1804" y="297"/>
                  <a:pt x="1804" y="297"/>
                  <a:pt x="1804" y="297"/>
                </a:cubicBezTo>
                <a:cubicBezTo>
                  <a:pt x="1805" y="292"/>
                  <a:pt x="1807" y="287"/>
                  <a:pt x="1810" y="284"/>
                </a:cubicBezTo>
                <a:cubicBezTo>
                  <a:pt x="1861" y="247"/>
                  <a:pt x="1861" y="247"/>
                  <a:pt x="1861" y="247"/>
                </a:cubicBezTo>
                <a:cubicBezTo>
                  <a:pt x="1879" y="234"/>
                  <a:pt x="1890" y="212"/>
                  <a:pt x="1890" y="189"/>
                </a:cubicBezTo>
                <a:cubicBezTo>
                  <a:pt x="1890" y="0"/>
                  <a:pt x="1890" y="0"/>
                  <a:pt x="1890" y="0"/>
                </a:cubicBezTo>
                <a:moveTo>
                  <a:pt x="1890" y="2160"/>
                </a:moveTo>
                <a:cubicBezTo>
                  <a:pt x="1890" y="2061"/>
                  <a:pt x="1890" y="2061"/>
                  <a:pt x="1890" y="2061"/>
                </a:cubicBezTo>
                <a:cubicBezTo>
                  <a:pt x="1890" y="2038"/>
                  <a:pt x="1879" y="2017"/>
                  <a:pt x="1861" y="2003"/>
                </a:cubicBezTo>
                <a:cubicBezTo>
                  <a:pt x="1810" y="1967"/>
                  <a:pt x="1810" y="1967"/>
                  <a:pt x="1810" y="1967"/>
                </a:cubicBezTo>
                <a:cubicBezTo>
                  <a:pt x="1807" y="1963"/>
                  <a:pt x="1805" y="1959"/>
                  <a:pt x="1804" y="1954"/>
                </a:cubicBezTo>
                <a:cubicBezTo>
                  <a:pt x="1782" y="1849"/>
                  <a:pt x="1782" y="1849"/>
                  <a:pt x="1782" y="1849"/>
                </a:cubicBezTo>
                <a:cubicBezTo>
                  <a:pt x="1779" y="1837"/>
                  <a:pt x="1769" y="1828"/>
                  <a:pt x="1757" y="1828"/>
                </a:cubicBezTo>
                <a:cubicBezTo>
                  <a:pt x="586" y="1825"/>
                  <a:pt x="586" y="1825"/>
                  <a:pt x="586" y="1825"/>
                </a:cubicBezTo>
                <a:cubicBezTo>
                  <a:pt x="0" y="1827"/>
                  <a:pt x="0" y="1827"/>
                  <a:pt x="0" y="1827"/>
                </a:cubicBezTo>
                <a:moveTo>
                  <a:pt x="1950" y="0"/>
                </a:moveTo>
                <a:cubicBezTo>
                  <a:pt x="1950" y="189"/>
                  <a:pt x="1950" y="189"/>
                  <a:pt x="1950" y="189"/>
                </a:cubicBezTo>
                <a:cubicBezTo>
                  <a:pt x="1950" y="212"/>
                  <a:pt x="1961" y="234"/>
                  <a:pt x="1979" y="247"/>
                </a:cubicBezTo>
                <a:cubicBezTo>
                  <a:pt x="2030" y="284"/>
                  <a:pt x="2030" y="284"/>
                  <a:pt x="2030" y="284"/>
                </a:cubicBezTo>
                <a:cubicBezTo>
                  <a:pt x="2033" y="287"/>
                  <a:pt x="2035" y="292"/>
                  <a:pt x="2036" y="297"/>
                </a:cubicBezTo>
                <a:cubicBezTo>
                  <a:pt x="2058" y="402"/>
                  <a:pt x="2058" y="402"/>
                  <a:pt x="2058" y="402"/>
                </a:cubicBezTo>
                <a:cubicBezTo>
                  <a:pt x="2061" y="414"/>
                  <a:pt x="2071" y="423"/>
                  <a:pt x="2083" y="423"/>
                </a:cubicBezTo>
                <a:cubicBezTo>
                  <a:pt x="3254" y="426"/>
                  <a:pt x="3254" y="426"/>
                  <a:pt x="3254" y="426"/>
                </a:cubicBezTo>
                <a:cubicBezTo>
                  <a:pt x="3840" y="426"/>
                  <a:pt x="3840" y="426"/>
                  <a:pt x="3840" y="426"/>
                </a:cubicBezTo>
                <a:moveTo>
                  <a:pt x="3840" y="1827"/>
                </a:moveTo>
                <a:cubicBezTo>
                  <a:pt x="3254" y="1825"/>
                  <a:pt x="3254" y="1825"/>
                  <a:pt x="3254" y="1825"/>
                </a:cubicBezTo>
                <a:cubicBezTo>
                  <a:pt x="2083" y="1828"/>
                  <a:pt x="2083" y="1828"/>
                  <a:pt x="2083" y="1828"/>
                </a:cubicBezTo>
                <a:cubicBezTo>
                  <a:pt x="2071" y="1828"/>
                  <a:pt x="2061" y="1837"/>
                  <a:pt x="2058" y="1849"/>
                </a:cubicBezTo>
                <a:cubicBezTo>
                  <a:pt x="2036" y="1954"/>
                  <a:pt x="2036" y="1954"/>
                  <a:pt x="2036" y="1954"/>
                </a:cubicBezTo>
                <a:cubicBezTo>
                  <a:pt x="2035" y="1959"/>
                  <a:pt x="2033" y="1963"/>
                  <a:pt x="2030" y="1967"/>
                </a:cubicBezTo>
                <a:cubicBezTo>
                  <a:pt x="1979" y="2003"/>
                  <a:pt x="1979" y="2003"/>
                  <a:pt x="1979" y="2003"/>
                </a:cubicBezTo>
                <a:cubicBezTo>
                  <a:pt x="1961" y="2017"/>
                  <a:pt x="1950" y="2038"/>
                  <a:pt x="1950" y="2061"/>
                </a:cubicBezTo>
                <a:cubicBezTo>
                  <a:pt x="1950" y="2160"/>
                  <a:pt x="1950" y="2160"/>
                  <a:pt x="1950" y="2160"/>
                </a:cubicBezTo>
              </a:path>
            </a:pathLst>
          </a:custGeom>
          <a:noFill/>
          <a:ln w="12700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E6BCE-711A-4199-754A-E4B7BE7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611A-58EE-4FDF-82BF-369478CC9360}" type="datetime1">
              <a:rPr lang="en-GB" smtClean="0"/>
              <a:t>05/09/2024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402B9-AA6B-1C55-1AE8-D00A4657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D4742-D172-A741-9816-54A2C38B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147EA-917C-BFE0-7F63-C148577B1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1600" y="2826000"/>
            <a:ext cx="2253600" cy="130043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E297D6-0DAD-0761-DD32-D530FDB520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88104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D1A11A0-D107-71B7-1A17-E222ECD72C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592" imgH="595" progId="TCLayout.ActiveDocument.1">
                  <p:embed/>
                </p:oleObj>
              </mc:Choice>
              <mc:Fallback>
                <p:oleObj name="Diapositiva de think-cell" r:id="rId3" imgW="592" imgH="59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1A11A0-D107-71B7-1A17-E222ECD72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1">
            <a:extLst>
              <a:ext uri="{FF2B5EF4-FFF2-40B4-BE49-F238E27FC236}">
                <a16:creationId xmlns:a16="http://schemas.microsoft.com/office/drawing/2014/main" id="{AFECFD9D-D80B-E729-3D73-6B4D0B71A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0032" y="429997"/>
            <a:ext cx="6361113" cy="1353932"/>
          </a:xfrm>
          <a:prstGeom prst="rect">
            <a:avLst/>
          </a:prstGeom>
        </p:spPr>
        <p:txBody>
          <a:bodyPr vert="horz" anchor="ctr"/>
          <a:lstStyle>
            <a:lvl1pPr marL="0" indent="0">
              <a:buFont typeface="+mj-lt"/>
              <a:buNone/>
              <a:defRPr sz="4000" b="1" i="0">
                <a:solidFill>
                  <a:srgbClr val="E304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8B09C02A-EB9C-81E2-8AE7-A8B07DF6A13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50032" y="1860514"/>
            <a:ext cx="6361113" cy="4299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r>
              <a:rPr lang="es-ES"/>
              <a:t> in </a:t>
            </a:r>
            <a:r>
              <a:rPr lang="es-ES" err="1"/>
              <a:t>the</a:t>
            </a:r>
            <a:r>
              <a:rPr lang="es-ES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37004418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 bwMode="auto">
          <a:xfrm>
            <a:off x="387275" y="941026"/>
            <a:ext cx="11413864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387276" y="80116"/>
            <a:ext cx="8600607" cy="77170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95207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9EE08A3-EF34-B702-D642-0BADFC682C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6655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EE08A3-EF34-B702-D642-0BADFC682C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EFFCD0F3-3EA2-4A0D-0E9B-AB5F59A98C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1543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93322421-FC45-D50D-DF50-68F5E54959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944"/>
          <a:stretch/>
        </p:blipFill>
        <p:spPr>
          <a:xfrm>
            <a:off x="-1" y="1"/>
            <a:ext cx="12262105" cy="6858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7D82827A-0CDB-A783-B06D-98756A05F027}"/>
              </a:ext>
            </a:extLst>
          </p:cNvPr>
          <p:cNvGrpSpPr/>
          <p:nvPr userDrawn="1"/>
        </p:nvGrpSpPr>
        <p:grpSpPr>
          <a:xfrm>
            <a:off x="1042415" y="1866412"/>
            <a:ext cx="9614151" cy="2522708"/>
            <a:chOff x="1034952" y="284233"/>
            <a:chExt cx="5252114" cy="1378130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07D93EAD-D4F0-67BA-4649-847B924C3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4952" y="284233"/>
              <a:ext cx="2705100" cy="1346200"/>
            </a:xfrm>
            <a:prstGeom prst="rect">
              <a:avLst/>
            </a:prstGeom>
          </p:spPr>
        </p:pic>
        <p:pic>
          <p:nvPicPr>
            <p:cNvPr id="5" name="Gráfico 5">
              <a:extLst>
                <a:ext uri="{FF2B5EF4-FFF2-40B4-BE49-F238E27FC236}">
                  <a16:creationId xmlns:a16="http://schemas.microsoft.com/office/drawing/2014/main" id="{74E92F5E-52FE-EEE2-9CD5-ADB9BAB16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81966" y="316162"/>
              <a:ext cx="2705100" cy="1346201"/>
            </a:xfrm>
            <a:prstGeom prst="rect">
              <a:avLst/>
            </a:prstGeom>
          </p:spPr>
        </p:pic>
        <p:cxnSp>
          <p:nvCxnSpPr>
            <p:cNvPr id="6" name="Conector recto 6">
              <a:extLst>
                <a:ext uri="{FF2B5EF4-FFF2-40B4-BE49-F238E27FC236}">
                  <a16:creationId xmlns:a16="http://schemas.microsoft.com/office/drawing/2014/main" id="{1177840B-2EB4-0A85-2038-69726F0C213E}"/>
                </a:ext>
              </a:extLst>
            </p:cNvPr>
            <p:cNvCxnSpPr/>
            <p:nvPr/>
          </p:nvCxnSpPr>
          <p:spPr>
            <a:xfrm>
              <a:off x="3449176" y="461182"/>
              <a:ext cx="0" cy="11114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E9C6A6E6-0612-5783-3FC3-D54A137EA2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599" y="4389118"/>
            <a:ext cx="11031537" cy="923326"/>
          </a:xfrm>
          <a:prstGeom prst="rect">
            <a:avLst/>
          </a:prstGeom>
        </p:spPr>
        <p:txBody>
          <a:bodyPr vert="horz" lIns="0" tIns="0" rIns="0" bIns="0" anchor="ctr" anchorCtr="0">
            <a:normAutofit/>
          </a:bodyPr>
          <a:lstStyle>
            <a:lvl1pPr>
              <a:lnSpc>
                <a:spcPct val="80000"/>
              </a:lnSpc>
              <a:defRPr sz="54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198523-8657-6FB7-9903-16223A2E71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1599" y="5451298"/>
            <a:ext cx="11030347" cy="480270"/>
          </a:xfrm>
        </p:spPr>
        <p:txBody>
          <a:bodyPr lIns="0" tIns="0" rIns="0" bIns="0" anchor="ctr">
            <a:no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 Arial Bold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F88577D-E3B7-A796-06B1-2BEF2124B3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1599" y="6015394"/>
            <a:ext cx="11030347" cy="480270"/>
          </a:xfrm>
        </p:spPr>
        <p:txBody>
          <a:bodyPr lIns="0" tIns="0" rIns="0" bIns="0" anchor="ctr">
            <a:noAutofit/>
          </a:bodyPr>
          <a:lstStyle>
            <a:lvl1pPr marL="0" indent="0">
              <a:buFontTx/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Date Arial Bold</a:t>
            </a:r>
          </a:p>
        </p:txBody>
      </p:sp>
    </p:spTree>
    <p:extLst>
      <p:ext uri="{BB962C8B-B14F-4D97-AF65-F5344CB8AC3E}">
        <p14:creationId xmlns:p14="http://schemas.microsoft.com/office/powerpoint/2010/main" val="354431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AE9732B-8EB4-924B-8F56-EBEB4006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402A26-378F-9E4D-9857-6CEF638B30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463" y="1638000"/>
            <a:ext cx="5562600" cy="196354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3F1E32-783F-B04E-BBAE-D8FB028EB2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3463" y="3740400"/>
            <a:ext cx="5562000" cy="13970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 Arial Bold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5B8BECE0-BF00-E444-8933-4E18DD7EC9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06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2B4386E5-E183-264C-B2B3-728C8DBC4A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402A26-378F-9E4D-9857-6CEF638B30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700" y="534574"/>
            <a:ext cx="5562600" cy="196354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3F1E32-783F-B04E-BBAE-D8FB028EB2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14700" y="2638867"/>
            <a:ext cx="5562000" cy="1397000"/>
          </a:xfr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 Arial Bold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1388F4F6-0113-3A45-A4E4-6BC326A14D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2610" y="5622752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4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Opt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C2A120B-1EBD-7640-9A26-DBD8FD15B4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402A26-378F-9E4D-9857-6CEF638B30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700" y="1638000"/>
            <a:ext cx="5562600" cy="196354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3F1E32-783F-B04E-BBAE-D8FB028EB2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14700" y="3740400"/>
            <a:ext cx="5562000" cy="1397000"/>
          </a:xfr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 Arial Bold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4AE7FFA-8913-C04D-9C98-14E93259473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88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C2E928FB-7990-454E-837E-6C4BE0290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402A26-378F-9E4D-9857-6CEF638B30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2201744"/>
            <a:ext cx="5562600" cy="1963546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3F1E32-783F-B04E-BBAE-D8FB028EB2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306037"/>
            <a:ext cx="5562000" cy="13970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 Arial Bold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433AD643-5AC9-D142-AC3C-CDB13241F8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530" y="1267481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958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AE9732B-8EB4-924B-8F56-EBEB4006FF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B8BECE0-BF00-E444-8933-4E18DD7EC9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A9D48EF-6E95-8B4C-9A27-01741011E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01296"/>
            <a:ext cx="5604000" cy="4098356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3400"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Abstract divider page, featuring small amount of copy/quote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49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2B4386E5-E183-264C-B2B3-728C8DBC4A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1388F4F6-0113-3A45-A4E4-6BC326A14D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2610" y="5622752"/>
            <a:ext cx="1534915" cy="103710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081AB92-37CF-6142-95E4-68E43003B8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95600" y="358775"/>
            <a:ext cx="6400800" cy="307022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400"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Abstract divider page, featuring small amount of copy/quote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77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Option 3POWER_USER_LAYOUT_DIVIDER_CUS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C2A120B-1EBD-7640-9A26-DBD8FD15B4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4AE7FFA-8913-C04D-9C98-14E93259473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C4C93E7-3431-0545-9D5E-210C155E27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95600" y="1797050"/>
            <a:ext cx="6400800" cy="331828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3400"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Abstract divider page, featuring small amount of copy/quote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71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Option 4" preserve="1" userDrawn="1">
  <p:cSld name="Divider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C2E928FB-7990-454E-837E-6C4BE0290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3AD643-5AC9-D142-AC3C-CDB13241F8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530" y="1267481"/>
            <a:ext cx="1534915" cy="103710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D8E2C80-CF3E-D043-8BA4-873FE83A95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575" y="3061252"/>
            <a:ext cx="5604000" cy="2438400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3400"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Abstract divider page, featuring small amount of copy/quote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991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Option 5" preserve="1" userDrawn="1">
  <p:cSld name="Title Page Option 5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5985EC-E1FE-F14D-BF24-2920713B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797050"/>
            <a:ext cx="6192520" cy="205359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429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Option 6" preserve="1" userDrawn="1">
  <p:cSld name="Title Page Option 6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5985EC-E1FE-F14D-BF24-2920713B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797050"/>
            <a:ext cx="5562600" cy="374015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DB227FA-B12B-6940-B094-F440C65AF7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735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Option 7" preserve="1" userDrawn="1">
  <p:cSld name="Title Page Option 7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5985EC-E1FE-F14D-BF24-2920713B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797050"/>
            <a:ext cx="5562600" cy="374015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343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Option 10" preserve="1" userDrawn="1">
  <p:cSld name="Title Page Option 10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5985EC-E1FE-F14D-BF24-2920713B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797050"/>
            <a:ext cx="5562600" cy="374015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A63797C-6571-3740-B9AA-D05064CD57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443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Option 11" preserve="1" userDrawn="1">
  <p:cSld name="Title Page Option 1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5985EC-E1FE-F14D-BF24-2920713B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797049"/>
            <a:ext cx="5562600" cy="295213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D3FC8E1-CE04-564F-A7D0-D2D990C275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029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Option 12" preserve="1" userDrawn="1">
  <p:cSld name="Title Page Option 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5985EC-E1FE-F14D-BF24-2920713B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797049"/>
            <a:ext cx="5562600" cy="295213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lnSpc>
                <a:spcPct val="80000"/>
              </a:lnSpc>
              <a:defRPr sz="6000" b="1" i="0" spc="-11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/>
              <a:t>Title Arial Bold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D3FC8E1-CE04-564F-A7D0-D2D990C275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928" y="182096"/>
            <a:ext cx="1534915" cy="103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536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seño personalizado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72CA565-88AE-5438-3033-29E66CD503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66230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2CA565-88AE-5438-3033-29E66CD503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97E6ACB5-A84D-4E29-1744-476FF5B1CD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14" t="4710" r="3297" b="4884"/>
          <a:stretch/>
        </p:blipFill>
        <p:spPr>
          <a:xfrm rot="10800000">
            <a:off x="0" y="0"/>
            <a:ext cx="4927600" cy="6892536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7DB15888-8285-3CA1-708D-D4FB7AA40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752034"/>
            <a:ext cx="6361113" cy="135393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 typeface="+mj-lt"/>
              <a:buNone/>
              <a:defRPr sz="4000" b="1" i="0">
                <a:solidFill>
                  <a:srgbClr val="E304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1F2A51C8-55E8-3403-6777-9EE2E3C76C3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915443" y="4182551"/>
            <a:ext cx="6361113" cy="4299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r>
              <a:rPr lang="es-ES"/>
              <a:t> in </a:t>
            </a:r>
            <a:r>
              <a:rPr lang="es-ES" err="1"/>
              <a:t>the</a:t>
            </a:r>
            <a:r>
              <a:rPr lang="es-ES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28359571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5A43CD1D-4B60-FE00-26B2-457BF2ABFC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2617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43CD1D-4B60-FE00-26B2-457BF2ABF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>
            <a:extLst>
              <a:ext uri="{FF2B5EF4-FFF2-40B4-BE49-F238E27FC236}">
                <a16:creationId xmlns:a16="http://schemas.microsoft.com/office/drawing/2014/main" id="{978088EB-6744-1EF6-F89F-9D1BDAD8F946}"/>
              </a:ext>
            </a:extLst>
          </p:cNvPr>
          <p:cNvGrpSpPr/>
          <p:nvPr userDrawn="1"/>
        </p:nvGrpSpPr>
        <p:grpSpPr>
          <a:xfrm>
            <a:off x="5348335" y="5856736"/>
            <a:ext cx="6843665" cy="1316499"/>
            <a:chOff x="1" y="9139325"/>
            <a:chExt cx="6843665" cy="2156963"/>
          </a:xfrm>
        </p:grpSpPr>
        <p:sp>
          <p:nvSpPr>
            <p:cNvPr id="4" name="Freeform: Shape 8">
              <a:extLst>
                <a:ext uri="{FF2B5EF4-FFF2-40B4-BE49-F238E27FC236}">
                  <a16:creationId xmlns:a16="http://schemas.microsoft.com/office/drawing/2014/main" id="{58CEB9D9-B184-1286-8896-31B2F107C14A}"/>
                </a:ext>
              </a:extLst>
            </p:cNvPr>
            <p:cNvSpPr/>
            <p:nvPr userDrawn="1"/>
          </p:nvSpPr>
          <p:spPr>
            <a:xfrm rot="5400000">
              <a:off x="3274442" y="7082795"/>
              <a:ext cx="958750" cy="6179698"/>
            </a:xfrm>
            <a:custGeom>
              <a:avLst/>
              <a:gdLst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808160 w 1961376"/>
                <a:gd name="connsiteY3" fmla="*/ 8126413 h 8126413"/>
                <a:gd name="connsiteX4" fmla="*/ 1711920 w 1961376"/>
                <a:gd name="connsiteY4" fmla="*/ 8126413 h 8126413"/>
                <a:gd name="connsiteX5" fmla="*/ 1660262 w 1961376"/>
                <a:gd name="connsiteY5" fmla="*/ 8040807 h 8126413"/>
                <a:gd name="connsiteX6" fmla="*/ 1408596 w 1961376"/>
                <a:gd name="connsiteY6" fmla="*/ 7580412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61376" h="8126413">
                  <a:moveTo>
                    <a:pt x="1238338" y="7238107"/>
                  </a:moveTo>
                  <a:lnTo>
                    <a:pt x="1418610" y="7541200"/>
                  </a:lnTo>
                  <a:cubicBezTo>
                    <a:pt x="1524514" y="7710741"/>
                    <a:pt x="1634122" y="7877906"/>
                    <a:pt x="1747530" y="8042571"/>
                  </a:cubicBezTo>
                  <a:lnTo>
                    <a:pt x="1808160" y="8126413"/>
                  </a:lnTo>
                  <a:lnTo>
                    <a:pt x="1711920" y="8126413"/>
                  </a:lnTo>
                  <a:lnTo>
                    <a:pt x="1660262" y="8040807"/>
                  </a:lnTo>
                  <a:cubicBezTo>
                    <a:pt x="1573338" y="7888983"/>
                    <a:pt x="1489472" y="7735491"/>
                    <a:pt x="1408596" y="7580412"/>
                  </a:cubicBezTo>
                  <a:close/>
                  <a:moveTo>
                    <a:pt x="0" y="0"/>
                  </a:moveTo>
                  <a:lnTo>
                    <a:pt x="1468346" y="0"/>
                  </a:lnTo>
                  <a:lnTo>
                    <a:pt x="1381094" y="592859"/>
                  </a:lnTo>
                  <a:cubicBezTo>
                    <a:pt x="1100536" y="2744208"/>
                    <a:pt x="1204244" y="4806557"/>
                    <a:pt x="1862536" y="6651689"/>
                  </a:cubicBezTo>
                  <a:lnTo>
                    <a:pt x="1961376" y="6909350"/>
                  </a:lnTo>
                  <a:lnTo>
                    <a:pt x="1917756" y="6821699"/>
                  </a:lnTo>
                  <a:cubicBezTo>
                    <a:pt x="960246" y="4821868"/>
                    <a:pt x="695100" y="2479292"/>
                    <a:pt x="8913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EA5B0B"/>
                </a:gs>
                <a:gs pos="100000">
                  <a:srgbClr val="9C3700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: Shape 9">
              <a:extLst>
                <a:ext uri="{FF2B5EF4-FFF2-40B4-BE49-F238E27FC236}">
                  <a16:creationId xmlns:a16="http://schemas.microsoft.com/office/drawing/2014/main" id="{5B4EF700-CD3F-7AA4-7ED8-0BF7E93EDF36}"/>
                </a:ext>
              </a:extLst>
            </p:cNvPr>
            <p:cNvSpPr/>
            <p:nvPr userDrawn="1"/>
          </p:nvSpPr>
          <p:spPr>
            <a:xfrm rot="5400000">
              <a:off x="2343351" y="6795975"/>
              <a:ext cx="2156963" cy="6843663"/>
            </a:xfrm>
            <a:custGeom>
              <a:avLst/>
              <a:gdLst>
                <a:gd name="connsiteX0" fmla="*/ 0 w 2410188"/>
                <a:gd name="connsiteY0" fmla="*/ 0 h 8999538"/>
                <a:gd name="connsiteX1" fmla="*/ 1918964 w 2410188"/>
                <a:gd name="connsiteY1" fmla="*/ 8999538 h 8999538"/>
                <a:gd name="connsiteX2" fmla="*/ 2410189 w 2410188"/>
                <a:gd name="connsiteY2" fmla="*/ 8999538 h 8999538"/>
                <a:gd name="connsiteX3" fmla="*/ 1054352 w 2410188"/>
                <a:gd name="connsiteY3" fmla="*/ 0 h 8999538"/>
                <a:gd name="connsiteX4" fmla="*/ 0 w 2410188"/>
                <a:gd name="connsiteY4" fmla="*/ 0 h 899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188" h="8999538">
                  <a:moveTo>
                    <a:pt x="0" y="0"/>
                  </a:moveTo>
                  <a:cubicBezTo>
                    <a:pt x="222082" y="3361984"/>
                    <a:pt x="791772" y="6533009"/>
                    <a:pt x="1918964" y="8999538"/>
                  </a:cubicBezTo>
                  <a:lnTo>
                    <a:pt x="2410189" y="8999538"/>
                  </a:lnTo>
                  <a:cubicBezTo>
                    <a:pt x="1243904" y="6634253"/>
                    <a:pt x="905203" y="3449448"/>
                    <a:pt x="1054352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18700"/>
                </a:gs>
                <a:gs pos="100000">
                  <a:srgbClr val="F9B000"/>
                </a:gs>
              </a:gsLst>
              <a:lin ang="5400000" scaled="0"/>
            </a:gradFill>
            <a:ln w="937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" name="Group 10">
            <a:extLst>
              <a:ext uri="{FF2B5EF4-FFF2-40B4-BE49-F238E27FC236}">
                <a16:creationId xmlns:a16="http://schemas.microsoft.com/office/drawing/2014/main" id="{8432015B-DB97-FEE9-372A-C33A17B2B3F2}"/>
              </a:ext>
            </a:extLst>
          </p:cNvPr>
          <p:cNvGrpSpPr/>
          <p:nvPr userDrawn="1"/>
        </p:nvGrpSpPr>
        <p:grpSpPr>
          <a:xfrm>
            <a:off x="0" y="-424224"/>
            <a:ext cx="6843663" cy="1707097"/>
            <a:chOff x="-12698" y="719249"/>
            <a:chExt cx="6843663" cy="2156963"/>
          </a:xfrm>
        </p:grpSpPr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75D71DE3-493C-C854-88AC-8015809C47D4}"/>
                </a:ext>
              </a:extLst>
            </p:cNvPr>
            <p:cNvSpPr/>
            <p:nvPr userDrawn="1"/>
          </p:nvSpPr>
          <p:spPr>
            <a:xfrm rot="16200000">
              <a:off x="2330652" y="-1624101"/>
              <a:ext cx="2156963" cy="6843663"/>
            </a:xfrm>
            <a:custGeom>
              <a:avLst/>
              <a:gdLst>
                <a:gd name="connsiteX0" fmla="*/ 0 w 2410188"/>
                <a:gd name="connsiteY0" fmla="*/ 0 h 8999538"/>
                <a:gd name="connsiteX1" fmla="*/ 1918964 w 2410188"/>
                <a:gd name="connsiteY1" fmla="*/ 8999538 h 8999538"/>
                <a:gd name="connsiteX2" fmla="*/ 2410189 w 2410188"/>
                <a:gd name="connsiteY2" fmla="*/ 8999538 h 8999538"/>
                <a:gd name="connsiteX3" fmla="*/ 1054352 w 2410188"/>
                <a:gd name="connsiteY3" fmla="*/ 0 h 8999538"/>
                <a:gd name="connsiteX4" fmla="*/ 0 w 2410188"/>
                <a:gd name="connsiteY4" fmla="*/ 0 h 899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188" h="8999538">
                  <a:moveTo>
                    <a:pt x="0" y="0"/>
                  </a:moveTo>
                  <a:cubicBezTo>
                    <a:pt x="222082" y="3361984"/>
                    <a:pt x="791772" y="6533009"/>
                    <a:pt x="1918964" y="8999538"/>
                  </a:cubicBezTo>
                  <a:lnTo>
                    <a:pt x="2410189" y="8999538"/>
                  </a:lnTo>
                  <a:cubicBezTo>
                    <a:pt x="1243904" y="6634253"/>
                    <a:pt x="905203" y="3449448"/>
                    <a:pt x="10543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E0B1C"/>
            </a:solidFill>
            <a:ln w="937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F4C5D9FD-F7E2-7FE5-0004-B8F5BF0CD862}"/>
                </a:ext>
              </a:extLst>
            </p:cNvPr>
            <p:cNvSpPr/>
            <p:nvPr userDrawn="1"/>
          </p:nvSpPr>
          <p:spPr>
            <a:xfrm rot="16200000">
              <a:off x="2338078" y="-963390"/>
              <a:ext cx="552635" cy="5254188"/>
            </a:xfrm>
            <a:custGeom>
              <a:avLst/>
              <a:gdLst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808160 w 1961376"/>
                <a:gd name="connsiteY3" fmla="*/ 8126413 h 8126413"/>
                <a:gd name="connsiteX4" fmla="*/ 1711920 w 1961376"/>
                <a:gd name="connsiteY4" fmla="*/ 8126413 h 8126413"/>
                <a:gd name="connsiteX5" fmla="*/ 1660262 w 1961376"/>
                <a:gd name="connsiteY5" fmla="*/ 8040807 h 8126413"/>
                <a:gd name="connsiteX6" fmla="*/ 1408596 w 1961376"/>
                <a:gd name="connsiteY6" fmla="*/ 7580412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711920 w 1961376"/>
                <a:gd name="connsiteY3" fmla="*/ 8126413 h 8126413"/>
                <a:gd name="connsiteX4" fmla="*/ 1660262 w 1961376"/>
                <a:gd name="connsiteY4" fmla="*/ 8040807 h 8126413"/>
                <a:gd name="connsiteX5" fmla="*/ 1408596 w 1961376"/>
                <a:gd name="connsiteY5" fmla="*/ 7580412 h 8126413"/>
                <a:gd name="connsiteX6" fmla="*/ 1238338 w 1961376"/>
                <a:gd name="connsiteY6" fmla="*/ 7238107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  <a:gd name="connsiteX15" fmla="*/ 0 w 1961376"/>
                <a:gd name="connsiteY15" fmla="*/ 0 h 8126413"/>
                <a:gd name="connsiteX0" fmla="*/ 1238338 w 1961376"/>
                <a:gd name="connsiteY0" fmla="*/ 7238107 h 8042571"/>
                <a:gd name="connsiteX1" fmla="*/ 1418610 w 1961376"/>
                <a:gd name="connsiteY1" fmla="*/ 7541200 h 8042571"/>
                <a:gd name="connsiteX2" fmla="*/ 1747530 w 1961376"/>
                <a:gd name="connsiteY2" fmla="*/ 8042571 h 8042571"/>
                <a:gd name="connsiteX3" fmla="*/ 1660262 w 1961376"/>
                <a:gd name="connsiteY3" fmla="*/ 8040807 h 8042571"/>
                <a:gd name="connsiteX4" fmla="*/ 1408596 w 1961376"/>
                <a:gd name="connsiteY4" fmla="*/ 7580412 h 8042571"/>
                <a:gd name="connsiteX5" fmla="*/ 1238338 w 1961376"/>
                <a:gd name="connsiteY5" fmla="*/ 7238107 h 8042571"/>
                <a:gd name="connsiteX6" fmla="*/ 0 w 1961376"/>
                <a:gd name="connsiteY6" fmla="*/ 0 h 8042571"/>
                <a:gd name="connsiteX7" fmla="*/ 1468346 w 1961376"/>
                <a:gd name="connsiteY7" fmla="*/ 0 h 8042571"/>
                <a:gd name="connsiteX8" fmla="*/ 1381094 w 1961376"/>
                <a:gd name="connsiteY8" fmla="*/ 592859 h 8042571"/>
                <a:gd name="connsiteX9" fmla="*/ 1862536 w 1961376"/>
                <a:gd name="connsiteY9" fmla="*/ 6651689 h 8042571"/>
                <a:gd name="connsiteX10" fmla="*/ 1961376 w 1961376"/>
                <a:gd name="connsiteY10" fmla="*/ 6909350 h 8042571"/>
                <a:gd name="connsiteX11" fmla="*/ 1917756 w 1961376"/>
                <a:gd name="connsiteY11" fmla="*/ 6821699 h 8042571"/>
                <a:gd name="connsiteX12" fmla="*/ 891366 w 1961376"/>
                <a:gd name="connsiteY12" fmla="*/ 1 h 8042571"/>
                <a:gd name="connsiteX13" fmla="*/ 0 w 1961376"/>
                <a:gd name="connsiteY13" fmla="*/ 1 h 8042571"/>
                <a:gd name="connsiteX14" fmla="*/ 0 w 1961376"/>
                <a:gd name="connsiteY14" fmla="*/ 0 h 8042571"/>
                <a:gd name="connsiteX0" fmla="*/ 1238338 w 1961376"/>
                <a:gd name="connsiteY0" fmla="*/ 7238107 h 8040807"/>
                <a:gd name="connsiteX1" fmla="*/ 1418610 w 1961376"/>
                <a:gd name="connsiteY1" fmla="*/ 7541200 h 8040807"/>
                <a:gd name="connsiteX2" fmla="*/ 1660262 w 1961376"/>
                <a:gd name="connsiteY2" fmla="*/ 8040807 h 8040807"/>
                <a:gd name="connsiteX3" fmla="*/ 1408596 w 1961376"/>
                <a:gd name="connsiteY3" fmla="*/ 7580412 h 8040807"/>
                <a:gd name="connsiteX4" fmla="*/ 1238338 w 1961376"/>
                <a:gd name="connsiteY4" fmla="*/ 7238107 h 8040807"/>
                <a:gd name="connsiteX5" fmla="*/ 0 w 1961376"/>
                <a:gd name="connsiteY5" fmla="*/ 0 h 8040807"/>
                <a:gd name="connsiteX6" fmla="*/ 1468346 w 1961376"/>
                <a:gd name="connsiteY6" fmla="*/ 0 h 8040807"/>
                <a:gd name="connsiteX7" fmla="*/ 1381094 w 1961376"/>
                <a:gd name="connsiteY7" fmla="*/ 592859 h 8040807"/>
                <a:gd name="connsiteX8" fmla="*/ 1862536 w 1961376"/>
                <a:gd name="connsiteY8" fmla="*/ 6651689 h 8040807"/>
                <a:gd name="connsiteX9" fmla="*/ 1961376 w 1961376"/>
                <a:gd name="connsiteY9" fmla="*/ 6909350 h 8040807"/>
                <a:gd name="connsiteX10" fmla="*/ 1917756 w 1961376"/>
                <a:gd name="connsiteY10" fmla="*/ 6821699 h 8040807"/>
                <a:gd name="connsiteX11" fmla="*/ 891366 w 1961376"/>
                <a:gd name="connsiteY11" fmla="*/ 1 h 8040807"/>
                <a:gd name="connsiteX12" fmla="*/ 0 w 1961376"/>
                <a:gd name="connsiteY12" fmla="*/ 1 h 8040807"/>
                <a:gd name="connsiteX13" fmla="*/ 0 w 1961376"/>
                <a:gd name="connsiteY13" fmla="*/ 0 h 8040807"/>
                <a:gd name="connsiteX0" fmla="*/ 1238338 w 1961376"/>
                <a:gd name="connsiteY0" fmla="*/ 7238107 h 7605404"/>
                <a:gd name="connsiteX1" fmla="*/ 1418610 w 1961376"/>
                <a:gd name="connsiteY1" fmla="*/ 7541200 h 7605404"/>
                <a:gd name="connsiteX2" fmla="*/ 1408596 w 1961376"/>
                <a:gd name="connsiteY2" fmla="*/ 7580412 h 7605404"/>
                <a:gd name="connsiteX3" fmla="*/ 1238338 w 1961376"/>
                <a:gd name="connsiteY3" fmla="*/ 7238107 h 7605404"/>
                <a:gd name="connsiteX4" fmla="*/ 0 w 1961376"/>
                <a:gd name="connsiteY4" fmla="*/ 0 h 7605404"/>
                <a:gd name="connsiteX5" fmla="*/ 1468346 w 1961376"/>
                <a:gd name="connsiteY5" fmla="*/ 0 h 7605404"/>
                <a:gd name="connsiteX6" fmla="*/ 1381094 w 1961376"/>
                <a:gd name="connsiteY6" fmla="*/ 592859 h 7605404"/>
                <a:gd name="connsiteX7" fmla="*/ 1862536 w 1961376"/>
                <a:gd name="connsiteY7" fmla="*/ 6651689 h 7605404"/>
                <a:gd name="connsiteX8" fmla="*/ 1961376 w 1961376"/>
                <a:gd name="connsiteY8" fmla="*/ 6909350 h 7605404"/>
                <a:gd name="connsiteX9" fmla="*/ 1917756 w 1961376"/>
                <a:gd name="connsiteY9" fmla="*/ 6821699 h 7605404"/>
                <a:gd name="connsiteX10" fmla="*/ 891366 w 1961376"/>
                <a:gd name="connsiteY10" fmla="*/ 1 h 7605404"/>
                <a:gd name="connsiteX11" fmla="*/ 0 w 1961376"/>
                <a:gd name="connsiteY11" fmla="*/ 1 h 7605404"/>
                <a:gd name="connsiteX12" fmla="*/ 0 w 1961376"/>
                <a:gd name="connsiteY12" fmla="*/ 0 h 7605404"/>
                <a:gd name="connsiteX0" fmla="*/ 1238338 w 1961376"/>
                <a:gd name="connsiteY0" fmla="*/ 7238107 h 7541200"/>
                <a:gd name="connsiteX1" fmla="*/ 1418610 w 1961376"/>
                <a:gd name="connsiteY1" fmla="*/ 7541200 h 7541200"/>
                <a:gd name="connsiteX2" fmla="*/ 1238338 w 1961376"/>
                <a:gd name="connsiteY2" fmla="*/ 7238107 h 7541200"/>
                <a:gd name="connsiteX3" fmla="*/ 0 w 1961376"/>
                <a:gd name="connsiteY3" fmla="*/ 0 h 7541200"/>
                <a:gd name="connsiteX4" fmla="*/ 1468346 w 1961376"/>
                <a:gd name="connsiteY4" fmla="*/ 0 h 7541200"/>
                <a:gd name="connsiteX5" fmla="*/ 1381094 w 1961376"/>
                <a:gd name="connsiteY5" fmla="*/ 592859 h 7541200"/>
                <a:gd name="connsiteX6" fmla="*/ 1862536 w 1961376"/>
                <a:gd name="connsiteY6" fmla="*/ 6651689 h 7541200"/>
                <a:gd name="connsiteX7" fmla="*/ 1961376 w 1961376"/>
                <a:gd name="connsiteY7" fmla="*/ 6909350 h 7541200"/>
                <a:gd name="connsiteX8" fmla="*/ 1917756 w 1961376"/>
                <a:gd name="connsiteY8" fmla="*/ 6821699 h 7541200"/>
                <a:gd name="connsiteX9" fmla="*/ 891366 w 1961376"/>
                <a:gd name="connsiteY9" fmla="*/ 1 h 7541200"/>
                <a:gd name="connsiteX10" fmla="*/ 0 w 1961376"/>
                <a:gd name="connsiteY10" fmla="*/ 1 h 7541200"/>
                <a:gd name="connsiteX11" fmla="*/ 0 w 1961376"/>
                <a:gd name="connsiteY11" fmla="*/ 0 h 7541200"/>
                <a:gd name="connsiteX0" fmla="*/ 0 w 1961376"/>
                <a:gd name="connsiteY0" fmla="*/ 0 h 6909350"/>
                <a:gd name="connsiteX1" fmla="*/ 1468346 w 1961376"/>
                <a:gd name="connsiteY1" fmla="*/ 0 h 6909350"/>
                <a:gd name="connsiteX2" fmla="*/ 1381094 w 1961376"/>
                <a:gd name="connsiteY2" fmla="*/ 592859 h 6909350"/>
                <a:gd name="connsiteX3" fmla="*/ 1862536 w 1961376"/>
                <a:gd name="connsiteY3" fmla="*/ 6651689 h 6909350"/>
                <a:gd name="connsiteX4" fmla="*/ 1961376 w 1961376"/>
                <a:gd name="connsiteY4" fmla="*/ 6909350 h 6909350"/>
                <a:gd name="connsiteX5" fmla="*/ 1917756 w 1961376"/>
                <a:gd name="connsiteY5" fmla="*/ 6821699 h 6909350"/>
                <a:gd name="connsiteX6" fmla="*/ 891366 w 1961376"/>
                <a:gd name="connsiteY6" fmla="*/ 1 h 6909350"/>
                <a:gd name="connsiteX7" fmla="*/ 0 w 1961376"/>
                <a:gd name="connsiteY7" fmla="*/ 1 h 6909350"/>
                <a:gd name="connsiteX8" fmla="*/ 0 w 1961376"/>
                <a:gd name="connsiteY8" fmla="*/ 0 h 6909350"/>
                <a:gd name="connsiteX0" fmla="*/ 0 w 1961376"/>
                <a:gd name="connsiteY0" fmla="*/ 1 h 6909350"/>
                <a:gd name="connsiteX1" fmla="*/ 1468346 w 1961376"/>
                <a:gd name="connsiteY1" fmla="*/ 0 h 6909350"/>
                <a:gd name="connsiteX2" fmla="*/ 1381094 w 1961376"/>
                <a:gd name="connsiteY2" fmla="*/ 592859 h 6909350"/>
                <a:gd name="connsiteX3" fmla="*/ 1862536 w 1961376"/>
                <a:gd name="connsiteY3" fmla="*/ 6651689 h 6909350"/>
                <a:gd name="connsiteX4" fmla="*/ 1961376 w 1961376"/>
                <a:gd name="connsiteY4" fmla="*/ 6909350 h 6909350"/>
                <a:gd name="connsiteX5" fmla="*/ 1917756 w 1961376"/>
                <a:gd name="connsiteY5" fmla="*/ 6821699 h 6909350"/>
                <a:gd name="connsiteX6" fmla="*/ 891366 w 1961376"/>
                <a:gd name="connsiteY6" fmla="*/ 1 h 6909350"/>
                <a:gd name="connsiteX7" fmla="*/ 0 w 1961376"/>
                <a:gd name="connsiteY7" fmla="*/ 1 h 6909350"/>
                <a:gd name="connsiteX0" fmla="*/ 60552 w 1130562"/>
                <a:gd name="connsiteY0" fmla="*/ 1 h 6909350"/>
                <a:gd name="connsiteX1" fmla="*/ 637532 w 1130562"/>
                <a:gd name="connsiteY1" fmla="*/ 0 h 6909350"/>
                <a:gd name="connsiteX2" fmla="*/ 550280 w 1130562"/>
                <a:gd name="connsiteY2" fmla="*/ 592859 h 6909350"/>
                <a:gd name="connsiteX3" fmla="*/ 1031722 w 1130562"/>
                <a:gd name="connsiteY3" fmla="*/ 6651689 h 6909350"/>
                <a:gd name="connsiteX4" fmla="*/ 1130562 w 1130562"/>
                <a:gd name="connsiteY4" fmla="*/ 6909350 h 6909350"/>
                <a:gd name="connsiteX5" fmla="*/ 1086942 w 1130562"/>
                <a:gd name="connsiteY5" fmla="*/ 6821699 h 6909350"/>
                <a:gd name="connsiteX6" fmla="*/ 60552 w 1130562"/>
                <a:gd name="connsiteY6" fmla="*/ 1 h 690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0562" h="6909350">
                  <a:moveTo>
                    <a:pt x="60552" y="1"/>
                  </a:moveTo>
                  <a:lnTo>
                    <a:pt x="637532" y="0"/>
                  </a:lnTo>
                  <a:lnTo>
                    <a:pt x="550280" y="592859"/>
                  </a:lnTo>
                  <a:cubicBezTo>
                    <a:pt x="269722" y="2744208"/>
                    <a:pt x="373430" y="4806557"/>
                    <a:pt x="1031722" y="6651689"/>
                  </a:cubicBezTo>
                  <a:lnTo>
                    <a:pt x="1130562" y="6909350"/>
                  </a:lnTo>
                  <a:lnTo>
                    <a:pt x="1086942" y="6821699"/>
                  </a:lnTo>
                  <a:cubicBezTo>
                    <a:pt x="129432" y="4821868"/>
                    <a:pt x="-135714" y="2479292"/>
                    <a:pt x="60552" y="1"/>
                  </a:cubicBezTo>
                  <a:close/>
                </a:path>
              </a:pathLst>
            </a:cu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DEDF3CD-7A75-F23B-265F-A0D6B7AFC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752034"/>
            <a:ext cx="6361113" cy="1353932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 typeface="+mj-lt"/>
              <a:buNone/>
              <a:defRPr sz="4000" b="1" i="0">
                <a:solidFill>
                  <a:srgbClr val="E304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F2CCB4CF-E0E1-C553-DE94-F3FF78BF7F2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915443" y="4182551"/>
            <a:ext cx="6361113" cy="4299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r>
              <a:rPr lang="es-ES"/>
              <a:t> in </a:t>
            </a:r>
            <a:r>
              <a:rPr lang="es-ES" err="1"/>
              <a:t>the</a:t>
            </a:r>
            <a:r>
              <a:rPr lang="es-ES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31622625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13E2699-D763-40E9-30F9-6B1E9E4690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9003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3E2699-D763-40E9-30F9-6B1E9E4690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>
            <a:extLst>
              <a:ext uri="{FF2B5EF4-FFF2-40B4-BE49-F238E27FC236}">
                <a16:creationId xmlns:a16="http://schemas.microsoft.com/office/drawing/2014/main" id="{1D6087F3-570B-99C7-EF7A-EA9AA30B6EDD}"/>
              </a:ext>
            </a:extLst>
          </p:cNvPr>
          <p:cNvGrpSpPr/>
          <p:nvPr userDrawn="1"/>
        </p:nvGrpSpPr>
        <p:grpSpPr>
          <a:xfrm>
            <a:off x="0" y="-424224"/>
            <a:ext cx="6843663" cy="1707097"/>
            <a:chOff x="-12698" y="719249"/>
            <a:chExt cx="6843663" cy="2156963"/>
          </a:xfrm>
        </p:grpSpPr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88A3D89B-5B94-91CA-C9D1-4BC32CB27855}"/>
                </a:ext>
              </a:extLst>
            </p:cNvPr>
            <p:cNvSpPr/>
            <p:nvPr userDrawn="1"/>
          </p:nvSpPr>
          <p:spPr>
            <a:xfrm rot="16200000">
              <a:off x="2330652" y="-1624101"/>
              <a:ext cx="2156963" cy="6843663"/>
            </a:xfrm>
            <a:custGeom>
              <a:avLst/>
              <a:gdLst>
                <a:gd name="connsiteX0" fmla="*/ 0 w 2410188"/>
                <a:gd name="connsiteY0" fmla="*/ 0 h 8999538"/>
                <a:gd name="connsiteX1" fmla="*/ 1918964 w 2410188"/>
                <a:gd name="connsiteY1" fmla="*/ 8999538 h 8999538"/>
                <a:gd name="connsiteX2" fmla="*/ 2410189 w 2410188"/>
                <a:gd name="connsiteY2" fmla="*/ 8999538 h 8999538"/>
                <a:gd name="connsiteX3" fmla="*/ 1054352 w 2410188"/>
                <a:gd name="connsiteY3" fmla="*/ 0 h 8999538"/>
                <a:gd name="connsiteX4" fmla="*/ 0 w 2410188"/>
                <a:gd name="connsiteY4" fmla="*/ 0 h 899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188" h="8999538">
                  <a:moveTo>
                    <a:pt x="0" y="0"/>
                  </a:moveTo>
                  <a:cubicBezTo>
                    <a:pt x="222082" y="3361984"/>
                    <a:pt x="791772" y="6533009"/>
                    <a:pt x="1918964" y="8999538"/>
                  </a:cubicBezTo>
                  <a:lnTo>
                    <a:pt x="2410189" y="8999538"/>
                  </a:lnTo>
                  <a:cubicBezTo>
                    <a:pt x="1243904" y="6634253"/>
                    <a:pt x="905203" y="3449448"/>
                    <a:pt x="10543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E0B1C"/>
            </a:solidFill>
            <a:ln w="937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D09DE9F0-0CC2-322D-F909-1EAA09EE26DB}"/>
                </a:ext>
              </a:extLst>
            </p:cNvPr>
            <p:cNvSpPr/>
            <p:nvPr userDrawn="1"/>
          </p:nvSpPr>
          <p:spPr>
            <a:xfrm rot="16200000">
              <a:off x="2338078" y="-963390"/>
              <a:ext cx="552635" cy="5254188"/>
            </a:xfrm>
            <a:custGeom>
              <a:avLst/>
              <a:gdLst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808160 w 1961376"/>
                <a:gd name="connsiteY3" fmla="*/ 8126413 h 8126413"/>
                <a:gd name="connsiteX4" fmla="*/ 1711920 w 1961376"/>
                <a:gd name="connsiteY4" fmla="*/ 8126413 h 8126413"/>
                <a:gd name="connsiteX5" fmla="*/ 1660262 w 1961376"/>
                <a:gd name="connsiteY5" fmla="*/ 8040807 h 8126413"/>
                <a:gd name="connsiteX6" fmla="*/ 1408596 w 1961376"/>
                <a:gd name="connsiteY6" fmla="*/ 7580412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711920 w 1961376"/>
                <a:gd name="connsiteY3" fmla="*/ 8126413 h 8126413"/>
                <a:gd name="connsiteX4" fmla="*/ 1660262 w 1961376"/>
                <a:gd name="connsiteY4" fmla="*/ 8040807 h 8126413"/>
                <a:gd name="connsiteX5" fmla="*/ 1408596 w 1961376"/>
                <a:gd name="connsiteY5" fmla="*/ 7580412 h 8126413"/>
                <a:gd name="connsiteX6" fmla="*/ 1238338 w 1961376"/>
                <a:gd name="connsiteY6" fmla="*/ 7238107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  <a:gd name="connsiteX15" fmla="*/ 0 w 1961376"/>
                <a:gd name="connsiteY15" fmla="*/ 0 h 8126413"/>
                <a:gd name="connsiteX0" fmla="*/ 1238338 w 1961376"/>
                <a:gd name="connsiteY0" fmla="*/ 7238107 h 8042571"/>
                <a:gd name="connsiteX1" fmla="*/ 1418610 w 1961376"/>
                <a:gd name="connsiteY1" fmla="*/ 7541200 h 8042571"/>
                <a:gd name="connsiteX2" fmla="*/ 1747530 w 1961376"/>
                <a:gd name="connsiteY2" fmla="*/ 8042571 h 8042571"/>
                <a:gd name="connsiteX3" fmla="*/ 1660262 w 1961376"/>
                <a:gd name="connsiteY3" fmla="*/ 8040807 h 8042571"/>
                <a:gd name="connsiteX4" fmla="*/ 1408596 w 1961376"/>
                <a:gd name="connsiteY4" fmla="*/ 7580412 h 8042571"/>
                <a:gd name="connsiteX5" fmla="*/ 1238338 w 1961376"/>
                <a:gd name="connsiteY5" fmla="*/ 7238107 h 8042571"/>
                <a:gd name="connsiteX6" fmla="*/ 0 w 1961376"/>
                <a:gd name="connsiteY6" fmla="*/ 0 h 8042571"/>
                <a:gd name="connsiteX7" fmla="*/ 1468346 w 1961376"/>
                <a:gd name="connsiteY7" fmla="*/ 0 h 8042571"/>
                <a:gd name="connsiteX8" fmla="*/ 1381094 w 1961376"/>
                <a:gd name="connsiteY8" fmla="*/ 592859 h 8042571"/>
                <a:gd name="connsiteX9" fmla="*/ 1862536 w 1961376"/>
                <a:gd name="connsiteY9" fmla="*/ 6651689 h 8042571"/>
                <a:gd name="connsiteX10" fmla="*/ 1961376 w 1961376"/>
                <a:gd name="connsiteY10" fmla="*/ 6909350 h 8042571"/>
                <a:gd name="connsiteX11" fmla="*/ 1917756 w 1961376"/>
                <a:gd name="connsiteY11" fmla="*/ 6821699 h 8042571"/>
                <a:gd name="connsiteX12" fmla="*/ 891366 w 1961376"/>
                <a:gd name="connsiteY12" fmla="*/ 1 h 8042571"/>
                <a:gd name="connsiteX13" fmla="*/ 0 w 1961376"/>
                <a:gd name="connsiteY13" fmla="*/ 1 h 8042571"/>
                <a:gd name="connsiteX14" fmla="*/ 0 w 1961376"/>
                <a:gd name="connsiteY14" fmla="*/ 0 h 8042571"/>
                <a:gd name="connsiteX0" fmla="*/ 1238338 w 1961376"/>
                <a:gd name="connsiteY0" fmla="*/ 7238107 h 8040807"/>
                <a:gd name="connsiteX1" fmla="*/ 1418610 w 1961376"/>
                <a:gd name="connsiteY1" fmla="*/ 7541200 h 8040807"/>
                <a:gd name="connsiteX2" fmla="*/ 1660262 w 1961376"/>
                <a:gd name="connsiteY2" fmla="*/ 8040807 h 8040807"/>
                <a:gd name="connsiteX3" fmla="*/ 1408596 w 1961376"/>
                <a:gd name="connsiteY3" fmla="*/ 7580412 h 8040807"/>
                <a:gd name="connsiteX4" fmla="*/ 1238338 w 1961376"/>
                <a:gd name="connsiteY4" fmla="*/ 7238107 h 8040807"/>
                <a:gd name="connsiteX5" fmla="*/ 0 w 1961376"/>
                <a:gd name="connsiteY5" fmla="*/ 0 h 8040807"/>
                <a:gd name="connsiteX6" fmla="*/ 1468346 w 1961376"/>
                <a:gd name="connsiteY6" fmla="*/ 0 h 8040807"/>
                <a:gd name="connsiteX7" fmla="*/ 1381094 w 1961376"/>
                <a:gd name="connsiteY7" fmla="*/ 592859 h 8040807"/>
                <a:gd name="connsiteX8" fmla="*/ 1862536 w 1961376"/>
                <a:gd name="connsiteY8" fmla="*/ 6651689 h 8040807"/>
                <a:gd name="connsiteX9" fmla="*/ 1961376 w 1961376"/>
                <a:gd name="connsiteY9" fmla="*/ 6909350 h 8040807"/>
                <a:gd name="connsiteX10" fmla="*/ 1917756 w 1961376"/>
                <a:gd name="connsiteY10" fmla="*/ 6821699 h 8040807"/>
                <a:gd name="connsiteX11" fmla="*/ 891366 w 1961376"/>
                <a:gd name="connsiteY11" fmla="*/ 1 h 8040807"/>
                <a:gd name="connsiteX12" fmla="*/ 0 w 1961376"/>
                <a:gd name="connsiteY12" fmla="*/ 1 h 8040807"/>
                <a:gd name="connsiteX13" fmla="*/ 0 w 1961376"/>
                <a:gd name="connsiteY13" fmla="*/ 0 h 8040807"/>
                <a:gd name="connsiteX0" fmla="*/ 1238338 w 1961376"/>
                <a:gd name="connsiteY0" fmla="*/ 7238107 h 7605404"/>
                <a:gd name="connsiteX1" fmla="*/ 1418610 w 1961376"/>
                <a:gd name="connsiteY1" fmla="*/ 7541200 h 7605404"/>
                <a:gd name="connsiteX2" fmla="*/ 1408596 w 1961376"/>
                <a:gd name="connsiteY2" fmla="*/ 7580412 h 7605404"/>
                <a:gd name="connsiteX3" fmla="*/ 1238338 w 1961376"/>
                <a:gd name="connsiteY3" fmla="*/ 7238107 h 7605404"/>
                <a:gd name="connsiteX4" fmla="*/ 0 w 1961376"/>
                <a:gd name="connsiteY4" fmla="*/ 0 h 7605404"/>
                <a:gd name="connsiteX5" fmla="*/ 1468346 w 1961376"/>
                <a:gd name="connsiteY5" fmla="*/ 0 h 7605404"/>
                <a:gd name="connsiteX6" fmla="*/ 1381094 w 1961376"/>
                <a:gd name="connsiteY6" fmla="*/ 592859 h 7605404"/>
                <a:gd name="connsiteX7" fmla="*/ 1862536 w 1961376"/>
                <a:gd name="connsiteY7" fmla="*/ 6651689 h 7605404"/>
                <a:gd name="connsiteX8" fmla="*/ 1961376 w 1961376"/>
                <a:gd name="connsiteY8" fmla="*/ 6909350 h 7605404"/>
                <a:gd name="connsiteX9" fmla="*/ 1917756 w 1961376"/>
                <a:gd name="connsiteY9" fmla="*/ 6821699 h 7605404"/>
                <a:gd name="connsiteX10" fmla="*/ 891366 w 1961376"/>
                <a:gd name="connsiteY10" fmla="*/ 1 h 7605404"/>
                <a:gd name="connsiteX11" fmla="*/ 0 w 1961376"/>
                <a:gd name="connsiteY11" fmla="*/ 1 h 7605404"/>
                <a:gd name="connsiteX12" fmla="*/ 0 w 1961376"/>
                <a:gd name="connsiteY12" fmla="*/ 0 h 7605404"/>
                <a:gd name="connsiteX0" fmla="*/ 1238338 w 1961376"/>
                <a:gd name="connsiteY0" fmla="*/ 7238107 h 7541200"/>
                <a:gd name="connsiteX1" fmla="*/ 1418610 w 1961376"/>
                <a:gd name="connsiteY1" fmla="*/ 7541200 h 7541200"/>
                <a:gd name="connsiteX2" fmla="*/ 1238338 w 1961376"/>
                <a:gd name="connsiteY2" fmla="*/ 7238107 h 7541200"/>
                <a:gd name="connsiteX3" fmla="*/ 0 w 1961376"/>
                <a:gd name="connsiteY3" fmla="*/ 0 h 7541200"/>
                <a:gd name="connsiteX4" fmla="*/ 1468346 w 1961376"/>
                <a:gd name="connsiteY4" fmla="*/ 0 h 7541200"/>
                <a:gd name="connsiteX5" fmla="*/ 1381094 w 1961376"/>
                <a:gd name="connsiteY5" fmla="*/ 592859 h 7541200"/>
                <a:gd name="connsiteX6" fmla="*/ 1862536 w 1961376"/>
                <a:gd name="connsiteY6" fmla="*/ 6651689 h 7541200"/>
                <a:gd name="connsiteX7" fmla="*/ 1961376 w 1961376"/>
                <a:gd name="connsiteY7" fmla="*/ 6909350 h 7541200"/>
                <a:gd name="connsiteX8" fmla="*/ 1917756 w 1961376"/>
                <a:gd name="connsiteY8" fmla="*/ 6821699 h 7541200"/>
                <a:gd name="connsiteX9" fmla="*/ 891366 w 1961376"/>
                <a:gd name="connsiteY9" fmla="*/ 1 h 7541200"/>
                <a:gd name="connsiteX10" fmla="*/ 0 w 1961376"/>
                <a:gd name="connsiteY10" fmla="*/ 1 h 7541200"/>
                <a:gd name="connsiteX11" fmla="*/ 0 w 1961376"/>
                <a:gd name="connsiteY11" fmla="*/ 0 h 7541200"/>
                <a:gd name="connsiteX0" fmla="*/ 0 w 1961376"/>
                <a:gd name="connsiteY0" fmla="*/ 0 h 6909350"/>
                <a:gd name="connsiteX1" fmla="*/ 1468346 w 1961376"/>
                <a:gd name="connsiteY1" fmla="*/ 0 h 6909350"/>
                <a:gd name="connsiteX2" fmla="*/ 1381094 w 1961376"/>
                <a:gd name="connsiteY2" fmla="*/ 592859 h 6909350"/>
                <a:gd name="connsiteX3" fmla="*/ 1862536 w 1961376"/>
                <a:gd name="connsiteY3" fmla="*/ 6651689 h 6909350"/>
                <a:gd name="connsiteX4" fmla="*/ 1961376 w 1961376"/>
                <a:gd name="connsiteY4" fmla="*/ 6909350 h 6909350"/>
                <a:gd name="connsiteX5" fmla="*/ 1917756 w 1961376"/>
                <a:gd name="connsiteY5" fmla="*/ 6821699 h 6909350"/>
                <a:gd name="connsiteX6" fmla="*/ 891366 w 1961376"/>
                <a:gd name="connsiteY6" fmla="*/ 1 h 6909350"/>
                <a:gd name="connsiteX7" fmla="*/ 0 w 1961376"/>
                <a:gd name="connsiteY7" fmla="*/ 1 h 6909350"/>
                <a:gd name="connsiteX8" fmla="*/ 0 w 1961376"/>
                <a:gd name="connsiteY8" fmla="*/ 0 h 6909350"/>
                <a:gd name="connsiteX0" fmla="*/ 0 w 1961376"/>
                <a:gd name="connsiteY0" fmla="*/ 1 h 6909350"/>
                <a:gd name="connsiteX1" fmla="*/ 1468346 w 1961376"/>
                <a:gd name="connsiteY1" fmla="*/ 0 h 6909350"/>
                <a:gd name="connsiteX2" fmla="*/ 1381094 w 1961376"/>
                <a:gd name="connsiteY2" fmla="*/ 592859 h 6909350"/>
                <a:gd name="connsiteX3" fmla="*/ 1862536 w 1961376"/>
                <a:gd name="connsiteY3" fmla="*/ 6651689 h 6909350"/>
                <a:gd name="connsiteX4" fmla="*/ 1961376 w 1961376"/>
                <a:gd name="connsiteY4" fmla="*/ 6909350 h 6909350"/>
                <a:gd name="connsiteX5" fmla="*/ 1917756 w 1961376"/>
                <a:gd name="connsiteY5" fmla="*/ 6821699 h 6909350"/>
                <a:gd name="connsiteX6" fmla="*/ 891366 w 1961376"/>
                <a:gd name="connsiteY6" fmla="*/ 1 h 6909350"/>
                <a:gd name="connsiteX7" fmla="*/ 0 w 1961376"/>
                <a:gd name="connsiteY7" fmla="*/ 1 h 6909350"/>
                <a:gd name="connsiteX0" fmla="*/ 60552 w 1130562"/>
                <a:gd name="connsiteY0" fmla="*/ 1 h 6909350"/>
                <a:gd name="connsiteX1" fmla="*/ 637532 w 1130562"/>
                <a:gd name="connsiteY1" fmla="*/ 0 h 6909350"/>
                <a:gd name="connsiteX2" fmla="*/ 550280 w 1130562"/>
                <a:gd name="connsiteY2" fmla="*/ 592859 h 6909350"/>
                <a:gd name="connsiteX3" fmla="*/ 1031722 w 1130562"/>
                <a:gd name="connsiteY3" fmla="*/ 6651689 h 6909350"/>
                <a:gd name="connsiteX4" fmla="*/ 1130562 w 1130562"/>
                <a:gd name="connsiteY4" fmla="*/ 6909350 h 6909350"/>
                <a:gd name="connsiteX5" fmla="*/ 1086942 w 1130562"/>
                <a:gd name="connsiteY5" fmla="*/ 6821699 h 6909350"/>
                <a:gd name="connsiteX6" fmla="*/ 60552 w 1130562"/>
                <a:gd name="connsiteY6" fmla="*/ 1 h 690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0562" h="6909350">
                  <a:moveTo>
                    <a:pt x="60552" y="1"/>
                  </a:moveTo>
                  <a:lnTo>
                    <a:pt x="637532" y="0"/>
                  </a:lnTo>
                  <a:lnTo>
                    <a:pt x="550280" y="592859"/>
                  </a:lnTo>
                  <a:cubicBezTo>
                    <a:pt x="269722" y="2744208"/>
                    <a:pt x="373430" y="4806557"/>
                    <a:pt x="1031722" y="6651689"/>
                  </a:cubicBezTo>
                  <a:lnTo>
                    <a:pt x="1130562" y="6909350"/>
                  </a:lnTo>
                  <a:lnTo>
                    <a:pt x="1086942" y="6821699"/>
                  </a:lnTo>
                  <a:cubicBezTo>
                    <a:pt x="129432" y="4821868"/>
                    <a:pt x="-135714" y="2479292"/>
                    <a:pt x="60552" y="1"/>
                  </a:cubicBezTo>
                  <a:close/>
                </a:path>
              </a:pathLst>
            </a:cu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ECCBCDC-91B8-CD9E-5C6B-052C582019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1513801"/>
            <a:ext cx="4907869" cy="1316499"/>
          </a:xfrm>
          <a:prstGeom prst="rect">
            <a:avLst/>
          </a:prstGeom>
        </p:spPr>
        <p:txBody>
          <a:bodyPr vert="horz" anchor="ctr"/>
          <a:lstStyle>
            <a:lvl1pPr>
              <a:defRPr sz="3200" b="1" i="0">
                <a:solidFill>
                  <a:srgbClr val="E304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242A2598-5D21-B3B4-885D-C5299EBB4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30299"/>
            <a:ext cx="4907868" cy="205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r>
              <a:rPr lang="es-ES"/>
              <a:t> in </a:t>
            </a:r>
            <a:r>
              <a:rPr lang="es-ES" err="1"/>
              <a:t>the</a:t>
            </a:r>
            <a:r>
              <a:rPr lang="es-ES"/>
              <a:t> master
</a:t>
            </a:r>
          </a:p>
        </p:txBody>
      </p:sp>
    </p:spTree>
    <p:extLst>
      <p:ext uri="{BB962C8B-B14F-4D97-AF65-F5344CB8AC3E}">
        <p14:creationId xmlns:p14="http://schemas.microsoft.com/office/powerpoint/2010/main" val="129874994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D1A11A0-D107-71B7-1A17-E222ECD72C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5772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1A11A0-D107-71B7-1A17-E222ECD72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>
            <a:extLst>
              <a:ext uri="{FF2B5EF4-FFF2-40B4-BE49-F238E27FC236}">
                <a16:creationId xmlns:a16="http://schemas.microsoft.com/office/drawing/2014/main" id="{FE8C8FAF-970C-22A9-FA65-37F69E795BAF}"/>
              </a:ext>
            </a:extLst>
          </p:cNvPr>
          <p:cNvGrpSpPr/>
          <p:nvPr userDrawn="1"/>
        </p:nvGrpSpPr>
        <p:grpSpPr>
          <a:xfrm rot="16200000">
            <a:off x="-2573664" y="2573663"/>
            <a:ext cx="6858002" cy="1710674"/>
            <a:chOff x="-12698" y="719249"/>
            <a:chExt cx="6843663" cy="2156963"/>
          </a:xfrm>
        </p:grpSpPr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D48CFD5D-6A33-D2EA-2E5A-5C8B1F2CBFA3}"/>
                </a:ext>
              </a:extLst>
            </p:cNvPr>
            <p:cNvSpPr/>
            <p:nvPr userDrawn="1"/>
          </p:nvSpPr>
          <p:spPr>
            <a:xfrm rot="16200000">
              <a:off x="2330652" y="-1624101"/>
              <a:ext cx="2156963" cy="6843663"/>
            </a:xfrm>
            <a:custGeom>
              <a:avLst/>
              <a:gdLst>
                <a:gd name="connsiteX0" fmla="*/ 0 w 2410188"/>
                <a:gd name="connsiteY0" fmla="*/ 0 h 8999538"/>
                <a:gd name="connsiteX1" fmla="*/ 1918964 w 2410188"/>
                <a:gd name="connsiteY1" fmla="*/ 8999538 h 8999538"/>
                <a:gd name="connsiteX2" fmla="*/ 2410189 w 2410188"/>
                <a:gd name="connsiteY2" fmla="*/ 8999538 h 8999538"/>
                <a:gd name="connsiteX3" fmla="*/ 1054352 w 2410188"/>
                <a:gd name="connsiteY3" fmla="*/ 0 h 8999538"/>
                <a:gd name="connsiteX4" fmla="*/ 0 w 2410188"/>
                <a:gd name="connsiteY4" fmla="*/ 0 h 899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188" h="8999538">
                  <a:moveTo>
                    <a:pt x="0" y="0"/>
                  </a:moveTo>
                  <a:cubicBezTo>
                    <a:pt x="222082" y="3361984"/>
                    <a:pt x="791772" y="6533009"/>
                    <a:pt x="1918964" y="8999538"/>
                  </a:cubicBezTo>
                  <a:lnTo>
                    <a:pt x="2410189" y="8999538"/>
                  </a:lnTo>
                  <a:cubicBezTo>
                    <a:pt x="1243904" y="6634253"/>
                    <a:pt x="905203" y="3449448"/>
                    <a:pt x="10543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E0B1C"/>
            </a:solidFill>
            <a:ln w="937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5CF59B99-D3E6-9529-C82B-D164161DFEE3}"/>
                </a:ext>
              </a:extLst>
            </p:cNvPr>
            <p:cNvSpPr/>
            <p:nvPr userDrawn="1"/>
          </p:nvSpPr>
          <p:spPr>
            <a:xfrm rot="16200000">
              <a:off x="2338078" y="-963390"/>
              <a:ext cx="552635" cy="5254188"/>
            </a:xfrm>
            <a:custGeom>
              <a:avLst/>
              <a:gdLst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808160 w 1961376"/>
                <a:gd name="connsiteY3" fmla="*/ 8126413 h 8126413"/>
                <a:gd name="connsiteX4" fmla="*/ 1711920 w 1961376"/>
                <a:gd name="connsiteY4" fmla="*/ 8126413 h 8126413"/>
                <a:gd name="connsiteX5" fmla="*/ 1660262 w 1961376"/>
                <a:gd name="connsiteY5" fmla="*/ 8040807 h 8126413"/>
                <a:gd name="connsiteX6" fmla="*/ 1408596 w 1961376"/>
                <a:gd name="connsiteY6" fmla="*/ 7580412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711920 w 1961376"/>
                <a:gd name="connsiteY3" fmla="*/ 8126413 h 8126413"/>
                <a:gd name="connsiteX4" fmla="*/ 1660262 w 1961376"/>
                <a:gd name="connsiteY4" fmla="*/ 8040807 h 8126413"/>
                <a:gd name="connsiteX5" fmla="*/ 1408596 w 1961376"/>
                <a:gd name="connsiteY5" fmla="*/ 7580412 h 8126413"/>
                <a:gd name="connsiteX6" fmla="*/ 1238338 w 1961376"/>
                <a:gd name="connsiteY6" fmla="*/ 7238107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  <a:gd name="connsiteX15" fmla="*/ 0 w 1961376"/>
                <a:gd name="connsiteY15" fmla="*/ 0 h 8126413"/>
                <a:gd name="connsiteX0" fmla="*/ 1238338 w 1961376"/>
                <a:gd name="connsiteY0" fmla="*/ 7238107 h 8042571"/>
                <a:gd name="connsiteX1" fmla="*/ 1418610 w 1961376"/>
                <a:gd name="connsiteY1" fmla="*/ 7541200 h 8042571"/>
                <a:gd name="connsiteX2" fmla="*/ 1747530 w 1961376"/>
                <a:gd name="connsiteY2" fmla="*/ 8042571 h 8042571"/>
                <a:gd name="connsiteX3" fmla="*/ 1660262 w 1961376"/>
                <a:gd name="connsiteY3" fmla="*/ 8040807 h 8042571"/>
                <a:gd name="connsiteX4" fmla="*/ 1408596 w 1961376"/>
                <a:gd name="connsiteY4" fmla="*/ 7580412 h 8042571"/>
                <a:gd name="connsiteX5" fmla="*/ 1238338 w 1961376"/>
                <a:gd name="connsiteY5" fmla="*/ 7238107 h 8042571"/>
                <a:gd name="connsiteX6" fmla="*/ 0 w 1961376"/>
                <a:gd name="connsiteY6" fmla="*/ 0 h 8042571"/>
                <a:gd name="connsiteX7" fmla="*/ 1468346 w 1961376"/>
                <a:gd name="connsiteY7" fmla="*/ 0 h 8042571"/>
                <a:gd name="connsiteX8" fmla="*/ 1381094 w 1961376"/>
                <a:gd name="connsiteY8" fmla="*/ 592859 h 8042571"/>
                <a:gd name="connsiteX9" fmla="*/ 1862536 w 1961376"/>
                <a:gd name="connsiteY9" fmla="*/ 6651689 h 8042571"/>
                <a:gd name="connsiteX10" fmla="*/ 1961376 w 1961376"/>
                <a:gd name="connsiteY10" fmla="*/ 6909350 h 8042571"/>
                <a:gd name="connsiteX11" fmla="*/ 1917756 w 1961376"/>
                <a:gd name="connsiteY11" fmla="*/ 6821699 h 8042571"/>
                <a:gd name="connsiteX12" fmla="*/ 891366 w 1961376"/>
                <a:gd name="connsiteY12" fmla="*/ 1 h 8042571"/>
                <a:gd name="connsiteX13" fmla="*/ 0 w 1961376"/>
                <a:gd name="connsiteY13" fmla="*/ 1 h 8042571"/>
                <a:gd name="connsiteX14" fmla="*/ 0 w 1961376"/>
                <a:gd name="connsiteY14" fmla="*/ 0 h 8042571"/>
                <a:gd name="connsiteX0" fmla="*/ 1238338 w 1961376"/>
                <a:gd name="connsiteY0" fmla="*/ 7238107 h 8040807"/>
                <a:gd name="connsiteX1" fmla="*/ 1418610 w 1961376"/>
                <a:gd name="connsiteY1" fmla="*/ 7541200 h 8040807"/>
                <a:gd name="connsiteX2" fmla="*/ 1660262 w 1961376"/>
                <a:gd name="connsiteY2" fmla="*/ 8040807 h 8040807"/>
                <a:gd name="connsiteX3" fmla="*/ 1408596 w 1961376"/>
                <a:gd name="connsiteY3" fmla="*/ 7580412 h 8040807"/>
                <a:gd name="connsiteX4" fmla="*/ 1238338 w 1961376"/>
                <a:gd name="connsiteY4" fmla="*/ 7238107 h 8040807"/>
                <a:gd name="connsiteX5" fmla="*/ 0 w 1961376"/>
                <a:gd name="connsiteY5" fmla="*/ 0 h 8040807"/>
                <a:gd name="connsiteX6" fmla="*/ 1468346 w 1961376"/>
                <a:gd name="connsiteY6" fmla="*/ 0 h 8040807"/>
                <a:gd name="connsiteX7" fmla="*/ 1381094 w 1961376"/>
                <a:gd name="connsiteY7" fmla="*/ 592859 h 8040807"/>
                <a:gd name="connsiteX8" fmla="*/ 1862536 w 1961376"/>
                <a:gd name="connsiteY8" fmla="*/ 6651689 h 8040807"/>
                <a:gd name="connsiteX9" fmla="*/ 1961376 w 1961376"/>
                <a:gd name="connsiteY9" fmla="*/ 6909350 h 8040807"/>
                <a:gd name="connsiteX10" fmla="*/ 1917756 w 1961376"/>
                <a:gd name="connsiteY10" fmla="*/ 6821699 h 8040807"/>
                <a:gd name="connsiteX11" fmla="*/ 891366 w 1961376"/>
                <a:gd name="connsiteY11" fmla="*/ 1 h 8040807"/>
                <a:gd name="connsiteX12" fmla="*/ 0 w 1961376"/>
                <a:gd name="connsiteY12" fmla="*/ 1 h 8040807"/>
                <a:gd name="connsiteX13" fmla="*/ 0 w 1961376"/>
                <a:gd name="connsiteY13" fmla="*/ 0 h 8040807"/>
                <a:gd name="connsiteX0" fmla="*/ 1238338 w 1961376"/>
                <a:gd name="connsiteY0" fmla="*/ 7238107 h 7605404"/>
                <a:gd name="connsiteX1" fmla="*/ 1418610 w 1961376"/>
                <a:gd name="connsiteY1" fmla="*/ 7541200 h 7605404"/>
                <a:gd name="connsiteX2" fmla="*/ 1408596 w 1961376"/>
                <a:gd name="connsiteY2" fmla="*/ 7580412 h 7605404"/>
                <a:gd name="connsiteX3" fmla="*/ 1238338 w 1961376"/>
                <a:gd name="connsiteY3" fmla="*/ 7238107 h 7605404"/>
                <a:gd name="connsiteX4" fmla="*/ 0 w 1961376"/>
                <a:gd name="connsiteY4" fmla="*/ 0 h 7605404"/>
                <a:gd name="connsiteX5" fmla="*/ 1468346 w 1961376"/>
                <a:gd name="connsiteY5" fmla="*/ 0 h 7605404"/>
                <a:gd name="connsiteX6" fmla="*/ 1381094 w 1961376"/>
                <a:gd name="connsiteY6" fmla="*/ 592859 h 7605404"/>
                <a:gd name="connsiteX7" fmla="*/ 1862536 w 1961376"/>
                <a:gd name="connsiteY7" fmla="*/ 6651689 h 7605404"/>
                <a:gd name="connsiteX8" fmla="*/ 1961376 w 1961376"/>
                <a:gd name="connsiteY8" fmla="*/ 6909350 h 7605404"/>
                <a:gd name="connsiteX9" fmla="*/ 1917756 w 1961376"/>
                <a:gd name="connsiteY9" fmla="*/ 6821699 h 7605404"/>
                <a:gd name="connsiteX10" fmla="*/ 891366 w 1961376"/>
                <a:gd name="connsiteY10" fmla="*/ 1 h 7605404"/>
                <a:gd name="connsiteX11" fmla="*/ 0 w 1961376"/>
                <a:gd name="connsiteY11" fmla="*/ 1 h 7605404"/>
                <a:gd name="connsiteX12" fmla="*/ 0 w 1961376"/>
                <a:gd name="connsiteY12" fmla="*/ 0 h 7605404"/>
                <a:gd name="connsiteX0" fmla="*/ 1238338 w 1961376"/>
                <a:gd name="connsiteY0" fmla="*/ 7238107 h 7541200"/>
                <a:gd name="connsiteX1" fmla="*/ 1418610 w 1961376"/>
                <a:gd name="connsiteY1" fmla="*/ 7541200 h 7541200"/>
                <a:gd name="connsiteX2" fmla="*/ 1238338 w 1961376"/>
                <a:gd name="connsiteY2" fmla="*/ 7238107 h 7541200"/>
                <a:gd name="connsiteX3" fmla="*/ 0 w 1961376"/>
                <a:gd name="connsiteY3" fmla="*/ 0 h 7541200"/>
                <a:gd name="connsiteX4" fmla="*/ 1468346 w 1961376"/>
                <a:gd name="connsiteY4" fmla="*/ 0 h 7541200"/>
                <a:gd name="connsiteX5" fmla="*/ 1381094 w 1961376"/>
                <a:gd name="connsiteY5" fmla="*/ 592859 h 7541200"/>
                <a:gd name="connsiteX6" fmla="*/ 1862536 w 1961376"/>
                <a:gd name="connsiteY6" fmla="*/ 6651689 h 7541200"/>
                <a:gd name="connsiteX7" fmla="*/ 1961376 w 1961376"/>
                <a:gd name="connsiteY7" fmla="*/ 6909350 h 7541200"/>
                <a:gd name="connsiteX8" fmla="*/ 1917756 w 1961376"/>
                <a:gd name="connsiteY8" fmla="*/ 6821699 h 7541200"/>
                <a:gd name="connsiteX9" fmla="*/ 891366 w 1961376"/>
                <a:gd name="connsiteY9" fmla="*/ 1 h 7541200"/>
                <a:gd name="connsiteX10" fmla="*/ 0 w 1961376"/>
                <a:gd name="connsiteY10" fmla="*/ 1 h 7541200"/>
                <a:gd name="connsiteX11" fmla="*/ 0 w 1961376"/>
                <a:gd name="connsiteY11" fmla="*/ 0 h 7541200"/>
                <a:gd name="connsiteX0" fmla="*/ 0 w 1961376"/>
                <a:gd name="connsiteY0" fmla="*/ 0 h 6909350"/>
                <a:gd name="connsiteX1" fmla="*/ 1468346 w 1961376"/>
                <a:gd name="connsiteY1" fmla="*/ 0 h 6909350"/>
                <a:gd name="connsiteX2" fmla="*/ 1381094 w 1961376"/>
                <a:gd name="connsiteY2" fmla="*/ 592859 h 6909350"/>
                <a:gd name="connsiteX3" fmla="*/ 1862536 w 1961376"/>
                <a:gd name="connsiteY3" fmla="*/ 6651689 h 6909350"/>
                <a:gd name="connsiteX4" fmla="*/ 1961376 w 1961376"/>
                <a:gd name="connsiteY4" fmla="*/ 6909350 h 6909350"/>
                <a:gd name="connsiteX5" fmla="*/ 1917756 w 1961376"/>
                <a:gd name="connsiteY5" fmla="*/ 6821699 h 6909350"/>
                <a:gd name="connsiteX6" fmla="*/ 891366 w 1961376"/>
                <a:gd name="connsiteY6" fmla="*/ 1 h 6909350"/>
                <a:gd name="connsiteX7" fmla="*/ 0 w 1961376"/>
                <a:gd name="connsiteY7" fmla="*/ 1 h 6909350"/>
                <a:gd name="connsiteX8" fmla="*/ 0 w 1961376"/>
                <a:gd name="connsiteY8" fmla="*/ 0 h 6909350"/>
                <a:gd name="connsiteX0" fmla="*/ 0 w 1961376"/>
                <a:gd name="connsiteY0" fmla="*/ 1 h 6909350"/>
                <a:gd name="connsiteX1" fmla="*/ 1468346 w 1961376"/>
                <a:gd name="connsiteY1" fmla="*/ 0 h 6909350"/>
                <a:gd name="connsiteX2" fmla="*/ 1381094 w 1961376"/>
                <a:gd name="connsiteY2" fmla="*/ 592859 h 6909350"/>
                <a:gd name="connsiteX3" fmla="*/ 1862536 w 1961376"/>
                <a:gd name="connsiteY3" fmla="*/ 6651689 h 6909350"/>
                <a:gd name="connsiteX4" fmla="*/ 1961376 w 1961376"/>
                <a:gd name="connsiteY4" fmla="*/ 6909350 h 6909350"/>
                <a:gd name="connsiteX5" fmla="*/ 1917756 w 1961376"/>
                <a:gd name="connsiteY5" fmla="*/ 6821699 h 6909350"/>
                <a:gd name="connsiteX6" fmla="*/ 891366 w 1961376"/>
                <a:gd name="connsiteY6" fmla="*/ 1 h 6909350"/>
                <a:gd name="connsiteX7" fmla="*/ 0 w 1961376"/>
                <a:gd name="connsiteY7" fmla="*/ 1 h 6909350"/>
                <a:gd name="connsiteX0" fmla="*/ 60552 w 1130562"/>
                <a:gd name="connsiteY0" fmla="*/ 1 h 6909350"/>
                <a:gd name="connsiteX1" fmla="*/ 637532 w 1130562"/>
                <a:gd name="connsiteY1" fmla="*/ 0 h 6909350"/>
                <a:gd name="connsiteX2" fmla="*/ 550280 w 1130562"/>
                <a:gd name="connsiteY2" fmla="*/ 592859 h 6909350"/>
                <a:gd name="connsiteX3" fmla="*/ 1031722 w 1130562"/>
                <a:gd name="connsiteY3" fmla="*/ 6651689 h 6909350"/>
                <a:gd name="connsiteX4" fmla="*/ 1130562 w 1130562"/>
                <a:gd name="connsiteY4" fmla="*/ 6909350 h 6909350"/>
                <a:gd name="connsiteX5" fmla="*/ 1086942 w 1130562"/>
                <a:gd name="connsiteY5" fmla="*/ 6821699 h 6909350"/>
                <a:gd name="connsiteX6" fmla="*/ 60552 w 1130562"/>
                <a:gd name="connsiteY6" fmla="*/ 1 h 6909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0562" h="6909350">
                  <a:moveTo>
                    <a:pt x="60552" y="1"/>
                  </a:moveTo>
                  <a:lnTo>
                    <a:pt x="637532" y="0"/>
                  </a:lnTo>
                  <a:lnTo>
                    <a:pt x="550280" y="592859"/>
                  </a:lnTo>
                  <a:cubicBezTo>
                    <a:pt x="269722" y="2744208"/>
                    <a:pt x="373430" y="4806557"/>
                    <a:pt x="1031722" y="6651689"/>
                  </a:cubicBezTo>
                  <a:lnTo>
                    <a:pt x="1130562" y="6909350"/>
                  </a:lnTo>
                  <a:lnTo>
                    <a:pt x="1086942" y="6821699"/>
                  </a:lnTo>
                  <a:cubicBezTo>
                    <a:pt x="129432" y="4821868"/>
                    <a:pt x="-135714" y="2479292"/>
                    <a:pt x="60552" y="1"/>
                  </a:cubicBezTo>
                  <a:close/>
                </a:path>
              </a:pathLst>
            </a:cu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AFECFD9D-D80B-E729-3D73-6B4D0B71A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0030" y="429996"/>
            <a:ext cx="6361113" cy="1353932"/>
          </a:xfrm>
          <a:prstGeom prst="rect">
            <a:avLst/>
          </a:prstGeom>
        </p:spPr>
        <p:txBody>
          <a:bodyPr vert="horz" anchor="ctr"/>
          <a:lstStyle>
            <a:lvl1pPr marL="0" indent="0">
              <a:buFont typeface="+mj-lt"/>
              <a:buNone/>
              <a:defRPr sz="4000" b="1" i="0">
                <a:solidFill>
                  <a:srgbClr val="E304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8B09C02A-EB9C-81E2-8AE7-A8B07DF6A13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50030" y="1860513"/>
            <a:ext cx="6361113" cy="4299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r>
              <a:rPr lang="es-ES"/>
              <a:t> in </a:t>
            </a:r>
            <a:r>
              <a:rPr lang="es-ES" err="1"/>
              <a:t>the</a:t>
            </a:r>
            <a:r>
              <a:rPr lang="es-ES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28292085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076E593-EDFB-5F59-3E0F-E08D50F1B0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118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76E593-EDFB-5F59-3E0F-E08D50F1B0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776632B9-E61C-01A2-072E-F515ADA56474}"/>
              </a:ext>
            </a:extLst>
          </p:cNvPr>
          <p:cNvGrpSpPr/>
          <p:nvPr userDrawn="1"/>
        </p:nvGrpSpPr>
        <p:grpSpPr>
          <a:xfrm rot="5400000">
            <a:off x="-2769372" y="2769372"/>
            <a:ext cx="6858000" cy="1319256"/>
            <a:chOff x="1" y="9139325"/>
            <a:chExt cx="6843665" cy="2156963"/>
          </a:xfrm>
        </p:grpSpPr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AA8F5B0A-E5B8-11CC-D897-7F16B1A07E4A}"/>
                </a:ext>
              </a:extLst>
            </p:cNvPr>
            <p:cNvSpPr/>
            <p:nvPr userDrawn="1"/>
          </p:nvSpPr>
          <p:spPr>
            <a:xfrm rot="5400000">
              <a:off x="3274442" y="7082795"/>
              <a:ext cx="958750" cy="6179698"/>
            </a:xfrm>
            <a:custGeom>
              <a:avLst/>
              <a:gdLst>
                <a:gd name="connsiteX0" fmla="*/ 1238338 w 1961376"/>
                <a:gd name="connsiteY0" fmla="*/ 7238107 h 8126413"/>
                <a:gd name="connsiteX1" fmla="*/ 1418610 w 1961376"/>
                <a:gd name="connsiteY1" fmla="*/ 7541200 h 8126413"/>
                <a:gd name="connsiteX2" fmla="*/ 1747530 w 1961376"/>
                <a:gd name="connsiteY2" fmla="*/ 8042571 h 8126413"/>
                <a:gd name="connsiteX3" fmla="*/ 1808160 w 1961376"/>
                <a:gd name="connsiteY3" fmla="*/ 8126413 h 8126413"/>
                <a:gd name="connsiteX4" fmla="*/ 1711920 w 1961376"/>
                <a:gd name="connsiteY4" fmla="*/ 8126413 h 8126413"/>
                <a:gd name="connsiteX5" fmla="*/ 1660262 w 1961376"/>
                <a:gd name="connsiteY5" fmla="*/ 8040807 h 8126413"/>
                <a:gd name="connsiteX6" fmla="*/ 1408596 w 1961376"/>
                <a:gd name="connsiteY6" fmla="*/ 7580412 h 8126413"/>
                <a:gd name="connsiteX7" fmla="*/ 0 w 1961376"/>
                <a:gd name="connsiteY7" fmla="*/ 0 h 8126413"/>
                <a:gd name="connsiteX8" fmla="*/ 1468346 w 1961376"/>
                <a:gd name="connsiteY8" fmla="*/ 0 h 8126413"/>
                <a:gd name="connsiteX9" fmla="*/ 1381094 w 1961376"/>
                <a:gd name="connsiteY9" fmla="*/ 592859 h 8126413"/>
                <a:gd name="connsiteX10" fmla="*/ 1862536 w 1961376"/>
                <a:gd name="connsiteY10" fmla="*/ 6651689 h 8126413"/>
                <a:gd name="connsiteX11" fmla="*/ 1961376 w 1961376"/>
                <a:gd name="connsiteY11" fmla="*/ 6909350 h 8126413"/>
                <a:gd name="connsiteX12" fmla="*/ 1917756 w 1961376"/>
                <a:gd name="connsiteY12" fmla="*/ 6821699 h 8126413"/>
                <a:gd name="connsiteX13" fmla="*/ 891366 w 1961376"/>
                <a:gd name="connsiteY13" fmla="*/ 1 h 8126413"/>
                <a:gd name="connsiteX14" fmla="*/ 0 w 1961376"/>
                <a:gd name="connsiteY14" fmla="*/ 1 h 8126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61376" h="8126413">
                  <a:moveTo>
                    <a:pt x="1238338" y="7238107"/>
                  </a:moveTo>
                  <a:lnTo>
                    <a:pt x="1418610" y="7541200"/>
                  </a:lnTo>
                  <a:cubicBezTo>
                    <a:pt x="1524514" y="7710741"/>
                    <a:pt x="1634122" y="7877906"/>
                    <a:pt x="1747530" y="8042571"/>
                  </a:cubicBezTo>
                  <a:lnTo>
                    <a:pt x="1808160" y="8126413"/>
                  </a:lnTo>
                  <a:lnTo>
                    <a:pt x="1711920" y="8126413"/>
                  </a:lnTo>
                  <a:lnTo>
                    <a:pt x="1660262" y="8040807"/>
                  </a:lnTo>
                  <a:cubicBezTo>
                    <a:pt x="1573338" y="7888983"/>
                    <a:pt x="1489472" y="7735491"/>
                    <a:pt x="1408596" y="7580412"/>
                  </a:cubicBezTo>
                  <a:close/>
                  <a:moveTo>
                    <a:pt x="0" y="0"/>
                  </a:moveTo>
                  <a:lnTo>
                    <a:pt x="1468346" y="0"/>
                  </a:lnTo>
                  <a:lnTo>
                    <a:pt x="1381094" y="592859"/>
                  </a:lnTo>
                  <a:cubicBezTo>
                    <a:pt x="1100536" y="2744208"/>
                    <a:pt x="1204244" y="4806557"/>
                    <a:pt x="1862536" y="6651689"/>
                  </a:cubicBezTo>
                  <a:lnTo>
                    <a:pt x="1961376" y="6909350"/>
                  </a:lnTo>
                  <a:lnTo>
                    <a:pt x="1917756" y="6821699"/>
                  </a:lnTo>
                  <a:cubicBezTo>
                    <a:pt x="960246" y="4821868"/>
                    <a:pt x="695100" y="2479292"/>
                    <a:pt x="8913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EA5B0B"/>
                </a:gs>
                <a:gs pos="100000">
                  <a:srgbClr val="9C3700"/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4F3F16B4-0339-947C-2885-808030218B6F}"/>
                </a:ext>
              </a:extLst>
            </p:cNvPr>
            <p:cNvSpPr/>
            <p:nvPr userDrawn="1"/>
          </p:nvSpPr>
          <p:spPr>
            <a:xfrm rot="5400000">
              <a:off x="2343351" y="6795975"/>
              <a:ext cx="2156963" cy="6843663"/>
            </a:xfrm>
            <a:custGeom>
              <a:avLst/>
              <a:gdLst>
                <a:gd name="connsiteX0" fmla="*/ 0 w 2410188"/>
                <a:gd name="connsiteY0" fmla="*/ 0 h 8999538"/>
                <a:gd name="connsiteX1" fmla="*/ 1918964 w 2410188"/>
                <a:gd name="connsiteY1" fmla="*/ 8999538 h 8999538"/>
                <a:gd name="connsiteX2" fmla="*/ 2410189 w 2410188"/>
                <a:gd name="connsiteY2" fmla="*/ 8999538 h 8999538"/>
                <a:gd name="connsiteX3" fmla="*/ 1054352 w 2410188"/>
                <a:gd name="connsiteY3" fmla="*/ 0 h 8999538"/>
                <a:gd name="connsiteX4" fmla="*/ 0 w 2410188"/>
                <a:gd name="connsiteY4" fmla="*/ 0 h 899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0188" h="8999538">
                  <a:moveTo>
                    <a:pt x="0" y="0"/>
                  </a:moveTo>
                  <a:cubicBezTo>
                    <a:pt x="222082" y="3361984"/>
                    <a:pt x="791772" y="6533009"/>
                    <a:pt x="1918964" y="8999538"/>
                  </a:cubicBezTo>
                  <a:lnTo>
                    <a:pt x="2410189" y="8999538"/>
                  </a:lnTo>
                  <a:cubicBezTo>
                    <a:pt x="1243904" y="6634253"/>
                    <a:pt x="905203" y="3449448"/>
                    <a:pt x="1054352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18700"/>
                </a:gs>
                <a:gs pos="100000">
                  <a:srgbClr val="F9B000"/>
                </a:gs>
              </a:gsLst>
              <a:lin ang="5400000" scaled="0"/>
            </a:gradFill>
            <a:ln w="937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3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" name="Título 1">
            <a:extLst>
              <a:ext uri="{FF2B5EF4-FFF2-40B4-BE49-F238E27FC236}">
                <a16:creationId xmlns:a16="http://schemas.microsoft.com/office/drawing/2014/main" id="{BEA77ABE-4D91-F348-1367-5334D2029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0030" y="429996"/>
            <a:ext cx="6361113" cy="1353932"/>
          </a:xfrm>
          <a:prstGeom prst="rect">
            <a:avLst/>
          </a:prstGeom>
        </p:spPr>
        <p:txBody>
          <a:bodyPr vert="horz" anchor="ctr"/>
          <a:lstStyle>
            <a:lvl1pPr marL="0" indent="0">
              <a:buFont typeface="+mj-lt"/>
              <a:buNone/>
              <a:defRPr sz="4000" b="1" i="0">
                <a:solidFill>
                  <a:srgbClr val="E304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pattern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8763D9-D91F-6717-C560-1075D067459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50030" y="1860513"/>
            <a:ext cx="6361113" cy="4299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r>
              <a:rPr lang="es-ES"/>
              <a:t> </a:t>
            </a:r>
            <a:r>
              <a:rPr lang="es-ES" err="1"/>
              <a:t>the</a:t>
            </a:r>
            <a:r>
              <a:rPr lang="es-ES"/>
              <a:t>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r>
              <a:rPr lang="es-ES"/>
              <a:t> in </a:t>
            </a:r>
            <a:r>
              <a:rPr lang="es-ES" err="1"/>
              <a:t>the</a:t>
            </a:r>
            <a:r>
              <a:rPr lang="es-ES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19818653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4B4E2CE-B894-28D3-CD86-B64EA3BCBE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0655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B4E2CE-B894-28D3-CD86-B64EA3BCB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EE970A3-7CCD-E645-BC87-94CF0D19DCD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400675"/>
            <a:ext cx="12192000" cy="1457325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E645962-5793-C034-88A2-7A301B676B51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2023 Accenture. All rights reserved.</a:t>
            </a:r>
          </a:p>
        </p:txBody>
      </p:sp>
      <p:sp>
        <p:nvSpPr>
          <p:cNvPr id="6" name="Textfeld 42">
            <a:extLst>
              <a:ext uri="{FF2B5EF4-FFF2-40B4-BE49-F238E27FC236}">
                <a16:creationId xmlns:a16="http://schemas.microsoft.com/office/drawing/2014/main" id="{0F79FB4C-BDD8-181E-8F7C-7D633CFB89E2}"/>
              </a:ext>
            </a:extLst>
          </p:cNvPr>
          <p:cNvSpPr txBox="1"/>
          <p:nvPr userDrawn="1"/>
        </p:nvSpPr>
        <p:spPr>
          <a:xfrm>
            <a:off x="9880844" y="6571496"/>
            <a:ext cx="1944216" cy="1538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fld id="{BA5869E5-C163-4ADC-A227-4FC80EE659B7}" type="slidenum">
              <a:rPr lang="en-GB" sz="10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charset="0"/>
              </a:rPr>
              <a:pPr algn="r"/>
              <a:t>‹#›</a:t>
            </a:fld>
            <a:endParaRPr lang="en-GB" sz="1000" kern="120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22A52A0-C95E-3C8A-8982-5FF9BEACE7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122123"/>
            <a:ext cx="8856644" cy="53236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200" b="1" i="0" spc="-3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Page subheading Arial Bold</a:t>
            </a:r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D5D1FA5-46F5-9781-1964-C4C990B1B9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001"/>
            <a:ext cx="8856644" cy="53236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/>
            </a:lvl1pPr>
          </a:lstStyle>
          <a:p>
            <a:r>
              <a:rPr lang="en-GB"/>
              <a:t>Page title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6836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E719116-39CC-A073-5416-78AE8F4D61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4712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19116-39CC-A073-5416-78AE8F4D61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AE4D6EC-044E-D546-9BEF-C4ED743C763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51816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29AE5EFD-83BF-0D5B-0127-E6864C347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001"/>
            <a:ext cx="8856644" cy="53236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GB"/>
              <a:t>Page title Arial Bold</a:t>
            </a:r>
            <a:endParaRPr lang="en-US"/>
          </a:p>
        </p:txBody>
      </p:sp>
      <p:grpSp>
        <p:nvGrpSpPr>
          <p:cNvPr id="14" name="Grupo 10">
            <a:extLst>
              <a:ext uri="{FF2B5EF4-FFF2-40B4-BE49-F238E27FC236}">
                <a16:creationId xmlns:a16="http://schemas.microsoft.com/office/drawing/2014/main" id="{BAB63EB0-63CC-26A2-CD9B-7CD02E3E6410}"/>
              </a:ext>
            </a:extLst>
          </p:cNvPr>
          <p:cNvGrpSpPr/>
          <p:nvPr userDrawn="1"/>
        </p:nvGrpSpPr>
        <p:grpSpPr>
          <a:xfrm>
            <a:off x="9407443" y="248872"/>
            <a:ext cx="2524503" cy="664029"/>
            <a:chOff x="3648686" y="5570053"/>
            <a:chExt cx="3343507" cy="879455"/>
          </a:xfrm>
        </p:grpSpPr>
        <p:pic>
          <p:nvPicPr>
            <p:cNvPr id="15" name="Imagen 11">
              <a:extLst>
                <a:ext uri="{FF2B5EF4-FFF2-40B4-BE49-F238E27FC236}">
                  <a16:creationId xmlns:a16="http://schemas.microsoft.com/office/drawing/2014/main" id="{5B4A6F83-73F5-531D-946A-4C9E3389E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78292" y="5661471"/>
              <a:ext cx="1613901" cy="788037"/>
            </a:xfrm>
            <a:prstGeom prst="rect">
              <a:avLst/>
            </a:prstGeom>
          </p:spPr>
        </p:pic>
        <p:pic>
          <p:nvPicPr>
            <p:cNvPr id="16" name="Imagen 12">
              <a:extLst>
                <a:ext uri="{FF2B5EF4-FFF2-40B4-BE49-F238E27FC236}">
                  <a16:creationId xmlns:a16="http://schemas.microsoft.com/office/drawing/2014/main" id="{274FB7CC-4705-2E19-08A1-323C7303B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8686" y="5723301"/>
              <a:ext cx="1222183" cy="703681"/>
            </a:xfrm>
            <a:prstGeom prst="rect">
              <a:avLst/>
            </a:prstGeom>
          </p:spPr>
        </p:pic>
        <p:cxnSp>
          <p:nvCxnSpPr>
            <p:cNvPr id="17" name="Conector recto 13">
              <a:extLst>
                <a:ext uri="{FF2B5EF4-FFF2-40B4-BE49-F238E27FC236}">
                  <a16:creationId xmlns:a16="http://schemas.microsoft.com/office/drawing/2014/main" id="{AA0DF221-FFE0-12D3-4D31-F455EB9D0418}"/>
                </a:ext>
              </a:extLst>
            </p:cNvPr>
            <p:cNvCxnSpPr/>
            <p:nvPr/>
          </p:nvCxnSpPr>
          <p:spPr>
            <a:xfrm>
              <a:off x="5153406" y="5570053"/>
              <a:ext cx="0" cy="879455"/>
            </a:xfrm>
            <a:prstGeom prst="line">
              <a:avLst/>
            </a:prstGeom>
            <a:ln w="15875">
              <a:solidFill>
                <a:srgbClr val="E305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779E37-6015-DC2A-687E-C54F8B5AFF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122123"/>
            <a:ext cx="8856644" cy="53236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200" b="1" i="0" spc="-3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Page subheading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642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C1B67B-30BA-7F2C-1FDB-9079BC931E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67062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C1B67B-30BA-7F2C-1FDB-9079BC931E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BD9B8E3-9866-5D4E-93F8-B4D2E7871CF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95725"/>
            <a:ext cx="12192000" cy="29622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AB53FE-3BBE-2EE7-60EF-D7343BB45864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2023 Accenture. All rights reserved.</a:t>
            </a:r>
          </a:p>
        </p:txBody>
      </p:sp>
      <p:sp>
        <p:nvSpPr>
          <p:cNvPr id="6" name="Textfeld 42">
            <a:extLst>
              <a:ext uri="{FF2B5EF4-FFF2-40B4-BE49-F238E27FC236}">
                <a16:creationId xmlns:a16="http://schemas.microsoft.com/office/drawing/2014/main" id="{4DA3EFEF-767E-818B-D74B-D896581E7B62}"/>
              </a:ext>
            </a:extLst>
          </p:cNvPr>
          <p:cNvSpPr txBox="1"/>
          <p:nvPr userDrawn="1"/>
        </p:nvSpPr>
        <p:spPr>
          <a:xfrm>
            <a:off x="9880844" y="6571496"/>
            <a:ext cx="1944216" cy="1538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fld id="{BA5869E5-C163-4ADC-A227-4FC80EE659B7}" type="slidenum">
              <a:rPr lang="en-GB" sz="10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charset="0"/>
              </a:rPr>
              <a:pPr algn="r"/>
              <a:t>‹#›</a:t>
            </a:fld>
            <a:endParaRPr lang="en-GB" sz="1000" kern="120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E7D36867-BB41-FC5C-96BC-982B53F8F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001"/>
            <a:ext cx="8856644" cy="53236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GB"/>
              <a:t>Page title Arial Bold</a:t>
            </a:r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7819FA4-A8A4-37CF-2810-765C0F89CF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122123"/>
            <a:ext cx="8856644" cy="53236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200" b="1" i="0" spc="-3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Page subheading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34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6616CE40-D7DB-B757-24A7-BCC20D9893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92469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16CE40-D7DB-B757-24A7-BCC20D989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58EC296-9135-7B43-91CA-5DF65F749F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2886075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185ABB9A-980E-96DD-B93E-56D41AB8D2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001"/>
            <a:ext cx="8856644" cy="53236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GB"/>
              <a:t>Page title Arial Bold</a:t>
            </a:r>
            <a:endParaRPr lang="en-US"/>
          </a:p>
        </p:txBody>
      </p:sp>
      <p:grpSp>
        <p:nvGrpSpPr>
          <p:cNvPr id="14" name="Grupo 10">
            <a:extLst>
              <a:ext uri="{FF2B5EF4-FFF2-40B4-BE49-F238E27FC236}">
                <a16:creationId xmlns:a16="http://schemas.microsoft.com/office/drawing/2014/main" id="{F235EF10-ACDC-6F62-1156-189CB180A76C}"/>
              </a:ext>
            </a:extLst>
          </p:cNvPr>
          <p:cNvGrpSpPr/>
          <p:nvPr userDrawn="1"/>
        </p:nvGrpSpPr>
        <p:grpSpPr>
          <a:xfrm>
            <a:off x="9407443" y="248872"/>
            <a:ext cx="2524503" cy="664029"/>
            <a:chOff x="3648686" y="5570053"/>
            <a:chExt cx="3343507" cy="879455"/>
          </a:xfrm>
        </p:grpSpPr>
        <p:pic>
          <p:nvPicPr>
            <p:cNvPr id="15" name="Imagen 11">
              <a:extLst>
                <a:ext uri="{FF2B5EF4-FFF2-40B4-BE49-F238E27FC236}">
                  <a16:creationId xmlns:a16="http://schemas.microsoft.com/office/drawing/2014/main" id="{919C9288-BCBC-578A-15A7-F7765814B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78292" y="5661471"/>
              <a:ext cx="1613901" cy="788037"/>
            </a:xfrm>
            <a:prstGeom prst="rect">
              <a:avLst/>
            </a:prstGeom>
          </p:spPr>
        </p:pic>
        <p:pic>
          <p:nvPicPr>
            <p:cNvPr id="16" name="Imagen 12">
              <a:extLst>
                <a:ext uri="{FF2B5EF4-FFF2-40B4-BE49-F238E27FC236}">
                  <a16:creationId xmlns:a16="http://schemas.microsoft.com/office/drawing/2014/main" id="{4E10B8E8-184C-10B2-EA09-049BA2563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8686" y="5723301"/>
              <a:ext cx="1222183" cy="703681"/>
            </a:xfrm>
            <a:prstGeom prst="rect">
              <a:avLst/>
            </a:prstGeom>
          </p:spPr>
        </p:pic>
        <p:cxnSp>
          <p:nvCxnSpPr>
            <p:cNvPr id="17" name="Conector recto 13">
              <a:extLst>
                <a:ext uri="{FF2B5EF4-FFF2-40B4-BE49-F238E27FC236}">
                  <a16:creationId xmlns:a16="http://schemas.microsoft.com/office/drawing/2014/main" id="{1AD1F38B-0190-C894-F125-C5358C3972A5}"/>
                </a:ext>
              </a:extLst>
            </p:cNvPr>
            <p:cNvCxnSpPr/>
            <p:nvPr/>
          </p:nvCxnSpPr>
          <p:spPr>
            <a:xfrm>
              <a:off x="5153406" y="5570053"/>
              <a:ext cx="0" cy="879455"/>
            </a:xfrm>
            <a:prstGeom prst="line">
              <a:avLst/>
            </a:prstGeom>
            <a:ln w="15875">
              <a:solidFill>
                <a:srgbClr val="E305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06C04B9-FF72-D58B-6930-5D7A0B8CDE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122123"/>
            <a:ext cx="8856644" cy="53236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200" b="1" i="0" spc="-3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Page subheading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913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+ pictur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4DB6916-3E42-EA18-6E9D-B9A0E07FFE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693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DB6916-3E42-EA18-6E9D-B9A0E07FF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D91EB120-FDD2-884E-8BB9-930A960703A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FAB3696-10AD-C7BF-782D-0387DD103B75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2023 Accenture. All rights reserved.</a:t>
            </a:r>
          </a:p>
        </p:txBody>
      </p:sp>
      <p:sp>
        <p:nvSpPr>
          <p:cNvPr id="6" name="Textfeld 42">
            <a:extLst>
              <a:ext uri="{FF2B5EF4-FFF2-40B4-BE49-F238E27FC236}">
                <a16:creationId xmlns:a16="http://schemas.microsoft.com/office/drawing/2014/main" id="{B7BCEBB5-7623-DD7C-2F87-C267EF16BE25}"/>
              </a:ext>
            </a:extLst>
          </p:cNvPr>
          <p:cNvSpPr txBox="1"/>
          <p:nvPr userDrawn="1"/>
        </p:nvSpPr>
        <p:spPr>
          <a:xfrm>
            <a:off x="9880844" y="6571496"/>
            <a:ext cx="1944216" cy="1538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fld id="{BA5869E5-C163-4ADC-A227-4FC80EE659B7}" type="slidenum">
              <a:rPr lang="en-GB" sz="10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charset="0"/>
              </a:rPr>
              <a:pPr algn="r"/>
              <a:t>‹#›</a:t>
            </a:fld>
            <a:endParaRPr lang="en-GB" sz="1000" kern="120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Arial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D200DF14-5501-5B37-78C2-FD67F0845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0001"/>
            <a:ext cx="8856644" cy="53236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GB"/>
              <a:t>Page title Arial Bold</a:t>
            </a:r>
            <a:endParaRPr lang="en-US"/>
          </a:p>
        </p:txBody>
      </p:sp>
      <p:grpSp>
        <p:nvGrpSpPr>
          <p:cNvPr id="14" name="Grupo 10">
            <a:extLst>
              <a:ext uri="{FF2B5EF4-FFF2-40B4-BE49-F238E27FC236}">
                <a16:creationId xmlns:a16="http://schemas.microsoft.com/office/drawing/2014/main" id="{7ACA3B73-5A7B-518D-9D32-3BC5195AFA33}"/>
              </a:ext>
            </a:extLst>
          </p:cNvPr>
          <p:cNvGrpSpPr/>
          <p:nvPr userDrawn="1"/>
        </p:nvGrpSpPr>
        <p:grpSpPr>
          <a:xfrm>
            <a:off x="9407443" y="248872"/>
            <a:ext cx="2524503" cy="664029"/>
            <a:chOff x="3648686" y="5570053"/>
            <a:chExt cx="3343507" cy="879455"/>
          </a:xfrm>
        </p:grpSpPr>
        <p:pic>
          <p:nvPicPr>
            <p:cNvPr id="15" name="Imagen 11">
              <a:extLst>
                <a:ext uri="{FF2B5EF4-FFF2-40B4-BE49-F238E27FC236}">
                  <a16:creationId xmlns:a16="http://schemas.microsoft.com/office/drawing/2014/main" id="{27770887-0110-CF73-AB44-869A08B0B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78292" y="5661471"/>
              <a:ext cx="1613901" cy="788037"/>
            </a:xfrm>
            <a:prstGeom prst="rect">
              <a:avLst/>
            </a:prstGeom>
          </p:spPr>
        </p:pic>
        <p:pic>
          <p:nvPicPr>
            <p:cNvPr id="17" name="Imagen 12">
              <a:extLst>
                <a:ext uri="{FF2B5EF4-FFF2-40B4-BE49-F238E27FC236}">
                  <a16:creationId xmlns:a16="http://schemas.microsoft.com/office/drawing/2014/main" id="{AC946A36-98B5-C394-27B7-0F6FA4C69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48686" y="5723301"/>
              <a:ext cx="1222183" cy="703681"/>
            </a:xfrm>
            <a:prstGeom prst="rect">
              <a:avLst/>
            </a:prstGeom>
          </p:spPr>
        </p:pic>
        <p:cxnSp>
          <p:nvCxnSpPr>
            <p:cNvPr id="18" name="Conector recto 13">
              <a:extLst>
                <a:ext uri="{FF2B5EF4-FFF2-40B4-BE49-F238E27FC236}">
                  <a16:creationId xmlns:a16="http://schemas.microsoft.com/office/drawing/2014/main" id="{7951F0B8-2E4F-11CB-B735-745309FF3D55}"/>
                </a:ext>
              </a:extLst>
            </p:cNvPr>
            <p:cNvCxnSpPr/>
            <p:nvPr/>
          </p:nvCxnSpPr>
          <p:spPr>
            <a:xfrm>
              <a:off x="5153406" y="5570053"/>
              <a:ext cx="0" cy="879455"/>
            </a:xfrm>
            <a:prstGeom prst="line">
              <a:avLst/>
            </a:prstGeom>
            <a:ln w="15875">
              <a:solidFill>
                <a:srgbClr val="E305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FDC6A42-6C5E-99B8-C258-0462335A96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0999" y="1122123"/>
            <a:ext cx="8856644" cy="53236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200" b="1" i="0" spc="-3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Page subheading Arial Bold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29" Type="http://schemas.openxmlformats.org/officeDocument/2006/relationships/image" Target="../media/image11.emf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oleObject" Target="../embeddings/oleObject2.bin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31" Type="http://schemas.openxmlformats.org/officeDocument/2006/relationships/image" Target="../media/image13.emf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tags" Target="../tags/tag3.xml"/><Relationship Id="rId30" Type="http://schemas.openxmlformats.org/officeDocument/2006/relationships/image" Target="../media/image1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F9307B-FC7B-3E54-9E49-D40ECF962DAE}"/>
              </a:ext>
            </a:extLst>
          </p:cNvPr>
          <p:cNvPicPr>
            <a:picLocks noChangeAspect="1"/>
          </p:cNvPicPr>
          <p:nvPr userDrawn="1"/>
        </p:nvPicPr>
        <p:blipFill>
          <a:blip r:embed="rId53"/>
          <a:stretch>
            <a:fillRect/>
          </a:stretch>
        </p:blipFill>
        <p:spPr>
          <a:xfrm>
            <a:off x="11580914" y="6396039"/>
            <a:ext cx="246479" cy="24170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4033E-A642-14A7-CF65-E912AFE42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344906"/>
            <a:ext cx="11449050" cy="29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35BB9-B880-1B05-AAA8-C8C68001A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650" y="1327785"/>
            <a:ext cx="11449050" cy="44777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1B113-5431-C797-9E6D-FE9CA26B6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82824" y="6448603"/>
            <a:ext cx="954089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rgbClr val="240000"/>
                </a:solidFill>
              </a:defRPr>
            </a:lvl1pPr>
          </a:lstStyle>
          <a:p>
            <a:fld id="{795DCACA-1A84-4BAA-8566-5AD2CA40019E}" type="datetime1">
              <a:rPr lang="en-GB" smtClean="0"/>
              <a:pPr/>
              <a:t>05/09/2024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C8069-9167-F780-DDD1-63D3F5B29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89412" y="6448603"/>
            <a:ext cx="667861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rgbClr val="240000"/>
                </a:solidFill>
              </a:defRPr>
            </a:lvl1pPr>
          </a:lstStyle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AEB1B-D6DF-1A92-DA97-1C12CBBCB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1925" y="6448603"/>
            <a:ext cx="255587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71601069-1C7F-400C-A16D-D5720940094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8B0F02-8A64-184F-133B-BBFA949705A8}"/>
              </a:ext>
            </a:extLst>
          </p:cNvPr>
          <p:cNvPicPr>
            <a:picLocks noChangeAspect="1"/>
          </p:cNvPicPr>
          <p:nvPr userDrawn="1"/>
        </p:nvPicPr>
        <p:blipFill>
          <a:blip r:embed="rId54"/>
          <a:stretch>
            <a:fillRect/>
          </a:stretch>
        </p:blipFill>
        <p:spPr>
          <a:xfrm>
            <a:off x="366276" y="6390420"/>
            <a:ext cx="1324800" cy="245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D8BB23-E143-90D2-10BA-2760A9EAD6B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0975" y="6642100"/>
            <a:ext cx="11985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 - Internal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D48D6D1-97BB-89CE-9B5E-2BC11864E3B3}"/>
              </a:ext>
            </a:extLst>
          </p:cNvPr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-1278249" y="0"/>
            <a:ext cx="1258260" cy="3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2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  <p:sldLayoutId id="2147483744" r:id="rId32"/>
    <p:sldLayoutId id="2147483745" r:id="rId33"/>
    <p:sldLayoutId id="2147483746" r:id="rId34"/>
    <p:sldLayoutId id="2147483747" r:id="rId35"/>
    <p:sldLayoutId id="2147483748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  <p:sldLayoutId id="2147483756" r:id="rId44"/>
    <p:sldLayoutId id="2147483757" r:id="rId45"/>
    <p:sldLayoutId id="2147483758" r:id="rId46"/>
    <p:sldLayoutId id="2147483759" r:id="rId47"/>
    <p:sldLayoutId id="2147483760" r:id="rId48"/>
    <p:sldLayoutId id="2147483761" r:id="rId49"/>
    <p:sldLayoutId id="2147483762" r:id="rId50"/>
    <p:sldLayoutId id="2147483789" r:id="rId5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b="1" kern="1200" spc="-30" baseline="0">
          <a:solidFill>
            <a:srgbClr val="240000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200" kern="1200" spc="-20" baseline="0">
          <a:solidFill>
            <a:srgbClr val="240000"/>
          </a:solidFill>
          <a:latin typeface="+mn-lt"/>
          <a:ea typeface="+mn-ea"/>
          <a:cs typeface="+mn-cs"/>
        </a:defRPr>
      </a:lvl1pPr>
      <a:lvl2pPr marL="150813" indent="-150813" algn="l" defTabSz="914400" rtl="0" eaLnBrk="1" latinLnBrk="0" hangingPunct="1">
        <a:lnSpc>
          <a:spcPct val="100000"/>
        </a:lnSpc>
        <a:spcBef>
          <a:spcPts val="300"/>
        </a:spcBef>
        <a:buClr>
          <a:schemeClr val="tx1"/>
        </a:buClr>
        <a:buFont typeface="Arial" panose="020B0604020202020204" pitchFamily="34" charset="0"/>
        <a:buChar char="●"/>
        <a:defRPr sz="1200" kern="1200" spc="-20" baseline="0">
          <a:solidFill>
            <a:srgbClr val="240000"/>
          </a:solidFill>
          <a:latin typeface="+mn-lt"/>
          <a:ea typeface="+mn-ea"/>
          <a:cs typeface="+mn-cs"/>
        </a:defRPr>
      </a:lvl2pPr>
      <a:lvl3pPr marL="302400" indent="-151200" algn="l" defTabSz="914400" rtl="0" eaLnBrk="1" latinLnBrk="0" hangingPunct="1">
        <a:lnSpc>
          <a:spcPct val="100000"/>
        </a:lnSpc>
        <a:spcBef>
          <a:spcPts val="300"/>
        </a:spcBef>
        <a:buClr>
          <a:schemeClr val="tx1"/>
        </a:buClr>
        <a:buFont typeface="Arial" panose="020B0604020202020204" pitchFamily="34" charset="0"/>
        <a:buChar char="●"/>
        <a:tabLst/>
        <a:defRPr sz="1200" kern="1200" spc="-20" baseline="0">
          <a:solidFill>
            <a:srgbClr val="240000"/>
          </a:solidFill>
          <a:latin typeface="+mn-lt"/>
          <a:ea typeface="+mn-ea"/>
          <a:cs typeface="+mn-cs"/>
        </a:defRPr>
      </a:lvl3pPr>
      <a:lvl4pPr marL="453600" indent="-151200" algn="l" defTabSz="914400" rtl="0" eaLnBrk="1" latinLnBrk="0" hangingPunct="1">
        <a:lnSpc>
          <a:spcPct val="100000"/>
        </a:lnSpc>
        <a:spcBef>
          <a:spcPts val="300"/>
        </a:spcBef>
        <a:buClr>
          <a:schemeClr val="tx1"/>
        </a:buClr>
        <a:buFont typeface="Arial" panose="020B0604020202020204" pitchFamily="34" charset="0"/>
        <a:buChar char="●"/>
        <a:defRPr sz="1200" kern="1200" spc="-20" baseline="0">
          <a:solidFill>
            <a:srgbClr val="240000"/>
          </a:solidFill>
          <a:latin typeface="+mn-lt"/>
          <a:ea typeface="+mn-ea"/>
          <a:cs typeface="+mn-cs"/>
        </a:defRPr>
      </a:lvl4pPr>
      <a:lvl5pPr marL="604800" indent="-151200" algn="l" defTabSz="914400" rtl="0" eaLnBrk="1" latinLnBrk="0" hangingPunct="1">
        <a:lnSpc>
          <a:spcPct val="100000"/>
        </a:lnSpc>
        <a:spcBef>
          <a:spcPts val="300"/>
        </a:spcBef>
        <a:buClr>
          <a:schemeClr val="tx1"/>
        </a:buClr>
        <a:buFont typeface="Arial" panose="020B0604020202020204" pitchFamily="34" charset="0"/>
        <a:buChar char="●"/>
        <a:defRPr sz="1200" kern="1200" spc="-20" baseline="0">
          <a:solidFill>
            <a:srgbClr val="24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236">
          <p15:clr>
            <a:srgbClr val="F26B43"/>
          </p15:clr>
        </p15:guide>
        <p15:guide id="4" pos="7448">
          <p15:clr>
            <a:srgbClr val="F26B43"/>
          </p15:clr>
        </p15:guide>
        <p15:guide id="5" orient="horz" pos="241">
          <p15:clr>
            <a:srgbClr val="F26B43"/>
          </p15:clr>
        </p15:guide>
        <p15:guide id="6" orient="horz" pos="3966">
          <p15:clr>
            <a:srgbClr val="F26B43"/>
          </p15:clr>
        </p15:guide>
        <p15:guide id="7" pos="836">
          <p15:clr>
            <a:srgbClr val="A4A3A4"/>
          </p15:clr>
        </p15:guide>
        <p15:guide id="8" pos="1438">
          <p15:clr>
            <a:srgbClr val="A4A3A4"/>
          </p15:clr>
        </p15:guide>
        <p15:guide id="9" pos="2039">
          <p15:clr>
            <a:srgbClr val="A4A3A4"/>
          </p15:clr>
        </p15:guide>
        <p15:guide id="10" pos="2639">
          <p15:clr>
            <a:srgbClr val="A4A3A4"/>
          </p15:clr>
        </p15:guide>
        <p15:guide id="11" pos="3241">
          <p15:clr>
            <a:srgbClr val="A4A3A4"/>
          </p15:clr>
        </p15:guide>
        <p15:guide id="12" pos="4442">
          <p15:clr>
            <a:srgbClr val="A4A3A4"/>
          </p15:clr>
        </p15:guide>
        <p15:guide id="13" pos="5044">
          <p15:clr>
            <a:srgbClr val="A4A3A4"/>
          </p15:clr>
        </p15:guide>
        <p15:guide id="14" pos="5645">
          <p15:clr>
            <a:srgbClr val="A4A3A4"/>
          </p15:clr>
        </p15:guide>
        <p15:guide id="15" pos="6245">
          <p15:clr>
            <a:srgbClr val="A4A3A4"/>
          </p15:clr>
        </p15:guide>
        <p15:guide id="16" pos="6846">
          <p15:clr>
            <a:srgbClr val="A4A3A4"/>
          </p15:clr>
        </p15:guide>
        <p15:guide id="17" orient="horz" pos="2104">
          <p15:clr>
            <a:srgbClr val="F26B43"/>
          </p15:clr>
        </p15:guide>
        <p15:guide id="18" orient="horz" pos="1794">
          <p15:clr>
            <a:srgbClr val="A4A3A4"/>
          </p15:clr>
        </p15:guide>
        <p15:guide id="19" orient="horz" pos="1484">
          <p15:clr>
            <a:srgbClr val="A4A3A4"/>
          </p15:clr>
        </p15:guide>
        <p15:guide id="20" orient="horz" pos="1173">
          <p15:clr>
            <a:srgbClr val="A4A3A4"/>
          </p15:clr>
        </p15:guide>
        <p15:guide id="21" orient="horz" pos="861">
          <p15:clr>
            <a:srgbClr val="A4A3A4"/>
          </p15:clr>
        </p15:guide>
        <p15:guide id="22" orient="horz" pos="552">
          <p15:clr>
            <a:srgbClr val="A4A3A4"/>
          </p15:clr>
        </p15:guide>
        <p15:guide id="23" orient="horz" pos="2414">
          <p15:clr>
            <a:srgbClr val="A4A3A4"/>
          </p15:clr>
        </p15:guide>
        <p15:guide id="24" orient="horz" pos="2725">
          <p15:clr>
            <a:srgbClr val="A4A3A4"/>
          </p15:clr>
        </p15:guide>
        <p15:guide id="25" orient="horz" pos="3036">
          <p15:clr>
            <a:srgbClr val="A4A3A4"/>
          </p15:clr>
        </p15:guide>
        <p15:guide id="26" orient="horz" pos="3345">
          <p15:clr>
            <a:srgbClr val="A4A3A4"/>
          </p15:clr>
        </p15:guide>
        <p15:guide id="27" orient="horz" pos="3657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FCEDF32-1801-0C08-299A-334652E9E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220326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73" imgH="473" progId="TCLayout.ActiveDocument.1">
                  <p:embed/>
                </p:oleObj>
              </mc:Choice>
              <mc:Fallback>
                <p:oleObj name="think-cell Slide" r:id="rId28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EDF32-1801-0C08-299A-334652E9E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E5CE1-08C1-C743-BB75-9F8FD2E7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0001"/>
            <a:ext cx="8856644" cy="532366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GB"/>
              <a:t>Page title Arial Bold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830C4C7-B4CB-D449-9A80-7212F64DE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7" y="1800000"/>
            <a:ext cx="11113200" cy="432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59E86-D2CC-48C9-B635-00E15FF7273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0975" y="6539580"/>
            <a:ext cx="1371088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kumimoji="0" lang="en-GB" sz="10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Classification - Internal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597F56-F9A1-D957-58BA-60AAC309A46D}"/>
              </a:ext>
            </a:extLst>
          </p:cNvPr>
          <p:cNvCxnSpPr/>
          <p:nvPr userDrawn="1"/>
        </p:nvCxnSpPr>
        <p:spPr>
          <a:xfrm>
            <a:off x="-252640" y="1673414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384F6A-BCCA-94BE-011C-FE352E4262CC}"/>
              </a:ext>
            </a:extLst>
          </p:cNvPr>
          <p:cNvCxnSpPr/>
          <p:nvPr userDrawn="1"/>
        </p:nvCxnSpPr>
        <p:spPr>
          <a:xfrm>
            <a:off x="-252640" y="182996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B08159-7628-ECC3-1C64-04AEC741C82D}"/>
              </a:ext>
            </a:extLst>
          </p:cNvPr>
          <p:cNvSpPr txBox="1"/>
          <p:nvPr userDrawn="1"/>
        </p:nvSpPr>
        <p:spPr>
          <a:xfrm>
            <a:off x="-1980884" y="1878613"/>
            <a:ext cx="1778865" cy="22254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>
                <a:latin typeface="+mn-lt"/>
              </a:rPr>
              <a:t>Upper Guide Content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BB4B00-89F9-CEE9-41C2-EB87638B4004}"/>
              </a:ext>
            </a:extLst>
          </p:cNvPr>
          <p:cNvGrpSpPr/>
          <p:nvPr userDrawn="1"/>
        </p:nvGrpSpPr>
        <p:grpSpPr>
          <a:xfrm>
            <a:off x="-1860720" y="5381461"/>
            <a:ext cx="1716000" cy="180000"/>
            <a:chOff x="-1860720" y="2978976"/>
            <a:chExt cx="1716000" cy="180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106C2-FF69-D95B-E820-7704F4AB4033}"/>
                </a:ext>
              </a:extLst>
            </p:cNvPr>
            <p:cNvSpPr txBox="1"/>
            <p:nvPr userDrawn="1"/>
          </p:nvSpPr>
          <p:spPr>
            <a:xfrm>
              <a:off x="-1860720" y="2978976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EC24D8-9921-E289-BCF8-4EF41DA5FB97}"/>
                </a:ext>
              </a:extLst>
            </p:cNvPr>
            <p:cNvSpPr/>
            <p:nvPr userDrawn="1"/>
          </p:nvSpPr>
          <p:spPr bwMode="gray">
            <a:xfrm>
              <a:off x="-324720" y="2978976"/>
              <a:ext cx="180000" cy="180000"/>
            </a:xfrm>
            <a:prstGeom prst="rect">
              <a:avLst/>
            </a:prstGeom>
            <a:solidFill>
              <a:srgbClr val="4E0D45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279BCAE-1532-40ED-AFF9-B67294AE3696}"/>
              </a:ext>
            </a:extLst>
          </p:cNvPr>
          <p:cNvGrpSpPr/>
          <p:nvPr userDrawn="1"/>
        </p:nvGrpSpPr>
        <p:grpSpPr>
          <a:xfrm>
            <a:off x="-1860720" y="4940034"/>
            <a:ext cx="1716000" cy="180000"/>
            <a:chOff x="-1860720" y="2550313"/>
            <a:chExt cx="1716000" cy="1800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1ADB04-C86E-1803-3FE4-F43E760E3ADE}"/>
                </a:ext>
              </a:extLst>
            </p:cNvPr>
            <p:cNvSpPr txBox="1"/>
            <p:nvPr userDrawn="1"/>
          </p:nvSpPr>
          <p:spPr>
            <a:xfrm>
              <a:off x="-1860720" y="2550313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EF1B6DA-E2B8-C3B8-21F5-A00D8600FA10}"/>
                </a:ext>
              </a:extLst>
            </p:cNvPr>
            <p:cNvSpPr/>
            <p:nvPr userDrawn="1"/>
          </p:nvSpPr>
          <p:spPr bwMode="gray">
            <a:xfrm>
              <a:off x="-324720" y="2550313"/>
              <a:ext cx="180000" cy="180000"/>
            </a:xfrm>
            <a:prstGeom prst="rect">
              <a:avLst/>
            </a:prstGeom>
            <a:solidFill>
              <a:srgbClr val="A8113E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2C8110-13AF-E7B6-87D6-84925D295C6E}"/>
              </a:ext>
            </a:extLst>
          </p:cNvPr>
          <p:cNvGrpSpPr/>
          <p:nvPr userDrawn="1"/>
        </p:nvGrpSpPr>
        <p:grpSpPr>
          <a:xfrm>
            <a:off x="-1860720" y="5160749"/>
            <a:ext cx="1716000" cy="180000"/>
            <a:chOff x="-1860720" y="2764644"/>
            <a:chExt cx="1716000" cy="180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F37A897-7379-BC65-88B8-6BF5F5027320}"/>
                </a:ext>
              </a:extLst>
            </p:cNvPr>
            <p:cNvSpPr/>
            <p:nvPr userDrawn="1"/>
          </p:nvSpPr>
          <p:spPr bwMode="gray">
            <a:xfrm>
              <a:off x="-324720" y="2764644"/>
              <a:ext cx="180000" cy="180000"/>
            </a:xfrm>
            <a:prstGeom prst="rect">
              <a:avLst/>
            </a:prstGeom>
            <a:solidFill>
              <a:srgbClr val="76154C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31C4EE-D306-D338-46A1-614691949728}"/>
                </a:ext>
              </a:extLst>
            </p:cNvPr>
            <p:cNvSpPr txBox="1"/>
            <p:nvPr userDrawn="1"/>
          </p:nvSpPr>
          <p:spPr>
            <a:xfrm>
              <a:off x="-1860720" y="2764644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2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3BED2DD-6A0E-38FA-E5B1-2BBEB91E6AC2}"/>
              </a:ext>
            </a:extLst>
          </p:cNvPr>
          <p:cNvSpPr txBox="1"/>
          <p:nvPr userDrawn="1"/>
        </p:nvSpPr>
        <p:spPr>
          <a:xfrm>
            <a:off x="-2100884" y="1510032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>
                <a:latin typeface="+mn-lt"/>
              </a:rPr>
              <a:t>Headline Line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2713A1-4942-9E4D-3DED-67FB6A2F70FF}"/>
              </a:ext>
            </a:extLst>
          </p:cNvPr>
          <p:cNvCxnSpPr/>
          <p:nvPr userDrawn="1"/>
        </p:nvCxnSpPr>
        <p:spPr>
          <a:xfrm>
            <a:off x="-272960" y="65151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5D7D6B-0AB3-5E9B-6B24-54EB8F5E5FE6}"/>
              </a:ext>
            </a:extLst>
          </p:cNvPr>
          <p:cNvSpPr txBox="1"/>
          <p:nvPr userDrawn="1"/>
        </p:nvSpPr>
        <p:spPr>
          <a:xfrm>
            <a:off x="-1920720" y="6601618"/>
            <a:ext cx="177600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>
                <a:latin typeface="+mn-lt"/>
              </a:rPr>
              <a:t>Footer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8A8D96-CCE0-1D1D-87C5-89335922A323}"/>
              </a:ext>
            </a:extLst>
          </p:cNvPr>
          <p:cNvCxnSpPr/>
          <p:nvPr userDrawn="1"/>
        </p:nvCxnSpPr>
        <p:spPr>
          <a:xfrm>
            <a:off x="-249485" y="3429000"/>
            <a:ext cx="18288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3E9AA0D-B3AF-77C2-4E58-1E6BF883F66E}"/>
              </a:ext>
            </a:extLst>
          </p:cNvPr>
          <p:cNvSpPr txBox="1"/>
          <p:nvPr userDrawn="1"/>
        </p:nvSpPr>
        <p:spPr>
          <a:xfrm>
            <a:off x="-1406556" y="3229257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r>
              <a:rPr lang="en-US" sz="1000">
                <a:latin typeface="+mn-lt"/>
              </a:rPr>
              <a:t>Center Type Area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1B92-86DE-99BA-12A3-501A538B1713}"/>
              </a:ext>
            </a:extLst>
          </p:cNvPr>
          <p:cNvGrpSpPr/>
          <p:nvPr userDrawn="1"/>
        </p:nvGrpSpPr>
        <p:grpSpPr>
          <a:xfrm>
            <a:off x="-1860720" y="4719319"/>
            <a:ext cx="1716000" cy="180000"/>
            <a:chOff x="-1860720" y="2350483"/>
            <a:chExt cx="1716000" cy="18000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BE3AAE-D943-5656-DAFC-DF71ED702C7E}"/>
                </a:ext>
              </a:extLst>
            </p:cNvPr>
            <p:cNvSpPr txBox="1"/>
            <p:nvPr userDrawn="1"/>
          </p:nvSpPr>
          <p:spPr>
            <a:xfrm>
              <a:off x="-1860720" y="2350483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4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31FF448-1F65-79DD-E560-BF0B3DD56D06}"/>
                </a:ext>
              </a:extLst>
            </p:cNvPr>
            <p:cNvSpPr/>
            <p:nvPr userDrawn="1"/>
          </p:nvSpPr>
          <p:spPr bwMode="gray">
            <a:xfrm>
              <a:off x="-324720" y="2350483"/>
              <a:ext cx="180000" cy="180000"/>
            </a:xfrm>
            <a:prstGeom prst="rect">
              <a:avLst/>
            </a:prstGeom>
            <a:solidFill>
              <a:srgbClr val="E30513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A7C9D1-79AF-9DD1-5D55-7D690CB5DDAA}"/>
              </a:ext>
            </a:extLst>
          </p:cNvPr>
          <p:cNvGrpSpPr/>
          <p:nvPr userDrawn="1"/>
        </p:nvGrpSpPr>
        <p:grpSpPr>
          <a:xfrm>
            <a:off x="-1860720" y="4498604"/>
            <a:ext cx="1716000" cy="180000"/>
            <a:chOff x="-1860720" y="2141992"/>
            <a:chExt cx="1716000" cy="1800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E8CAC6-ABD9-E01A-9C8D-22C638828FBC}"/>
                </a:ext>
              </a:extLst>
            </p:cNvPr>
            <p:cNvSpPr txBox="1"/>
            <p:nvPr userDrawn="1"/>
          </p:nvSpPr>
          <p:spPr>
            <a:xfrm>
              <a:off x="-1860720" y="2141992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A0BE49-2665-094D-5A14-36D2E96AF61D}"/>
                </a:ext>
              </a:extLst>
            </p:cNvPr>
            <p:cNvSpPr/>
            <p:nvPr userDrawn="1"/>
          </p:nvSpPr>
          <p:spPr bwMode="gray">
            <a:xfrm>
              <a:off x="-324720" y="2141992"/>
              <a:ext cx="180000" cy="180000"/>
            </a:xfrm>
            <a:prstGeom prst="rect">
              <a:avLst/>
            </a:prstGeom>
            <a:solidFill>
              <a:srgbClr val="F45A05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B85D6D-DC06-D083-B8C4-107E35550481}"/>
              </a:ext>
            </a:extLst>
          </p:cNvPr>
          <p:cNvGrpSpPr/>
          <p:nvPr userDrawn="1"/>
        </p:nvGrpSpPr>
        <p:grpSpPr>
          <a:xfrm>
            <a:off x="-1860720" y="2784562"/>
            <a:ext cx="1716000" cy="180000"/>
            <a:chOff x="-1860720" y="2550313"/>
            <a:chExt cx="1716000" cy="18000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352B11-5C4F-63D5-9676-73D8B4200762}"/>
                </a:ext>
              </a:extLst>
            </p:cNvPr>
            <p:cNvSpPr txBox="1"/>
            <p:nvPr userDrawn="1"/>
          </p:nvSpPr>
          <p:spPr>
            <a:xfrm>
              <a:off x="-1860720" y="2550313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Grey 2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FB11FC3-2020-BD62-F763-E4F687B1DEF3}"/>
                </a:ext>
              </a:extLst>
            </p:cNvPr>
            <p:cNvSpPr/>
            <p:nvPr userDrawn="1"/>
          </p:nvSpPr>
          <p:spPr bwMode="gray">
            <a:xfrm>
              <a:off x="-324720" y="2550313"/>
              <a:ext cx="180000" cy="180000"/>
            </a:xfrm>
            <a:prstGeom prst="rect">
              <a:avLst/>
            </a:prstGeom>
            <a:solidFill>
              <a:srgbClr val="969696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E36B56-32BC-78F4-7744-614CE4AC61A7}"/>
              </a:ext>
            </a:extLst>
          </p:cNvPr>
          <p:cNvGrpSpPr/>
          <p:nvPr userDrawn="1"/>
        </p:nvGrpSpPr>
        <p:grpSpPr>
          <a:xfrm>
            <a:off x="-1860720" y="3002578"/>
            <a:ext cx="1716000" cy="180000"/>
            <a:chOff x="-1860720" y="2764644"/>
            <a:chExt cx="1716000" cy="180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60B5CC5-15BF-FFAB-74BD-7F7E3525F5A0}"/>
                </a:ext>
              </a:extLst>
            </p:cNvPr>
            <p:cNvSpPr/>
            <p:nvPr userDrawn="1"/>
          </p:nvSpPr>
          <p:spPr bwMode="gray">
            <a:xfrm>
              <a:off x="-324720" y="2764644"/>
              <a:ext cx="180000" cy="180000"/>
            </a:xfrm>
            <a:prstGeom prst="rect">
              <a:avLst/>
            </a:prstGeom>
            <a:solidFill>
              <a:srgbClr val="5A5A5A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5448CD-99D4-2372-D72B-F717A4141FF4}"/>
                </a:ext>
              </a:extLst>
            </p:cNvPr>
            <p:cNvSpPr txBox="1"/>
            <p:nvPr userDrawn="1"/>
          </p:nvSpPr>
          <p:spPr>
            <a:xfrm>
              <a:off x="-1860720" y="2764644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Grey 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DB45AC1-AC5A-1331-5B54-5FF3ACC53030}"/>
              </a:ext>
            </a:extLst>
          </p:cNvPr>
          <p:cNvGrpSpPr/>
          <p:nvPr userDrawn="1"/>
        </p:nvGrpSpPr>
        <p:grpSpPr>
          <a:xfrm>
            <a:off x="-1860720" y="2566546"/>
            <a:ext cx="1716000" cy="180000"/>
            <a:chOff x="-1860720" y="2350483"/>
            <a:chExt cx="1716000" cy="18000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515665-CDC9-713F-353E-5CC0DA07C3DF}"/>
                </a:ext>
              </a:extLst>
            </p:cNvPr>
            <p:cNvSpPr txBox="1"/>
            <p:nvPr userDrawn="1"/>
          </p:nvSpPr>
          <p:spPr>
            <a:xfrm>
              <a:off x="-1860720" y="2350483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Grey 3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600A717-62DE-A01F-F2BE-C01167805342}"/>
                </a:ext>
              </a:extLst>
            </p:cNvPr>
            <p:cNvSpPr/>
            <p:nvPr userDrawn="1"/>
          </p:nvSpPr>
          <p:spPr bwMode="gray">
            <a:xfrm>
              <a:off x="-324720" y="2350483"/>
              <a:ext cx="180000" cy="180000"/>
            </a:xfrm>
            <a:prstGeom prst="rect">
              <a:avLst/>
            </a:prstGeom>
            <a:solidFill>
              <a:srgbClr val="BEBEBE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C8B2FF2-F690-88BD-167E-DE15A92F2BDD}"/>
              </a:ext>
            </a:extLst>
          </p:cNvPr>
          <p:cNvGrpSpPr/>
          <p:nvPr userDrawn="1"/>
        </p:nvGrpSpPr>
        <p:grpSpPr>
          <a:xfrm>
            <a:off x="-1860720" y="2126581"/>
            <a:ext cx="1716000" cy="180000"/>
            <a:chOff x="-1860720" y="2141992"/>
            <a:chExt cx="1716000" cy="18000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5849363-9679-2AE2-1A5C-52D7CA5B9123}"/>
                </a:ext>
              </a:extLst>
            </p:cNvPr>
            <p:cNvSpPr txBox="1"/>
            <p:nvPr userDrawn="1"/>
          </p:nvSpPr>
          <p:spPr>
            <a:xfrm>
              <a:off x="-1860720" y="2141992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Black (Text)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82E2986-EBC9-65CE-2A88-1276015C6E5E}"/>
                </a:ext>
              </a:extLst>
            </p:cNvPr>
            <p:cNvSpPr/>
            <p:nvPr userDrawn="1"/>
          </p:nvSpPr>
          <p:spPr bwMode="gray">
            <a:xfrm>
              <a:off x="-324720" y="2141992"/>
              <a:ext cx="180000" cy="18000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5A2C6AF1-F5C9-DC71-0BCD-004777B4678C}"/>
              </a:ext>
            </a:extLst>
          </p:cNvPr>
          <p:cNvSpPr txBox="1"/>
          <p:nvPr userDrawn="1"/>
        </p:nvSpPr>
        <p:spPr>
          <a:xfrm>
            <a:off x="420713" y="-233053"/>
            <a:ext cx="1871812" cy="127639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r>
              <a:rPr lang="en-US" sz="1000">
                <a:latin typeface="+mn-lt"/>
              </a:rPr>
              <a:t>Begin Content</a:t>
            </a:r>
            <a:r>
              <a:rPr lang="en-US" sz="1000" baseline="0">
                <a:latin typeface="+mn-lt"/>
              </a:rPr>
              <a:t> </a:t>
            </a:r>
            <a:r>
              <a:rPr lang="en-US" sz="1000">
                <a:latin typeface="+mn-lt"/>
              </a:rPr>
              <a:t>Area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F202BA-4325-ECFA-A917-2C70FC5560F9}"/>
              </a:ext>
            </a:extLst>
          </p:cNvPr>
          <p:cNvSpPr txBox="1"/>
          <p:nvPr userDrawn="1"/>
        </p:nvSpPr>
        <p:spPr>
          <a:xfrm>
            <a:off x="10028974" y="-222232"/>
            <a:ext cx="1827269" cy="144000"/>
          </a:xfrm>
          <a:prstGeom prst="rect">
            <a:avLst/>
          </a:prstGeom>
          <a:noFill/>
        </p:spPr>
        <p:txBody>
          <a:bodyPr wrap="square" lIns="0" tIns="0" rIns="88615" bIns="0" rtlCol="0" anchor="ctr">
            <a:noAutofit/>
          </a:bodyPr>
          <a:lstStyle/>
          <a:p>
            <a:pPr algn="r"/>
            <a:r>
              <a:rPr lang="en-US" sz="1000">
                <a:latin typeface="+mn-lt"/>
              </a:rPr>
              <a:t>End Content Area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B8B321-4364-B916-90D6-5AC3F8E4DB63}"/>
              </a:ext>
            </a:extLst>
          </p:cNvPr>
          <p:cNvSpPr txBox="1"/>
          <p:nvPr userDrawn="1"/>
        </p:nvSpPr>
        <p:spPr>
          <a:xfrm>
            <a:off x="6107205" y="-222232"/>
            <a:ext cx="1827269" cy="144000"/>
          </a:xfrm>
          <a:prstGeom prst="rect">
            <a:avLst/>
          </a:prstGeom>
          <a:noFill/>
        </p:spPr>
        <p:txBody>
          <a:bodyPr wrap="square" lIns="88615" tIns="0" rIns="0" bIns="0" rtlCol="0" anchor="ctr">
            <a:noAutofit/>
          </a:bodyPr>
          <a:lstStyle/>
          <a:p>
            <a:r>
              <a:rPr lang="en-US" sz="1000">
                <a:latin typeface="+mn-lt"/>
              </a:rPr>
              <a:t>Center Type Area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46F7738-B7A5-EA22-69A7-8DA34F7D6394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6DB7847-2E2F-3DD9-CC75-F99D1AF37EC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-195414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E98D9D4-CFE8-A162-5509-FBC5471BCE9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825060" y="-198712"/>
            <a:ext cx="0" cy="1800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9567B3A-FA8A-CD70-AD41-A104D59B61C5}"/>
              </a:ext>
            </a:extLst>
          </p:cNvPr>
          <p:cNvGrpSpPr/>
          <p:nvPr userDrawn="1"/>
        </p:nvGrpSpPr>
        <p:grpSpPr>
          <a:xfrm>
            <a:off x="-1860720" y="4277889"/>
            <a:ext cx="1716000" cy="180000"/>
            <a:chOff x="-1860720" y="2141992"/>
            <a:chExt cx="1716000" cy="18000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23B4608-C450-BD88-367E-1FB88B7543B8}"/>
                </a:ext>
              </a:extLst>
            </p:cNvPr>
            <p:cNvSpPr txBox="1"/>
            <p:nvPr userDrawn="1"/>
          </p:nvSpPr>
          <p:spPr>
            <a:xfrm>
              <a:off x="-1860720" y="2141992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327FD27-EBCC-8DFC-347A-3B8532472420}"/>
                </a:ext>
              </a:extLst>
            </p:cNvPr>
            <p:cNvSpPr/>
            <p:nvPr userDrawn="1"/>
          </p:nvSpPr>
          <p:spPr bwMode="gray">
            <a:xfrm>
              <a:off x="-324720" y="2141992"/>
              <a:ext cx="180000" cy="180000"/>
            </a:xfrm>
            <a:prstGeom prst="rect">
              <a:avLst/>
            </a:prstGeom>
            <a:solidFill>
              <a:srgbClr val="F48700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9DDB4E3-0DE0-EE3D-2874-2F4B2A24D0C1}"/>
              </a:ext>
            </a:extLst>
          </p:cNvPr>
          <p:cNvGrpSpPr/>
          <p:nvPr userDrawn="1"/>
        </p:nvGrpSpPr>
        <p:grpSpPr>
          <a:xfrm>
            <a:off x="-1860720" y="4057174"/>
            <a:ext cx="1716000" cy="180000"/>
            <a:chOff x="-1860720" y="2141992"/>
            <a:chExt cx="1716000" cy="18000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389C404-A024-DFDF-F3DF-33B359D2057A}"/>
                </a:ext>
              </a:extLst>
            </p:cNvPr>
            <p:cNvSpPr txBox="1"/>
            <p:nvPr userDrawn="1"/>
          </p:nvSpPr>
          <p:spPr>
            <a:xfrm>
              <a:off x="-1860720" y="2141992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82E99E1-35C0-999B-6966-FFF5279C95CC}"/>
                </a:ext>
              </a:extLst>
            </p:cNvPr>
            <p:cNvSpPr/>
            <p:nvPr userDrawn="1"/>
          </p:nvSpPr>
          <p:spPr bwMode="gray">
            <a:xfrm>
              <a:off x="-324720" y="2141992"/>
              <a:ext cx="180000" cy="180000"/>
            </a:xfrm>
            <a:prstGeom prst="rect">
              <a:avLst/>
            </a:prstGeom>
            <a:solidFill>
              <a:srgbClr val="F4AF00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90C5919-78AB-E98C-8B57-1C6D9228586A}"/>
              </a:ext>
            </a:extLst>
          </p:cNvPr>
          <p:cNvGrpSpPr/>
          <p:nvPr userDrawn="1"/>
        </p:nvGrpSpPr>
        <p:grpSpPr>
          <a:xfrm>
            <a:off x="-1860720" y="3836459"/>
            <a:ext cx="1716000" cy="180000"/>
            <a:chOff x="-1860720" y="2141992"/>
            <a:chExt cx="1716000" cy="180000"/>
          </a:xfrm>
          <a:solidFill>
            <a:srgbClr val="FFFFFF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B2F60C0-EE1D-20D0-D840-7D57C61C96B3}"/>
                </a:ext>
              </a:extLst>
            </p:cNvPr>
            <p:cNvSpPr txBox="1"/>
            <p:nvPr userDrawn="1"/>
          </p:nvSpPr>
          <p:spPr>
            <a:xfrm>
              <a:off x="-1860720" y="2141992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8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4B14086-9564-B02A-F192-38C5F2D13864}"/>
                </a:ext>
              </a:extLst>
            </p:cNvPr>
            <p:cNvSpPr/>
            <p:nvPr userDrawn="1"/>
          </p:nvSpPr>
          <p:spPr bwMode="gray">
            <a:xfrm>
              <a:off x="-324720" y="2141992"/>
              <a:ext cx="180000" cy="180000"/>
            </a:xfrm>
            <a:prstGeom prst="rect">
              <a:avLst/>
            </a:prstGeom>
            <a:solidFill>
              <a:srgbClr val="FF8F8F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C3F9E30-D4C7-5326-949D-0E950EFF5FB9}"/>
              </a:ext>
            </a:extLst>
          </p:cNvPr>
          <p:cNvGrpSpPr/>
          <p:nvPr userDrawn="1"/>
        </p:nvGrpSpPr>
        <p:grpSpPr>
          <a:xfrm>
            <a:off x="-1860720" y="3615744"/>
            <a:ext cx="1716000" cy="180000"/>
            <a:chOff x="-1860720" y="2141992"/>
            <a:chExt cx="1716000" cy="18000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ECE358F-EC4E-4D10-B49C-9F1CD29ACF8D}"/>
                </a:ext>
              </a:extLst>
            </p:cNvPr>
            <p:cNvSpPr txBox="1"/>
            <p:nvPr userDrawn="1"/>
          </p:nvSpPr>
          <p:spPr>
            <a:xfrm>
              <a:off x="-1860720" y="2141992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Color 9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463567E-DB72-9F98-7AC3-9C72B10D084A}"/>
                </a:ext>
              </a:extLst>
            </p:cNvPr>
            <p:cNvSpPr/>
            <p:nvPr userDrawn="1"/>
          </p:nvSpPr>
          <p:spPr bwMode="gray">
            <a:xfrm>
              <a:off x="-324720" y="2141992"/>
              <a:ext cx="180000" cy="180000"/>
            </a:xfrm>
            <a:prstGeom prst="rect">
              <a:avLst/>
            </a:prstGeom>
            <a:solidFill>
              <a:srgbClr val="FFD1D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  <p:sp>
        <p:nvSpPr>
          <p:cNvPr id="87" name="Footer Placeholder 1">
            <a:extLst>
              <a:ext uri="{FF2B5EF4-FFF2-40B4-BE49-F238E27FC236}">
                <a16:creationId xmlns:a16="http://schemas.microsoft.com/office/drawing/2014/main" id="{E34D8626-455D-6AE9-1A4D-B0ED6A09660C}"/>
              </a:ext>
            </a:extLst>
          </p:cNvPr>
          <p:cNvSpPr txBox="1">
            <a:spLocks/>
          </p:cNvSpPr>
          <p:nvPr userDrawn="1"/>
        </p:nvSpPr>
        <p:spPr>
          <a:xfrm>
            <a:off x="381003" y="6539580"/>
            <a:ext cx="2977660" cy="18580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Copyright © 2023 Accenture. All rights reserved.</a:t>
            </a:r>
          </a:p>
        </p:txBody>
      </p:sp>
      <p:sp>
        <p:nvSpPr>
          <p:cNvPr id="88" name="Textfeld 42">
            <a:extLst>
              <a:ext uri="{FF2B5EF4-FFF2-40B4-BE49-F238E27FC236}">
                <a16:creationId xmlns:a16="http://schemas.microsoft.com/office/drawing/2014/main" id="{7439ECAB-8DE0-236C-383C-3187BEBF50BD}"/>
              </a:ext>
            </a:extLst>
          </p:cNvPr>
          <p:cNvSpPr txBox="1"/>
          <p:nvPr userDrawn="1"/>
        </p:nvSpPr>
        <p:spPr>
          <a:xfrm>
            <a:off x="9880844" y="6539580"/>
            <a:ext cx="1944216" cy="15388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fld id="{BA5869E5-C163-4ADC-A227-4FC80EE659B7}" type="slidenum">
              <a:rPr lang="en-GB" sz="1000" kern="1200" smtClean="0">
                <a:solidFill>
                  <a:schemeClr val="bg1">
                    <a:lumMod val="65000"/>
                  </a:schemeClr>
                </a:solidFill>
                <a:latin typeface="+mj-lt"/>
                <a:ea typeface="+mn-ea"/>
                <a:cs typeface="Arial" charset="0"/>
              </a:rPr>
              <a:pPr algn="r"/>
              <a:t>‹#›</a:t>
            </a:fld>
            <a:endParaRPr lang="en-GB" sz="1000" kern="1200">
              <a:solidFill>
                <a:schemeClr val="bg1">
                  <a:lumMod val="65000"/>
                </a:schemeClr>
              </a:solidFill>
              <a:latin typeface="+mj-lt"/>
              <a:ea typeface="+mn-ea"/>
              <a:cs typeface="Arial" charset="0"/>
            </a:endParaRPr>
          </a:p>
        </p:txBody>
      </p:sp>
      <p:grpSp>
        <p:nvGrpSpPr>
          <p:cNvPr id="92" name="Grupo 10">
            <a:extLst>
              <a:ext uri="{FF2B5EF4-FFF2-40B4-BE49-F238E27FC236}">
                <a16:creationId xmlns:a16="http://schemas.microsoft.com/office/drawing/2014/main" id="{841CC342-817A-018E-5D27-62BA12CF79D5}"/>
              </a:ext>
            </a:extLst>
          </p:cNvPr>
          <p:cNvGrpSpPr/>
          <p:nvPr userDrawn="1"/>
        </p:nvGrpSpPr>
        <p:grpSpPr>
          <a:xfrm>
            <a:off x="9407443" y="248872"/>
            <a:ext cx="2524503" cy="664029"/>
            <a:chOff x="3648686" y="5570053"/>
            <a:chExt cx="3343507" cy="879455"/>
          </a:xfrm>
        </p:grpSpPr>
        <p:pic>
          <p:nvPicPr>
            <p:cNvPr id="93" name="Imagen 11">
              <a:extLst>
                <a:ext uri="{FF2B5EF4-FFF2-40B4-BE49-F238E27FC236}">
                  <a16:creationId xmlns:a16="http://schemas.microsoft.com/office/drawing/2014/main" id="{93AA59FF-C214-0DF4-6BD2-2ECF5A1B9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78292" y="5661471"/>
              <a:ext cx="1613901" cy="788037"/>
            </a:xfrm>
            <a:prstGeom prst="rect">
              <a:avLst/>
            </a:prstGeom>
          </p:spPr>
        </p:pic>
        <p:pic>
          <p:nvPicPr>
            <p:cNvPr id="94" name="Imagen 12">
              <a:extLst>
                <a:ext uri="{FF2B5EF4-FFF2-40B4-BE49-F238E27FC236}">
                  <a16:creationId xmlns:a16="http://schemas.microsoft.com/office/drawing/2014/main" id="{035E1385-65C9-6605-74AF-2005DB705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648686" y="5723301"/>
              <a:ext cx="1222183" cy="703681"/>
            </a:xfrm>
            <a:prstGeom prst="rect">
              <a:avLst/>
            </a:prstGeom>
          </p:spPr>
        </p:pic>
        <p:cxnSp>
          <p:nvCxnSpPr>
            <p:cNvPr id="95" name="Conector recto 13">
              <a:extLst>
                <a:ext uri="{FF2B5EF4-FFF2-40B4-BE49-F238E27FC236}">
                  <a16:creationId xmlns:a16="http://schemas.microsoft.com/office/drawing/2014/main" id="{C3D1DB58-B3EE-833C-BECD-B0CFD883A232}"/>
                </a:ext>
              </a:extLst>
            </p:cNvPr>
            <p:cNvCxnSpPr/>
            <p:nvPr/>
          </p:nvCxnSpPr>
          <p:spPr>
            <a:xfrm>
              <a:off x="5153406" y="5570053"/>
              <a:ext cx="0" cy="879455"/>
            </a:xfrm>
            <a:prstGeom prst="line">
              <a:avLst/>
            </a:prstGeom>
            <a:ln w="15875">
              <a:solidFill>
                <a:srgbClr val="E305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B150DB4-8E26-166F-6765-68CC20D018F5}"/>
              </a:ext>
            </a:extLst>
          </p:cNvPr>
          <p:cNvGrpSpPr/>
          <p:nvPr userDrawn="1"/>
        </p:nvGrpSpPr>
        <p:grpSpPr>
          <a:xfrm>
            <a:off x="-1860720" y="2351396"/>
            <a:ext cx="1716000" cy="180000"/>
            <a:chOff x="-1860720" y="2350483"/>
            <a:chExt cx="1716000" cy="180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51A8DB-B86F-6659-6BFA-DBBFCE5537CE}"/>
                </a:ext>
              </a:extLst>
            </p:cNvPr>
            <p:cNvSpPr txBox="1"/>
            <p:nvPr userDrawn="1"/>
          </p:nvSpPr>
          <p:spPr>
            <a:xfrm>
              <a:off x="-1860720" y="2350483"/>
              <a:ext cx="1536000" cy="180000"/>
            </a:xfrm>
            <a:prstGeom prst="rect">
              <a:avLst/>
            </a:prstGeom>
            <a:noFill/>
          </p:spPr>
          <p:txBody>
            <a:bodyPr wrap="square" lIns="0" tIns="0" rIns="132923" bIns="0" rtlCol="0" anchor="ctr">
              <a:noAutofit/>
            </a:bodyPr>
            <a:lstStyle/>
            <a:p>
              <a:pPr algn="r"/>
              <a:r>
                <a:rPr lang="en-US" sz="1000">
                  <a:latin typeface="+mn-lt"/>
                </a:rPr>
                <a:t>Grey 4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C3CEA9-D279-C3A0-D543-B9FAFD5AD77E}"/>
                </a:ext>
              </a:extLst>
            </p:cNvPr>
            <p:cNvSpPr/>
            <p:nvPr userDrawn="1"/>
          </p:nvSpPr>
          <p:spPr bwMode="gray">
            <a:xfrm>
              <a:off x="-324720" y="2350483"/>
              <a:ext cx="180000" cy="1800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  <a:tabLst>
                  <a:tab pos="265852" algn="l"/>
                </a:tabLst>
              </a:pPr>
              <a:endParaRPr lang="en-US" sz="985">
                <a:solidFill>
                  <a:prstClr val="white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05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57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57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257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057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38">
          <p15:clr>
            <a:srgbClr val="F26B43"/>
          </p15:clr>
        </p15:guide>
        <p15:guide id="4" pos="7342">
          <p15:clr>
            <a:srgbClr val="F26B43"/>
          </p15:clr>
        </p15:guide>
        <p15:guide id="5" orient="horz" pos="1132">
          <p15:clr>
            <a:srgbClr val="F26B43"/>
          </p15:clr>
        </p15:guide>
        <p15:guide id="6" orient="horz" pos="226">
          <p15:clr>
            <a:srgbClr val="F26B43"/>
          </p15:clr>
        </p15:guide>
        <p15:guide id="7" orient="horz" pos="40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6D7D-E657-50D8-BEC8-88A217F317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 fontScale="90000"/>
          </a:bodyPr>
          <a:lstStyle/>
          <a:p>
            <a:r>
              <a:rPr lang="en-GB" sz="5700" dirty="0"/>
              <a:t>CIM Landscape setup to manage Wave 1 Support and Wave 2 Release activities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B54B1-428B-A4DC-C0F2-D5BE05EFA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05 September 24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7CFAEC6A-B224-98B1-FF27-1768D96F86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655" t="10641" r="28232"/>
          <a:stretch/>
        </p:blipFill>
        <p:spPr>
          <a:xfrm>
            <a:off x="5467085" y="6068930"/>
            <a:ext cx="1276118" cy="43114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829BBD0-9AB0-81C5-E5D4-9483D785EC67}"/>
              </a:ext>
            </a:extLst>
          </p:cNvPr>
          <p:cNvGrpSpPr/>
          <p:nvPr/>
        </p:nvGrpSpPr>
        <p:grpSpPr>
          <a:xfrm>
            <a:off x="5369052" y="6500078"/>
            <a:ext cx="1472184" cy="307777"/>
            <a:chOff x="10689336" y="91976"/>
            <a:chExt cx="1472184" cy="3077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20AFA5-64E0-0B10-B18D-4E409E1EB2A7}"/>
                </a:ext>
              </a:extLst>
            </p:cNvPr>
            <p:cNvSpPr txBox="1"/>
            <p:nvPr/>
          </p:nvSpPr>
          <p:spPr>
            <a:xfrm>
              <a:off x="10744200" y="91976"/>
              <a:ext cx="1369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For Discussion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7E68E9-EC62-2030-1727-8E726C05C987}"/>
                </a:ext>
              </a:extLst>
            </p:cNvPr>
            <p:cNvCxnSpPr/>
            <p:nvPr/>
          </p:nvCxnSpPr>
          <p:spPr>
            <a:xfrm>
              <a:off x="10689336" y="128016"/>
              <a:ext cx="1456944" cy="0"/>
            </a:xfrm>
            <a:prstGeom prst="line">
              <a:avLst/>
            </a:prstGeom>
            <a:noFill/>
            <a:ln w="6350" cap="flat" cmpd="sng" algn="ctr">
              <a:solidFill>
                <a:srgbClr val="A40F3D"/>
              </a:solidFill>
              <a:prstDash val="solid"/>
              <a:miter lim="800000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3628E2-87E6-3404-D2BA-936F92ACB86A}"/>
                </a:ext>
              </a:extLst>
            </p:cNvPr>
            <p:cNvCxnSpPr/>
            <p:nvPr/>
          </p:nvCxnSpPr>
          <p:spPr>
            <a:xfrm>
              <a:off x="10704576" y="362712"/>
              <a:ext cx="1456944" cy="0"/>
            </a:xfrm>
            <a:prstGeom prst="line">
              <a:avLst/>
            </a:prstGeom>
            <a:noFill/>
            <a:ln w="6350" cap="flat" cmpd="sng" algn="ctr">
              <a:solidFill>
                <a:srgbClr val="A40F3D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91148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4933F8-DE7E-3057-DF01-F1D0CC1DF83A}"/>
              </a:ext>
            </a:extLst>
          </p:cNvPr>
          <p:cNvSpPr/>
          <p:nvPr/>
        </p:nvSpPr>
        <p:spPr>
          <a:xfrm>
            <a:off x="10159792" y="1694434"/>
            <a:ext cx="1024466" cy="389467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SAP DEV</a:t>
            </a:r>
            <a:endParaRPr lang="fr-FR" dirty="0"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8DAF7-DE6D-615D-7BB9-67E3196AE04B}"/>
              </a:ext>
            </a:extLst>
          </p:cNvPr>
          <p:cNvSpPr/>
          <p:nvPr/>
        </p:nvSpPr>
        <p:spPr>
          <a:xfrm>
            <a:off x="6588490" y="1657710"/>
            <a:ext cx="1024466" cy="389467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SAP DEV</a:t>
            </a:r>
            <a:endParaRPr lang="fr-FR" dirty="0"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11A69-3190-8BA4-C794-1B4C229D1B29}"/>
              </a:ext>
            </a:extLst>
          </p:cNvPr>
          <p:cNvSpPr/>
          <p:nvPr/>
        </p:nvSpPr>
        <p:spPr>
          <a:xfrm>
            <a:off x="4899238" y="1657711"/>
            <a:ext cx="1024466" cy="389467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SAP DEV</a:t>
            </a:r>
            <a:endParaRPr lang="fr-FR" dirty="0"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1540FB7-521D-B4B1-92B2-C22C857A04F9}"/>
              </a:ext>
            </a:extLst>
          </p:cNvPr>
          <p:cNvSpPr/>
          <p:nvPr/>
        </p:nvSpPr>
        <p:spPr>
          <a:xfrm>
            <a:off x="9496919" y="6125429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 Integration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813BFE-807A-32A0-9F89-1B6ED7B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44" y="136122"/>
            <a:ext cx="8336607" cy="771702"/>
          </a:xfrm>
        </p:spPr>
        <p:txBody>
          <a:bodyPr anchor="b"/>
          <a:lstStyle/>
          <a:p>
            <a:r>
              <a:rPr lang="en-GB" sz="2000" b="1" dirty="0">
                <a:latin typeface="+mj-lt"/>
              </a:rPr>
              <a:t>Option 1 - </a:t>
            </a:r>
            <a:r>
              <a:rPr lang="en-GB" sz="2000" dirty="0">
                <a:ea typeface="Verdana"/>
              </a:rPr>
              <a:t>Landscape – </a:t>
            </a:r>
            <a:r>
              <a:rPr lang="en-GB" sz="2000" b="0" dirty="0">
                <a:ea typeface="Verdana"/>
              </a:rPr>
              <a:t>After Germany go live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BB2107-5B2F-981B-0897-BAEA61A94D9F}"/>
              </a:ext>
            </a:extLst>
          </p:cNvPr>
          <p:cNvSpPr/>
          <p:nvPr/>
        </p:nvSpPr>
        <p:spPr>
          <a:xfrm>
            <a:off x="10589636" y="5634363"/>
            <a:ext cx="1024466" cy="1918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Developer Pro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5F111E-237E-1AD1-4833-59934B470732}"/>
              </a:ext>
            </a:extLst>
          </p:cNvPr>
          <p:cNvSpPr/>
          <p:nvPr/>
        </p:nvSpPr>
        <p:spPr>
          <a:xfrm>
            <a:off x="10589636" y="5888363"/>
            <a:ext cx="1024466" cy="1918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Partial Copy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7971D51-FFC0-99B9-A32E-DC2BC6BF6CD8}"/>
              </a:ext>
            </a:extLst>
          </p:cNvPr>
          <p:cNvSpPr/>
          <p:nvPr/>
        </p:nvSpPr>
        <p:spPr>
          <a:xfrm>
            <a:off x="10589636" y="6142363"/>
            <a:ext cx="1024466" cy="1918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Full Copy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5C26D0-ECC0-2885-22BF-BC8290EF214B}"/>
              </a:ext>
            </a:extLst>
          </p:cNvPr>
          <p:cNvSpPr/>
          <p:nvPr/>
        </p:nvSpPr>
        <p:spPr>
          <a:xfrm>
            <a:off x="10589636" y="6396364"/>
            <a:ext cx="1024466" cy="1918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66" name="Graphic 65" descr="Connected with solid fill">
            <a:extLst>
              <a:ext uri="{FF2B5EF4-FFF2-40B4-BE49-F238E27FC236}">
                <a16:creationId xmlns:a16="http://schemas.microsoft.com/office/drawing/2014/main" id="{F1F197D3-A6EF-F164-5650-3F6A31C6D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46" y="6108409"/>
            <a:ext cx="225873" cy="225873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8B8E3981-5ACA-40EF-2B6D-FDB90FAC0E67}"/>
              </a:ext>
            </a:extLst>
          </p:cNvPr>
          <p:cNvSpPr/>
          <p:nvPr/>
        </p:nvSpPr>
        <p:spPr>
          <a:xfrm>
            <a:off x="9307385" y="5934016"/>
            <a:ext cx="108000" cy="108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039330-2981-7918-8E37-53BD571F37F7}"/>
              </a:ext>
            </a:extLst>
          </p:cNvPr>
          <p:cNvSpPr/>
          <p:nvPr/>
        </p:nvSpPr>
        <p:spPr>
          <a:xfrm>
            <a:off x="9496919" y="5871428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Preview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018BF4-731F-BDCE-9795-E2F050F1E9FF}"/>
              </a:ext>
            </a:extLst>
          </p:cNvPr>
          <p:cNvSpPr/>
          <p:nvPr/>
        </p:nvSpPr>
        <p:spPr>
          <a:xfrm>
            <a:off x="9496919" y="5634447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Non Preview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A4BC677-00DD-7F7C-ABA8-A8BA0E4C5ABC}"/>
              </a:ext>
            </a:extLst>
          </p:cNvPr>
          <p:cNvSpPr/>
          <p:nvPr/>
        </p:nvSpPr>
        <p:spPr>
          <a:xfrm>
            <a:off x="9307385" y="5676364"/>
            <a:ext cx="108000" cy="108000"/>
          </a:xfrm>
          <a:prstGeom prst="ellipse">
            <a:avLst/>
          </a:prstGeom>
          <a:solidFill>
            <a:srgbClr val="F40009"/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5129F1-F043-6C91-3733-94026FAA7CA5}"/>
              </a:ext>
            </a:extLst>
          </p:cNvPr>
          <p:cNvSpPr/>
          <p:nvPr/>
        </p:nvSpPr>
        <p:spPr>
          <a:xfrm>
            <a:off x="10605437" y="5380362"/>
            <a:ext cx="1024466" cy="19183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0000"/>
            </a:solidFill>
            <a:prstDash val="sys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Optional </a:t>
            </a:r>
            <a:r>
              <a:rPr lang="it-IT" sz="800" kern="1200" dirty="0">
                <a:latin typeface="Graphik"/>
                <a:ea typeface="+mn-ea"/>
                <a:cs typeface="+mn-cs"/>
              </a:rPr>
              <a:t>/ tbc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1EBFA9-B12C-275C-670A-2B5324119058}"/>
              </a:ext>
            </a:extLst>
          </p:cNvPr>
          <p:cNvSpPr/>
          <p:nvPr/>
        </p:nvSpPr>
        <p:spPr>
          <a:xfrm>
            <a:off x="9496919" y="6393879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QA Integration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5" name="Graphic 24" descr="Connected with solid fill">
            <a:extLst>
              <a:ext uri="{FF2B5EF4-FFF2-40B4-BE49-F238E27FC236}">
                <a16:creationId xmlns:a16="http://schemas.microsoft.com/office/drawing/2014/main" id="{C5476F4A-4431-DE09-947D-B4C8EA92D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46" y="6376859"/>
            <a:ext cx="225873" cy="2258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815734-6F1E-AF2F-07AA-1473AB830B40}"/>
              </a:ext>
            </a:extLst>
          </p:cNvPr>
          <p:cNvSpPr/>
          <p:nvPr/>
        </p:nvSpPr>
        <p:spPr>
          <a:xfrm>
            <a:off x="576000" y="2350465"/>
            <a:ext cx="11036205" cy="1117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vert270"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Support (R1)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63E637-4444-818C-6725-16167B46036F}"/>
              </a:ext>
            </a:extLst>
          </p:cNvPr>
          <p:cNvSpPr/>
          <p:nvPr/>
        </p:nvSpPr>
        <p:spPr>
          <a:xfrm>
            <a:off x="576000" y="3667404"/>
            <a:ext cx="11036205" cy="1117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vert270"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Release (R2)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5F9594-3860-3744-CA6C-5BE3F998177E}"/>
              </a:ext>
            </a:extLst>
          </p:cNvPr>
          <p:cNvSpPr/>
          <p:nvPr/>
        </p:nvSpPr>
        <p:spPr>
          <a:xfrm>
            <a:off x="3080016" y="2722999"/>
            <a:ext cx="1024466" cy="3894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LQA1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1C2F1A-FD51-B0CA-A2EF-E3C439D1C803}"/>
              </a:ext>
            </a:extLst>
          </p:cNvPr>
          <p:cNvSpPr/>
          <p:nvPr/>
        </p:nvSpPr>
        <p:spPr>
          <a:xfrm>
            <a:off x="4807216" y="2722999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dirty="0">
                <a:latin typeface="Graphik"/>
              </a:rPr>
              <a:t>RD-</a:t>
            </a:r>
            <a:r>
              <a:rPr lang="it-IT" sz="1000" dirty="0" err="1">
                <a:latin typeface="Graphik"/>
              </a:rPr>
              <a:t>Sup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A329EC-F4A8-4E72-7636-F9C2D4ADCD18}"/>
              </a:ext>
            </a:extLst>
          </p:cNvPr>
          <p:cNvSpPr/>
          <p:nvPr/>
        </p:nvSpPr>
        <p:spPr>
          <a:xfrm>
            <a:off x="6534416" y="2722999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INT-</a:t>
            </a:r>
            <a:r>
              <a:rPr lang="it-IT" sz="1000" kern="1200" err="1">
                <a:latin typeface="Graphik"/>
                <a:ea typeface="+mn-ea"/>
                <a:cs typeface="+mn-cs"/>
              </a:rPr>
              <a:t>Sup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CF3D5-7734-8D69-B622-1E2A6306A02B}"/>
              </a:ext>
            </a:extLst>
          </p:cNvPr>
          <p:cNvSpPr/>
          <p:nvPr/>
        </p:nvSpPr>
        <p:spPr>
          <a:xfrm>
            <a:off x="10059936" y="2722998"/>
            <a:ext cx="1024466" cy="3894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CD8A76-6827-8A90-58C0-E9F0C1868EF6}"/>
              </a:ext>
            </a:extLst>
          </p:cNvPr>
          <p:cNvSpPr/>
          <p:nvPr/>
        </p:nvSpPr>
        <p:spPr>
          <a:xfrm>
            <a:off x="3080016" y="4039938"/>
            <a:ext cx="1024466" cy="3894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LQA2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AF5C11-C70B-DBC5-6C8E-A34364C0517C}"/>
              </a:ext>
            </a:extLst>
          </p:cNvPr>
          <p:cNvSpPr/>
          <p:nvPr/>
        </p:nvSpPr>
        <p:spPr>
          <a:xfrm>
            <a:off x="4807216" y="4039938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RD-</a:t>
            </a:r>
            <a:r>
              <a:rPr lang="it-IT" sz="1000" kern="1200" dirty="0" err="1">
                <a:latin typeface="Graphik"/>
                <a:ea typeface="+mn-ea"/>
                <a:cs typeface="+mn-cs"/>
              </a:rPr>
              <a:t>Rel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38FE11-A657-3240-F63C-BD35305D4679}"/>
              </a:ext>
            </a:extLst>
          </p:cNvPr>
          <p:cNvSpPr/>
          <p:nvPr/>
        </p:nvSpPr>
        <p:spPr>
          <a:xfrm>
            <a:off x="6534416" y="4039938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INT-</a:t>
            </a:r>
            <a:r>
              <a:rPr lang="it-IT" sz="1000" kern="1200" err="1">
                <a:latin typeface="Graphik"/>
                <a:ea typeface="+mn-ea"/>
                <a:cs typeface="+mn-cs"/>
              </a:rPr>
              <a:t>Rel</a:t>
            </a:r>
            <a:endParaRPr kumimoji="0" lang="en-US" sz="1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E482B8E-6B8E-167D-FA41-741AF41F1342}"/>
              </a:ext>
            </a:extLst>
          </p:cNvPr>
          <p:cNvCxnSpPr>
            <a:endCxn id="37" idx="1"/>
          </p:cNvCxnSpPr>
          <p:nvPr/>
        </p:nvCxnSpPr>
        <p:spPr bwMode="auto">
          <a:xfrm flipV="1">
            <a:off x="4104482" y="4234672"/>
            <a:ext cx="702734" cy="555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D0BD5E4-A9F4-8B1C-8788-C07A27B756E7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 bwMode="auto">
          <a:xfrm>
            <a:off x="5831682" y="4234672"/>
            <a:ext cx="70273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FD36A2C-F9F6-21B5-2F62-46C7916BDDA5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auto">
          <a:xfrm>
            <a:off x="2377282" y="4234671"/>
            <a:ext cx="702734" cy="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A6D8941-FD57-578F-4857-C242F628EBC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 bwMode="auto">
          <a:xfrm>
            <a:off x="2377282" y="2917732"/>
            <a:ext cx="702734" cy="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C340BC5-CD7F-96BB-EA5B-1CD3031F271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 bwMode="auto">
          <a:xfrm>
            <a:off x="4104482" y="2917733"/>
            <a:ext cx="70273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60969FA-F934-1280-0267-2E1907286C6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 bwMode="auto">
          <a:xfrm>
            <a:off x="5831682" y="2917733"/>
            <a:ext cx="70273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7851F33-EF34-6D86-728F-6B0F7282E56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 bwMode="auto">
          <a:xfrm flipV="1">
            <a:off x="7558882" y="2917732"/>
            <a:ext cx="2501054" cy="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0" name="Graphic 59" descr="Connected with solid fill">
            <a:extLst>
              <a:ext uri="{FF2B5EF4-FFF2-40B4-BE49-F238E27FC236}">
                <a16:creationId xmlns:a16="http://schemas.microsoft.com/office/drawing/2014/main" id="{72F59C01-0FDC-4055-C25F-4033031EE8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4556" y="4129577"/>
            <a:ext cx="225873" cy="225873"/>
          </a:xfrm>
          <a:prstGeom prst="rect">
            <a:avLst/>
          </a:prstGeom>
        </p:spPr>
      </p:pic>
      <p:pic>
        <p:nvPicPr>
          <p:cNvPr id="61" name="Graphic 60" descr="Connected with solid fill">
            <a:extLst>
              <a:ext uri="{FF2B5EF4-FFF2-40B4-BE49-F238E27FC236}">
                <a16:creationId xmlns:a16="http://schemas.microsoft.com/office/drawing/2014/main" id="{8363FA9D-50A7-C036-120C-F8CDCA0BC2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3009" y="4129577"/>
            <a:ext cx="225873" cy="225873"/>
          </a:xfrm>
          <a:prstGeom prst="rect">
            <a:avLst/>
          </a:prstGeom>
        </p:spPr>
      </p:pic>
      <p:pic>
        <p:nvPicPr>
          <p:cNvPr id="62" name="Graphic 61" descr="Connected with solid fill">
            <a:extLst>
              <a:ext uri="{FF2B5EF4-FFF2-40B4-BE49-F238E27FC236}">
                <a16:creationId xmlns:a16="http://schemas.microsoft.com/office/drawing/2014/main" id="{4CD2A267-8F9A-CB9A-C7D2-6DBD8C2438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1756" y="2810634"/>
            <a:ext cx="225873" cy="225873"/>
          </a:xfrm>
          <a:prstGeom prst="rect">
            <a:avLst/>
          </a:prstGeom>
        </p:spPr>
      </p:pic>
      <p:pic>
        <p:nvPicPr>
          <p:cNvPr id="63" name="Graphic 62" descr="Connected with solid fill">
            <a:extLst>
              <a:ext uri="{FF2B5EF4-FFF2-40B4-BE49-F238E27FC236}">
                <a16:creationId xmlns:a16="http://schemas.microsoft.com/office/drawing/2014/main" id="{8435CF2E-E052-85E7-4D73-A2118A16D0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4556" y="2790324"/>
            <a:ext cx="225873" cy="225873"/>
          </a:xfrm>
          <a:prstGeom prst="rect">
            <a:avLst/>
          </a:prstGeom>
        </p:spPr>
      </p:pic>
      <p:pic>
        <p:nvPicPr>
          <p:cNvPr id="69" name="Graphic 68" descr="Connected with solid fill">
            <a:extLst>
              <a:ext uri="{FF2B5EF4-FFF2-40B4-BE49-F238E27FC236}">
                <a16:creationId xmlns:a16="http://schemas.microsoft.com/office/drawing/2014/main" id="{86FE93A9-F52B-EB41-C7BD-65EA4D723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3857" y="2810634"/>
            <a:ext cx="225873" cy="225873"/>
          </a:xfrm>
          <a:prstGeom prst="rect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D0328C58-22DC-5972-291A-A3FBB41416BB}"/>
              </a:ext>
            </a:extLst>
          </p:cNvPr>
          <p:cNvSpPr/>
          <p:nvPr/>
        </p:nvSpPr>
        <p:spPr>
          <a:xfrm>
            <a:off x="7505670" y="2673033"/>
            <a:ext cx="108000" cy="108000"/>
          </a:xfrm>
          <a:prstGeom prst="ellipse">
            <a:avLst/>
          </a:prstGeom>
          <a:solidFill>
            <a:srgbClr val="F40009"/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1E70055-249C-5B30-BD5B-A4863DFB172C}"/>
              </a:ext>
            </a:extLst>
          </p:cNvPr>
          <p:cNvSpPr/>
          <p:nvPr/>
        </p:nvSpPr>
        <p:spPr>
          <a:xfrm>
            <a:off x="4054342" y="2664394"/>
            <a:ext cx="108000" cy="108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98FEAE0-7F45-5B75-54B9-6B141B1494D2}"/>
              </a:ext>
            </a:extLst>
          </p:cNvPr>
          <p:cNvGrpSpPr/>
          <p:nvPr/>
        </p:nvGrpSpPr>
        <p:grpSpPr>
          <a:xfrm>
            <a:off x="7505670" y="3985937"/>
            <a:ext cx="178176" cy="110579"/>
            <a:chOff x="7507567" y="3749778"/>
            <a:chExt cx="178176" cy="110579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B3BEABF-378B-5E06-D903-02DA5B0EC24A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E76A1A42-C689-E84E-4278-C8E134BF6E8B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931685B-F6C3-21AF-960F-B6E787626A66}"/>
              </a:ext>
            </a:extLst>
          </p:cNvPr>
          <p:cNvGrpSpPr/>
          <p:nvPr/>
        </p:nvGrpSpPr>
        <p:grpSpPr>
          <a:xfrm>
            <a:off x="5783084" y="3982089"/>
            <a:ext cx="178176" cy="110579"/>
            <a:chOff x="7507567" y="3749778"/>
            <a:chExt cx="178176" cy="110579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963B523-A467-8F51-2875-0F22A803B656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E8A5853-7D2B-94CF-87EA-B61B1D08918A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A959E7A-695D-7F8B-F0DF-B7D18C5D41B1}"/>
              </a:ext>
            </a:extLst>
          </p:cNvPr>
          <p:cNvGrpSpPr/>
          <p:nvPr/>
        </p:nvGrpSpPr>
        <p:grpSpPr>
          <a:xfrm>
            <a:off x="4056837" y="3987226"/>
            <a:ext cx="178176" cy="110579"/>
            <a:chOff x="7507567" y="3749778"/>
            <a:chExt cx="178176" cy="110579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2C9A22C-9979-7CED-7F9E-EE7EDDFDCB2F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40691D7-9EF5-BDF1-5E9A-E50BEEEF7205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B7C0B22-691D-2625-33E0-C28FCB909302}"/>
              </a:ext>
            </a:extLst>
          </p:cNvPr>
          <p:cNvGrpSpPr/>
          <p:nvPr/>
        </p:nvGrpSpPr>
        <p:grpSpPr>
          <a:xfrm>
            <a:off x="5777331" y="2670454"/>
            <a:ext cx="178176" cy="110579"/>
            <a:chOff x="7507567" y="3749778"/>
            <a:chExt cx="178176" cy="110579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7A690BE-23F9-8F8E-E56A-CB5809566DAC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DAD3D0C-1AC7-BC2F-0719-6F734CD2A786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A7FD038-364D-60E6-651E-582F42CC0CF4}"/>
              </a:ext>
            </a:extLst>
          </p:cNvPr>
          <p:cNvSpPr/>
          <p:nvPr/>
        </p:nvSpPr>
        <p:spPr>
          <a:xfrm>
            <a:off x="1251820" y="4252608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Dev#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C5E82A-C444-98A9-3A73-745CEAB82181}"/>
              </a:ext>
            </a:extLst>
          </p:cNvPr>
          <p:cNvSpPr/>
          <p:nvPr/>
        </p:nvSpPr>
        <p:spPr>
          <a:xfrm>
            <a:off x="1352816" y="4039937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1D8C521-9BCA-662C-1B84-016E4221D429}"/>
              </a:ext>
            </a:extLst>
          </p:cNvPr>
          <p:cNvGrpSpPr/>
          <p:nvPr/>
        </p:nvGrpSpPr>
        <p:grpSpPr>
          <a:xfrm>
            <a:off x="2327832" y="3982089"/>
            <a:ext cx="178176" cy="110579"/>
            <a:chOff x="7507567" y="3749778"/>
            <a:chExt cx="178176" cy="110579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F2182E2-EC26-0AD8-0529-A815FBAD4D66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9C39628-9C9F-4E7D-EE8D-ED560A7CE357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113" name="Callout: Up Arrow 112">
            <a:extLst>
              <a:ext uri="{FF2B5EF4-FFF2-40B4-BE49-F238E27FC236}">
                <a16:creationId xmlns:a16="http://schemas.microsoft.com/office/drawing/2014/main" id="{A519F27A-82F2-8B98-19C2-F9D0D7849EED}"/>
              </a:ext>
            </a:extLst>
          </p:cNvPr>
          <p:cNvSpPr/>
          <p:nvPr/>
        </p:nvSpPr>
        <p:spPr>
          <a:xfrm>
            <a:off x="6535868" y="4701494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Used by Business for UAT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4" name="Callout: Up Arrow 113">
            <a:extLst>
              <a:ext uri="{FF2B5EF4-FFF2-40B4-BE49-F238E27FC236}">
                <a16:creationId xmlns:a16="http://schemas.microsoft.com/office/drawing/2014/main" id="{146A0BC2-015E-F415-D03E-79AD4B420B1C}"/>
              </a:ext>
            </a:extLst>
          </p:cNvPr>
          <p:cNvSpPr/>
          <p:nvPr/>
        </p:nvSpPr>
        <p:spPr>
          <a:xfrm>
            <a:off x="4812174" y="4701494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Used by FC/TT for QA Test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5" name="Callout: Up Arrow 114">
            <a:extLst>
              <a:ext uri="{FF2B5EF4-FFF2-40B4-BE49-F238E27FC236}">
                <a16:creationId xmlns:a16="http://schemas.microsoft.com/office/drawing/2014/main" id="{CD094E2C-6C4C-8D2F-A120-C5F0D29D9739}"/>
              </a:ext>
            </a:extLst>
          </p:cNvPr>
          <p:cNvSpPr/>
          <p:nvPr/>
        </p:nvSpPr>
        <p:spPr>
          <a:xfrm>
            <a:off x="3080016" y="4696014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Used by Developers for Unit Test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6" name="Callout: Up Arrow 115">
            <a:extLst>
              <a:ext uri="{FF2B5EF4-FFF2-40B4-BE49-F238E27FC236}">
                <a16:creationId xmlns:a16="http://schemas.microsoft.com/office/drawing/2014/main" id="{1E4ED48D-9B97-F797-5C31-4D88817AFC7B}"/>
              </a:ext>
            </a:extLst>
          </p:cNvPr>
          <p:cNvSpPr/>
          <p:nvPr/>
        </p:nvSpPr>
        <p:spPr>
          <a:xfrm>
            <a:off x="1344351" y="4696014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Used by Developers for the build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02B8005-DD37-D0DF-1691-4C43642F1D5D}"/>
              </a:ext>
            </a:extLst>
          </p:cNvPr>
          <p:cNvSpPr/>
          <p:nvPr/>
        </p:nvSpPr>
        <p:spPr>
          <a:xfrm>
            <a:off x="11025730" y="2671551"/>
            <a:ext cx="108000" cy="108000"/>
          </a:xfrm>
          <a:prstGeom prst="ellipse">
            <a:avLst/>
          </a:prstGeom>
          <a:solidFill>
            <a:srgbClr val="F40009"/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1B9D2A-5BBF-FE51-7D30-E734EB9346E8}"/>
              </a:ext>
            </a:extLst>
          </p:cNvPr>
          <p:cNvSpPr/>
          <p:nvPr/>
        </p:nvSpPr>
        <p:spPr>
          <a:xfrm>
            <a:off x="8295234" y="2717958"/>
            <a:ext cx="1024466" cy="38946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PreProd</a:t>
            </a:r>
          </a:p>
          <a:p>
            <a:pPr algn="ctr"/>
            <a:r>
              <a:rPr kumimoji="0" lang="it-IT" sz="7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Mock</a:t>
            </a:r>
            <a:r>
              <a:rPr kumimoji="0" lang="it-IT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-Deploy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D54A99-24ED-10DD-5820-77B0023A6A6A}"/>
              </a:ext>
            </a:extLst>
          </p:cNvPr>
          <p:cNvSpPr/>
          <p:nvPr/>
        </p:nvSpPr>
        <p:spPr>
          <a:xfrm>
            <a:off x="1020726" y="3918004"/>
            <a:ext cx="1202352" cy="21872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Dev2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A2596E-C2EA-474E-423F-29FC81EC3E7C}"/>
              </a:ext>
            </a:extLst>
          </p:cNvPr>
          <p:cNvSpPr/>
          <p:nvPr/>
        </p:nvSpPr>
        <p:spPr>
          <a:xfrm>
            <a:off x="2787346" y="3910528"/>
            <a:ext cx="1202352" cy="17390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LQA2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5F884-2A01-C39B-14BE-88CD17C1D518}"/>
              </a:ext>
            </a:extLst>
          </p:cNvPr>
          <p:cNvSpPr/>
          <p:nvPr/>
        </p:nvSpPr>
        <p:spPr>
          <a:xfrm>
            <a:off x="2787346" y="2592594"/>
            <a:ext cx="1202352" cy="19183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LQA1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A17AA6-499E-3A35-463B-DB0945E2EFDF}"/>
              </a:ext>
            </a:extLst>
          </p:cNvPr>
          <p:cNvSpPr/>
          <p:nvPr/>
        </p:nvSpPr>
        <p:spPr>
          <a:xfrm>
            <a:off x="4563043" y="3920998"/>
            <a:ext cx="1211316" cy="1649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SIT-R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140022-9215-596D-8CC2-8B1A8BD20F69}"/>
              </a:ext>
            </a:extLst>
          </p:cNvPr>
          <p:cNvSpPr/>
          <p:nvPr/>
        </p:nvSpPr>
        <p:spPr>
          <a:xfrm>
            <a:off x="4589937" y="2593744"/>
            <a:ext cx="1193387" cy="209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 kern="1200">
                <a:solidFill>
                  <a:schemeClr val="bg1"/>
                </a:solidFill>
                <a:latin typeface="Graphik"/>
                <a:ea typeface="+mn-ea"/>
                <a:cs typeface="+mn-cs"/>
              </a:rPr>
              <a:t>SIT-S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07C13C-0CCA-C1D4-3BA5-6A5B55C80F98}"/>
              </a:ext>
            </a:extLst>
          </p:cNvPr>
          <p:cNvSpPr/>
          <p:nvPr/>
        </p:nvSpPr>
        <p:spPr>
          <a:xfrm>
            <a:off x="6120683" y="3913067"/>
            <a:ext cx="1249482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UAT-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6847E0-1F0E-9579-E1E7-158655BF7113}"/>
              </a:ext>
            </a:extLst>
          </p:cNvPr>
          <p:cNvSpPr/>
          <p:nvPr/>
        </p:nvSpPr>
        <p:spPr>
          <a:xfrm>
            <a:off x="6120683" y="2594777"/>
            <a:ext cx="1276376" cy="1889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UAT-</a:t>
            </a:r>
            <a:r>
              <a:rPr lang="it-IT" sz="700" kern="1200">
                <a:solidFill>
                  <a:schemeClr val="bg1"/>
                </a:solidFill>
                <a:latin typeface="Graphik"/>
                <a:ea typeface="+mn-ea"/>
                <a:cs typeface="+mn-cs"/>
              </a:rPr>
              <a:t>S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B27780-898F-0FD9-4883-8CD8DB577B88}"/>
              </a:ext>
            </a:extLst>
          </p:cNvPr>
          <p:cNvSpPr/>
          <p:nvPr/>
        </p:nvSpPr>
        <p:spPr>
          <a:xfrm>
            <a:off x="9845417" y="2567883"/>
            <a:ext cx="1184422" cy="2007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B1C769-D09F-D999-CF81-0F62A9DC2D9C}"/>
              </a:ext>
            </a:extLst>
          </p:cNvPr>
          <p:cNvSpPr/>
          <p:nvPr/>
        </p:nvSpPr>
        <p:spPr>
          <a:xfrm>
            <a:off x="7982090" y="6392844"/>
            <a:ext cx="1024465" cy="21059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Manual D. Load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93CADC-1D31-7899-2C69-66CEB60623C6}"/>
              </a:ext>
            </a:extLst>
          </p:cNvPr>
          <p:cNvSpPr/>
          <p:nvPr/>
        </p:nvSpPr>
        <p:spPr>
          <a:xfrm>
            <a:off x="7982090" y="6123603"/>
            <a:ext cx="1024465" cy="21059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it-IT" sz="700">
                <a:solidFill>
                  <a:schemeClr val="bg1"/>
                </a:solidFill>
                <a:latin typeface="Graphik"/>
              </a:rPr>
              <a:t>Integrated D. Load</a:t>
            </a:r>
            <a:endParaRPr lang="en-US" sz="700">
              <a:solidFill>
                <a:schemeClr val="bg1"/>
              </a:solidFill>
              <a:latin typeface="Graphik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F2C14E-6F62-3CA9-DB0C-0A275C10BC8E}"/>
              </a:ext>
            </a:extLst>
          </p:cNvPr>
          <p:cNvSpPr/>
          <p:nvPr/>
        </p:nvSpPr>
        <p:spPr>
          <a:xfrm>
            <a:off x="1251820" y="2920120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Dev#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3925-F440-27DB-3449-783419E315B5}"/>
              </a:ext>
            </a:extLst>
          </p:cNvPr>
          <p:cNvSpPr/>
          <p:nvPr/>
        </p:nvSpPr>
        <p:spPr>
          <a:xfrm>
            <a:off x="1352816" y="2722998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it-IT" sz="1000">
                <a:solidFill>
                  <a:srgbClr val="000000"/>
                </a:solidFill>
                <a:latin typeface="Graphik"/>
              </a:rPr>
              <a:t>Dev1</a:t>
            </a:r>
            <a:endParaRPr lang="en-US" sz="100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AF9F9E-FFB7-AEE1-6F3C-4D9EBFF4C345}"/>
              </a:ext>
            </a:extLst>
          </p:cNvPr>
          <p:cNvSpPr/>
          <p:nvPr/>
        </p:nvSpPr>
        <p:spPr>
          <a:xfrm>
            <a:off x="1024380" y="2595940"/>
            <a:ext cx="1202352" cy="20079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Dev1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CB039FB-9729-FAD9-3179-824CF704F638}"/>
              </a:ext>
            </a:extLst>
          </p:cNvPr>
          <p:cNvSpPr/>
          <p:nvPr/>
        </p:nvSpPr>
        <p:spPr>
          <a:xfrm>
            <a:off x="2306162" y="2673033"/>
            <a:ext cx="108000" cy="108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5EFAA60-6B95-283E-A9A3-6F886C707438}"/>
              </a:ext>
            </a:extLst>
          </p:cNvPr>
          <p:cNvSpPr/>
          <p:nvPr/>
        </p:nvSpPr>
        <p:spPr>
          <a:xfrm>
            <a:off x="576000" y="2105891"/>
            <a:ext cx="11036205" cy="1477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FR" sz="800"/>
              <a:t>                                                                                                                                                                  COPADO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0231130-1986-A31F-C57B-834C7C15FE55}"/>
              </a:ext>
            </a:extLst>
          </p:cNvPr>
          <p:cNvCxnSpPr>
            <a:cxnSpLocks/>
            <a:stCxn id="8" idx="2"/>
            <a:endCxn id="38" idx="0"/>
          </p:cNvCxnSpPr>
          <p:nvPr/>
        </p:nvCxnSpPr>
        <p:spPr bwMode="auto">
          <a:xfrm rot="5400000">
            <a:off x="8345673" y="1813441"/>
            <a:ext cx="927473" cy="352552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797FB290-EE9F-96F2-6CEF-F8F1C350470C}"/>
              </a:ext>
            </a:extLst>
          </p:cNvPr>
          <p:cNvSpPr/>
          <p:nvPr/>
        </p:nvSpPr>
        <p:spPr>
          <a:xfrm>
            <a:off x="4798251" y="1593446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SAP DEV</a:t>
            </a:r>
            <a:endParaRPr lang="fr-FR" err="1"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D457AEB-FE4E-C43A-0F0D-5D02C3145858}"/>
              </a:ext>
            </a:extLst>
          </p:cNvPr>
          <p:cNvSpPr/>
          <p:nvPr/>
        </p:nvSpPr>
        <p:spPr>
          <a:xfrm>
            <a:off x="6519474" y="1593445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SAP QA</a:t>
            </a:r>
            <a:endParaRPr lang="it-IT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64A816-786D-169C-94FB-652E222DDA32}"/>
              </a:ext>
            </a:extLst>
          </p:cNvPr>
          <p:cNvSpPr/>
          <p:nvPr/>
        </p:nvSpPr>
        <p:spPr>
          <a:xfrm>
            <a:off x="10077865" y="1593445"/>
            <a:ext cx="1024466" cy="3894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SAP PROD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454EA5-A5B4-1238-00E8-AD9B3478114D}"/>
              </a:ext>
            </a:extLst>
          </p:cNvPr>
          <p:cNvSpPr/>
          <p:nvPr/>
        </p:nvSpPr>
        <p:spPr>
          <a:xfrm>
            <a:off x="4563035" y="1443317"/>
            <a:ext cx="1452283" cy="3164541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DEAA7-1B4B-EC78-D924-85BE8AEEB480}"/>
              </a:ext>
            </a:extLst>
          </p:cNvPr>
          <p:cNvSpPr/>
          <p:nvPr/>
        </p:nvSpPr>
        <p:spPr>
          <a:xfrm>
            <a:off x="6221506" y="1443317"/>
            <a:ext cx="1461248" cy="3164541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D046F-DE7B-46FE-89E8-A351E8D7CF85}"/>
              </a:ext>
            </a:extLst>
          </p:cNvPr>
          <p:cNvSpPr/>
          <p:nvPr/>
        </p:nvSpPr>
        <p:spPr>
          <a:xfrm>
            <a:off x="9861176" y="1443317"/>
            <a:ext cx="1461248" cy="186465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CF4D0-32BE-369E-3B08-35B61529193B}"/>
              </a:ext>
            </a:extLst>
          </p:cNvPr>
          <p:cNvSpPr/>
          <p:nvPr/>
        </p:nvSpPr>
        <p:spPr>
          <a:xfrm>
            <a:off x="7180027" y="2442327"/>
            <a:ext cx="746907" cy="11860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800" kern="1200">
                <a:latin typeface="Graphik"/>
                <a:ea typeface="+mn-ea"/>
                <a:cs typeface="+mn-cs"/>
              </a:rPr>
              <a:t>Hot </a:t>
            </a:r>
            <a:r>
              <a:rPr lang="it-IT" sz="800" kern="1200" err="1">
                <a:latin typeface="Graphik"/>
                <a:ea typeface="+mn-ea"/>
                <a:cs typeface="+mn-cs"/>
              </a:rPr>
              <a:t>Fixes</a:t>
            </a:r>
            <a:endParaRPr kumimoji="0" lang="en-US" sz="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198B8F4-4B04-9B98-68F6-DA3018D6225F}"/>
              </a:ext>
            </a:extLst>
          </p:cNvPr>
          <p:cNvSpPr txBox="1"/>
          <p:nvPr/>
        </p:nvSpPr>
        <p:spPr>
          <a:xfrm>
            <a:off x="2680770" y="1523999"/>
            <a:ext cx="8536235" cy="4924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 err="1"/>
              <a:t>Existing</a:t>
            </a:r>
            <a:r>
              <a:rPr lang="fr-FR" sz="1100"/>
              <a:t> </a:t>
            </a:r>
            <a:r>
              <a:rPr lang="fr-FR" sz="1100" err="1"/>
              <a:t>legacy</a:t>
            </a:r>
            <a:r>
              <a:rPr lang="fr-FR" sz="1100"/>
              <a:t> SAP(s)</a:t>
            </a:r>
          </a:p>
          <a:p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24CB8-6ADE-6FF5-76B1-A72C6A0626C0}"/>
              </a:ext>
            </a:extLst>
          </p:cNvPr>
          <p:cNvSpPr txBox="1"/>
          <p:nvPr/>
        </p:nvSpPr>
        <p:spPr>
          <a:xfrm>
            <a:off x="8494322" y="386848"/>
            <a:ext cx="3314929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ea typeface="Verdana"/>
              </a:rPr>
              <a:t>Shared on September / October 2023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36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957F6-589C-BB32-F724-006325BA41B4}"/>
              </a:ext>
            </a:extLst>
          </p:cNvPr>
          <p:cNvSpPr/>
          <p:nvPr/>
        </p:nvSpPr>
        <p:spPr>
          <a:xfrm>
            <a:off x="374648" y="5601107"/>
            <a:ext cx="11335569" cy="6633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4E80EE-796E-E5EC-1B64-D7B85958DC16}"/>
              </a:ext>
            </a:extLst>
          </p:cNvPr>
          <p:cNvSpPr/>
          <p:nvPr/>
        </p:nvSpPr>
        <p:spPr>
          <a:xfrm>
            <a:off x="374648" y="4474069"/>
            <a:ext cx="11335569" cy="550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10E2B-C769-F690-E976-97D14ED2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considerations in Delivery planning using a single pipeline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93C31-DE62-506B-11FD-AB80C798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0E7D2-4AF5-7188-96CA-2E52DA6F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B9F7507-83D9-C9F6-68D3-C5CD7267F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66855"/>
              </p:ext>
            </p:extLst>
          </p:nvPr>
        </p:nvGraphicFramePr>
        <p:xfrm>
          <a:off x="374650" y="1052099"/>
          <a:ext cx="7682675" cy="2873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122">
                  <a:extLst>
                    <a:ext uri="{9D8B030D-6E8A-4147-A177-3AD203B41FA5}">
                      <a16:colId xmlns:a16="http://schemas.microsoft.com/office/drawing/2014/main" val="988791116"/>
                    </a:ext>
                  </a:extLst>
                </a:gridCol>
                <a:gridCol w="957096">
                  <a:extLst>
                    <a:ext uri="{9D8B030D-6E8A-4147-A177-3AD203B41FA5}">
                      <a16:colId xmlns:a16="http://schemas.microsoft.com/office/drawing/2014/main" val="4128445484"/>
                    </a:ext>
                  </a:extLst>
                </a:gridCol>
                <a:gridCol w="957096">
                  <a:extLst>
                    <a:ext uri="{9D8B030D-6E8A-4147-A177-3AD203B41FA5}">
                      <a16:colId xmlns:a16="http://schemas.microsoft.com/office/drawing/2014/main" val="3256318119"/>
                    </a:ext>
                  </a:extLst>
                </a:gridCol>
                <a:gridCol w="957096">
                  <a:extLst>
                    <a:ext uri="{9D8B030D-6E8A-4147-A177-3AD203B41FA5}">
                      <a16:colId xmlns:a16="http://schemas.microsoft.com/office/drawing/2014/main" val="4253627027"/>
                    </a:ext>
                  </a:extLst>
                </a:gridCol>
                <a:gridCol w="957096">
                  <a:extLst>
                    <a:ext uri="{9D8B030D-6E8A-4147-A177-3AD203B41FA5}">
                      <a16:colId xmlns:a16="http://schemas.microsoft.com/office/drawing/2014/main" val="1655544966"/>
                    </a:ext>
                  </a:extLst>
                </a:gridCol>
                <a:gridCol w="957096">
                  <a:extLst>
                    <a:ext uri="{9D8B030D-6E8A-4147-A177-3AD203B41FA5}">
                      <a16:colId xmlns:a16="http://schemas.microsoft.com/office/drawing/2014/main" val="836182556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126263679"/>
                    </a:ext>
                  </a:extLst>
                </a:gridCol>
                <a:gridCol w="1032193">
                  <a:extLst>
                    <a:ext uri="{9D8B030D-6E8A-4147-A177-3AD203B41FA5}">
                      <a16:colId xmlns:a16="http://schemas.microsoft.com/office/drawing/2014/main" val="3668653608"/>
                    </a:ext>
                  </a:extLst>
                </a:gridCol>
              </a:tblGrid>
              <a:tr h="282392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Team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Role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Dev-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LQA-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RD-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INT-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PreProd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Production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008511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r>
                        <a:rPr lang="it-IT" sz="1000" b="1" dirty="0"/>
                        <a:t>AMS</a:t>
                      </a:r>
                      <a:r>
                        <a:rPr lang="it-IT" sz="1000" dirty="0"/>
                        <a:t> Team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Production Support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Build &amp; UT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QA-Test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QA-Integration Test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Demo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140425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r>
                        <a:rPr lang="it-IT" sz="1000" b="1" dirty="0"/>
                        <a:t>AMS</a:t>
                      </a:r>
                      <a:r>
                        <a:rPr lang="it-IT" sz="1000" dirty="0"/>
                        <a:t> DevOps Team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Promote Production Support tasks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Promote / Deploy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Promote / Deploy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Promote / Deploy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Promote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Promote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32559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r>
                        <a:rPr lang="it-IT" sz="1000" b="1" dirty="0"/>
                        <a:t>Release </a:t>
                      </a:r>
                      <a:r>
                        <a:rPr lang="it-IT" sz="1000" dirty="0"/>
                        <a:t>Team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Support Production Deployment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Deploy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Deploy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939639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r>
                        <a:rPr lang="it-IT" sz="1000" b="1" dirty="0"/>
                        <a:t>Project</a:t>
                      </a:r>
                      <a:r>
                        <a:rPr lang="it-IT" sz="1000" dirty="0"/>
                        <a:t> Team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/>
                        <a:t>Build of new features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Build &amp; UT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QA-Test / Demo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SIT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UAT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368801"/>
                  </a:ext>
                </a:extLst>
              </a:tr>
              <a:tr h="282392">
                <a:tc>
                  <a:txBody>
                    <a:bodyPr/>
                    <a:lstStyle/>
                    <a:p>
                      <a:r>
                        <a:rPr lang="it-IT" sz="1000" b="1" dirty="0"/>
                        <a:t>Project</a:t>
                      </a:r>
                      <a:r>
                        <a:rPr lang="it-IT" sz="1000" dirty="0"/>
                        <a:t> DevOps Team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Promote Build of new features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-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Promote / Deploy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Promote / Deploy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/>
                        <a:t>Promote / Deploy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Promote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dirty="0"/>
                        <a:t>Promote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06211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A85EFC2-904B-A15A-BFE7-6FDD42A3D8FF}"/>
              </a:ext>
            </a:extLst>
          </p:cNvPr>
          <p:cNvSpPr txBox="1"/>
          <p:nvPr/>
        </p:nvSpPr>
        <p:spPr>
          <a:xfrm>
            <a:off x="374650" y="4145499"/>
            <a:ext cx="3165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/>
              <a:t>Production Support</a:t>
            </a:r>
            <a:r>
              <a:rPr lang="it-IT" sz="1200" dirty="0"/>
              <a:t> :</a:t>
            </a:r>
          </a:p>
          <a:p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SF New release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CG </a:t>
            </a:r>
            <a:r>
              <a:rPr lang="it-IT" sz="1200" dirty="0" err="1"/>
              <a:t>CLoud</a:t>
            </a:r>
            <a:r>
              <a:rPr lang="it-IT" sz="1200" dirty="0"/>
              <a:t> </a:t>
            </a:r>
            <a:r>
              <a:rPr lang="it-IT" sz="1200" dirty="0" err="1"/>
              <a:t>Managed</a:t>
            </a:r>
            <a:r>
              <a:rPr lang="it-IT" sz="1200" dirty="0"/>
              <a:t> Package Upgrade</a:t>
            </a:r>
          </a:p>
          <a:p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Production </a:t>
            </a:r>
            <a:r>
              <a:rPr lang="it-IT" sz="1200" dirty="0" err="1"/>
              <a:t>BugFix</a:t>
            </a:r>
            <a:r>
              <a:rPr lang="it-IT" sz="1200" dirty="0"/>
              <a:t> delivery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46A16-22FF-C367-D39E-346F684F108C}"/>
              </a:ext>
            </a:extLst>
          </p:cNvPr>
          <p:cNvSpPr txBox="1"/>
          <p:nvPr/>
        </p:nvSpPr>
        <p:spPr>
          <a:xfrm>
            <a:off x="8165556" y="1043573"/>
            <a:ext cx="39034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>
                <a:solidFill>
                  <a:srgbClr val="FF0000"/>
                </a:solidFill>
              </a:rPr>
              <a:t>Delivery schedule </a:t>
            </a:r>
            <a:r>
              <a:rPr lang="it-IT" sz="1200" b="1" dirty="0" err="1">
                <a:solidFill>
                  <a:srgbClr val="FF0000"/>
                </a:solidFill>
              </a:rPr>
              <a:t>Conflicts</a:t>
            </a:r>
            <a:endParaRPr lang="it-IT" sz="1200" dirty="0">
              <a:solidFill>
                <a:srgbClr val="FF0000"/>
              </a:solidFill>
            </a:endParaRPr>
          </a:p>
          <a:p>
            <a:endParaRPr lang="it-IT" sz="1200" dirty="0"/>
          </a:p>
          <a:p>
            <a:r>
              <a:rPr lang="en-US" sz="1200" b="1" i="1" u="sng" dirty="0"/>
              <a:t>Production </a:t>
            </a:r>
            <a:r>
              <a:rPr lang="en-US" sz="1200" b="1" i="1" u="sng" dirty="0" err="1"/>
              <a:t>BugFix</a:t>
            </a:r>
            <a:r>
              <a:rPr lang="en-US" sz="1200" b="1" i="1" u="sng" dirty="0"/>
              <a:t> </a:t>
            </a:r>
            <a:r>
              <a:rPr lang="en-US" sz="1200" b="1" i="1" u="sng" dirty="0" err="1"/>
              <a:t>delivey</a:t>
            </a:r>
            <a:r>
              <a:rPr lang="en-US" sz="1200" b="1" dirty="0"/>
              <a:t> : </a:t>
            </a:r>
            <a:r>
              <a:rPr lang="en-US" sz="1200" dirty="0"/>
              <a:t>2 / 3 weeks</a:t>
            </a:r>
          </a:p>
          <a:p>
            <a:endParaRPr lang="en-US" sz="1200" dirty="0"/>
          </a:p>
          <a:p>
            <a:r>
              <a:rPr lang="it-IT" sz="1200" b="1" i="1" u="sng" dirty="0"/>
              <a:t>Build new features for a new</a:t>
            </a:r>
            <a:r>
              <a:rPr lang="en-US" sz="1200" b="1" i="1" u="sng" dirty="0"/>
              <a:t> Release :</a:t>
            </a:r>
            <a:r>
              <a:rPr lang="en-US" sz="1200" b="1" i="1" dirty="0"/>
              <a:t> </a:t>
            </a:r>
            <a:r>
              <a:rPr lang="en-US" sz="1200" dirty="0"/>
              <a:t>about 4-8 months including Build/SIT/UAT/Cutover/</a:t>
            </a:r>
            <a:r>
              <a:rPr lang="en-US" sz="1200" dirty="0" err="1"/>
              <a:t>GoLive</a:t>
            </a:r>
            <a:endParaRPr lang="it-IT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538365-B945-FB47-AF6D-8BB2F501D272}"/>
              </a:ext>
            </a:extLst>
          </p:cNvPr>
          <p:cNvSpPr txBox="1"/>
          <p:nvPr/>
        </p:nvSpPr>
        <p:spPr>
          <a:xfrm>
            <a:off x="3540620" y="4145499"/>
            <a:ext cx="362182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/>
              <a:t>New Release</a:t>
            </a:r>
            <a:r>
              <a:rPr lang="it-IT" sz="1200" dirty="0"/>
              <a:t> :</a:t>
            </a:r>
          </a:p>
          <a:p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SF New release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CG </a:t>
            </a:r>
            <a:r>
              <a:rPr lang="it-IT" sz="1200" dirty="0" err="1"/>
              <a:t>CLoud</a:t>
            </a:r>
            <a:r>
              <a:rPr lang="it-IT" sz="1200" dirty="0"/>
              <a:t> </a:t>
            </a:r>
            <a:r>
              <a:rPr lang="it-IT" sz="1200" dirty="0" err="1"/>
              <a:t>Managed</a:t>
            </a:r>
            <a:r>
              <a:rPr lang="it-IT" sz="1200" dirty="0"/>
              <a:t> Package Upgrade</a:t>
            </a:r>
          </a:p>
          <a:p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Create new features and enhance existing 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SIT Execution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UAT Execution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Cutover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85782-2DD7-4229-D259-7E65FC4F52ED}"/>
              </a:ext>
            </a:extLst>
          </p:cNvPr>
          <p:cNvSpPr txBox="1"/>
          <p:nvPr/>
        </p:nvSpPr>
        <p:spPr>
          <a:xfrm>
            <a:off x="7332123" y="4145499"/>
            <a:ext cx="43780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Conflicts</a:t>
            </a:r>
            <a:r>
              <a:rPr lang="it-IT" sz="1200" b="1" dirty="0"/>
              <a:t> :</a:t>
            </a:r>
          </a:p>
          <a:p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Different</a:t>
            </a:r>
            <a:r>
              <a:rPr lang="it-IT" sz="1200" dirty="0"/>
              <a:t> Org Setup «</a:t>
            </a:r>
            <a:r>
              <a:rPr lang="it-IT" sz="1200" i="1" dirty="0"/>
              <a:t>Preview / Non-Preview</a:t>
            </a:r>
            <a:r>
              <a:rPr lang="it-IT" sz="1200" dirty="0"/>
              <a:t>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Different needs in apply the MP between AMS / Delivery</a:t>
            </a:r>
          </a:p>
          <a:p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Production code After 4-8 Months can differentiate too much from the new release 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During</a:t>
            </a:r>
            <a:r>
              <a:rPr lang="it-IT" sz="1200" dirty="0"/>
              <a:t> SIT AMS </a:t>
            </a:r>
            <a:r>
              <a:rPr lang="en-US" sz="1200" dirty="0"/>
              <a:t>cannot</a:t>
            </a:r>
            <a:r>
              <a:rPr lang="it-IT" sz="1200" dirty="0"/>
              <a:t> test in RD-REL </a:t>
            </a:r>
            <a:r>
              <a:rPr lang="it-IT" sz="1200" b="1" dirty="0"/>
              <a:t>Soft Freeze Period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200" dirty="0"/>
              <a:t>Long Production </a:t>
            </a:r>
            <a:r>
              <a:rPr lang="it-IT" sz="1200" b="1" dirty="0"/>
              <a:t>Hard Freeze Period </a:t>
            </a:r>
            <a:r>
              <a:rPr lang="it-IT" sz="1200" dirty="0"/>
              <a:t>From UAT </a:t>
            </a:r>
            <a:r>
              <a:rPr lang="en-US" sz="1200" dirty="0"/>
              <a:t>till</a:t>
            </a:r>
            <a:r>
              <a:rPr lang="it-IT" sz="1200" dirty="0"/>
              <a:t> Cutover of about 6-12 weeks</a:t>
            </a:r>
          </a:p>
        </p:txBody>
      </p:sp>
    </p:spTree>
    <p:extLst>
      <p:ext uri="{BB962C8B-B14F-4D97-AF65-F5344CB8AC3E}">
        <p14:creationId xmlns:p14="http://schemas.microsoft.com/office/powerpoint/2010/main" val="239574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0E2B-C769-F690-E976-97D14ED2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Proposal with an optimized usage of the current Salesforce licenses during Wave2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93C31-DE62-506B-11FD-AB80C798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Global footer [Insert &gt; Header &amp; Footer]   Classification – Internal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0E7D2-4AF5-7188-96CA-2E52DA6F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1069-1C7F-400C-A16D-D5720940094B}" type="slidenum">
              <a:rPr lang="en-GB" smtClean="0"/>
              <a:t>4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AF9DBB-10D3-27CC-B53D-4DB0AB652E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1400" dirty="0"/>
              <a:t>This is a temporary solution to support Wave1 Maintenance and Wave2 </a:t>
            </a:r>
            <a:r>
              <a:rPr lang="en-GB" sz="1400" dirty="0" err="1"/>
              <a:t>GoLive</a:t>
            </a:r>
            <a:endParaRPr lang="en-GB" sz="14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9723353-B05A-C75A-294F-143DAFB79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285078"/>
              </p:ext>
            </p:extLst>
          </p:nvPr>
        </p:nvGraphicFramePr>
        <p:xfrm>
          <a:off x="374650" y="4523244"/>
          <a:ext cx="11162607" cy="1808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916">
                  <a:extLst>
                    <a:ext uri="{9D8B030D-6E8A-4147-A177-3AD203B41FA5}">
                      <a16:colId xmlns:a16="http://schemas.microsoft.com/office/drawing/2014/main" val="1546197735"/>
                    </a:ext>
                  </a:extLst>
                </a:gridCol>
                <a:gridCol w="725409">
                  <a:extLst>
                    <a:ext uri="{9D8B030D-6E8A-4147-A177-3AD203B41FA5}">
                      <a16:colId xmlns:a16="http://schemas.microsoft.com/office/drawing/2014/main" val="3739014048"/>
                    </a:ext>
                  </a:extLst>
                </a:gridCol>
                <a:gridCol w="737634">
                  <a:extLst>
                    <a:ext uri="{9D8B030D-6E8A-4147-A177-3AD203B41FA5}">
                      <a16:colId xmlns:a16="http://schemas.microsoft.com/office/drawing/2014/main" val="2357175038"/>
                    </a:ext>
                  </a:extLst>
                </a:gridCol>
                <a:gridCol w="845465">
                  <a:extLst>
                    <a:ext uri="{9D8B030D-6E8A-4147-A177-3AD203B41FA5}">
                      <a16:colId xmlns:a16="http://schemas.microsoft.com/office/drawing/2014/main" val="19340430"/>
                    </a:ext>
                  </a:extLst>
                </a:gridCol>
                <a:gridCol w="866954">
                  <a:extLst>
                    <a:ext uri="{9D8B030D-6E8A-4147-A177-3AD203B41FA5}">
                      <a16:colId xmlns:a16="http://schemas.microsoft.com/office/drawing/2014/main" val="82861659"/>
                    </a:ext>
                  </a:extLst>
                </a:gridCol>
                <a:gridCol w="823976">
                  <a:extLst>
                    <a:ext uri="{9D8B030D-6E8A-4147-A177-3AD203B41FA5}">
                      <a16:colId xmlns:a16="http://schemas.microsoft.com/office/drawing/2014/main" val="1361559516"/>
                    </a:ext>
                  </a:extLst>
                </a:gridCol>
                <a:gridCol w="880133">
                  <a:extLst>
                    <a:ext uri="{9D8B030D-6E8A-4147-A177-3AD203B41FA5}">
                      <a16:colId xmlns:a16="http://schemas.microsoft.com/office/drawing/2014/main" val="4117346166"/>
                    </a:ext>
                  </a:extLst>
                </a:gridCol>
                <a:gridCol w="810797">
                  <a:extLst>
                    <a:ext uri="{9D8B030D-6E8A-4147-A177-3AD203B41FA5}">
                      <a16:colId xmlns:a16="http://schemas.microsoft.com/office/drawing/2014/main" val="3674432573"/>
                    </a:ext>
                  </a:extLst>
                </a:gridCol>
                <a:gridCol w="884999">
                  <a:extLst>
                    <a:ext uri="{9D8B030D-6E8A-4147-A177-3AD203B41FA5}">
                      <a16:colId xmlns:a16="http://schemas.microsoft.com/office/drawing/2014/main" val="3777867491"/>
                    </a:ext>
                  </a:extLst>
                </a:gridCol>
                <a:gridCol w="1695796">
                  <a:extLst>
                    <a:ext uri="{9D8B030D-6E8A-4147-A177-3AD203B41FA5}">
                      <a16:colId xmlns:a16="http://schemas.microsoft.com/office/drawing/2014/main" val="1691151016"/>
                    </a:ext>
                  </a:extLst>
                </a:gridCol>
                <a:gridCol w="1646528">
                  <a:extLst>
                    <a:ext uri="{9D8B030D-6E8A-4147-A177-3AD203B41FA5}">
                      <a16:colId xmlns:a16="http://schemas.microsoft.com/office/drawing/2014/main" val="4025912164"/>
                    </a:ext>
                  </a:extLst>
                </a:gridCol>
              </a:tblGrid>
              <a:tr h="314529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Release Line</a:t>
                      </a:r>
                      <a:endParaRPr 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Dev-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LQA-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RD-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INT-</a:t>
                      </a:r>
                      <a:r>
                        <a:rPr lang="it-IT" sz="1200" dirty="0" err="1"/>
                        <a:t>Rel</a:t>
                      </a:r>
                      <a:endParaRPr lang="en-US" sz="1200" dirty="0"/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566878"/>
                  </a:ext>
                </a:extLst>
              </a:tr>
              <a:tr h="157265">
                <a:tc row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Current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Developer Pro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Partial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Full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Full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it-IT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776"/>
                  </a:ext>
                </a:extLst>
              </a:tr>
              <a:tr h="157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150 Mb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35% Used</a:t>
                      </a:r>
                      <a:endParaRPr lang="en-US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5 Gb</a:t>
                      </a:r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6% Used</a:t>
                      </a:r>
                      <a:endParaRPr lang="en-US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Gb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626056"/>
                  </a:ext>
                </a:extLst>
              </a:tr>
              <a:tr h="157265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noProof="0" dirty="0"/>
                        <a:t>New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Developer Pro</a:t>
                      </a:r>
                      <a:endParaRPr 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 dirty="0"/>
                        <a:t>Partial Copy</a:t>
                      </a:r>
                      <a:endParaRPr 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Full Copy</a:t>
                      </a:r>
                      <a:endParaRPr 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Full Copy</a:t>
                      </a:r>
                      <a:endParaRPr 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40727"/>
                  </a:ext>
                </a:extLst>
              </a:tr>
              <a:tr h="157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5x</a:t>
                      </a:r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150 Mb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75%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7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5x</a:t>
                      </a:r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5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7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5x</a:t>
                      </a:r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5x</a:t>
                      </a:r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Gb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 Mb Log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351428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C98CF02-B0BD-BDA2-5906-CBC043301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379807"/>
              </p:ext>
            </p:extLst>
          </p:nvPr>
        </p:nvGraphicFramePr>
        <p:xfrm>
          <a:off x="374650" y="2586530"/>
          <a:ext cx="11162607" cy="1808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628">
                  <a:extLst>
                    <a:ext uri="{9D8B030D-6E8A-4147-A177-3AD203B41FA5}">
                      <a16:colId xmlns:a16="http://schemas.microsoft.com/office/drawing/2014/main" val="1546197735"/>
                    </a:ext>
                  </a:extLst>
                </a:gridCol>
                <a:gridCol w="739112">
                  <a:extLst>
                    <a:ext uri="{9D8B030D-6E8A-4147-A177-3AD203B41FA5}">
                      <a16:colId xmlns:a16="http://schemas.microsoft.com/office/drawing/2014/main" val="3739014048"/>
                    </a:ext>
                  </a:extLst>
                </a:gridCol>
                <a:gridCol w="739112">
                  <a:extLst>
                    <a:ext uri="{9D8B030D-6E8A-4147-A177-3AD203B41FA5}">
                      <a16:colId xmlns:a16="http://schemas.microsoft.com/office/drawing/2014/main" val="4114128965"/>
                    </a:ext>
                  </a:extLst>
                </a:gridCol>
                <a:gridCol w="853621">
                  <a:extLst>
                    <a:ext uri="{9D8B030D-6E8A-4147-A177-3AD203B41FA5}">
                      <a16:colId xmlns:a16="http://schemas.microsoft.com/office/drawing/2014/main" val="19340430"/>
                    </a:ext>
                  </a:extLst>
                </a:gridCol>
                <a:gridCol w="853621">
                  <a:extLst>
                    <a:ext uri="{9D8B030D-6E8A-4147-A177-3AD203B41FA5}">
                      <a16:colId xmlns:a16="http://schemas.microsoft.com/office/drawing/2014/main" val="3233270910"/>
                    </a:ext>
                  </a:extLst>
                </a:gridCol>
                <a:gridCol w="848417">
                  <a:extLst>
                    <a:ext uri="{9D8B030D-6E8A-4147-A177-3AD203B41FA5}">
                      <a16:colId xmlns:a16="http://schemas.microsoft.com/office/drawing/2014/main" val="1361559516"/>
                    </a:ext>
                  </a:extLst>
                </a:gridCol>
                <a:gridCol w="848417">
                  <a:extLst>
                    <a:ext uri="{9D8B030D-6E8A-4147-A177-3AD203B41FA5}">
                      <a16:colId xmlns:a16="http://schemas.microsoft.com/office/drawing/2014/main" val="1513569068"/>
                    </a:ext>
                  </a:extLst>
                </a:gridCol>
                <a:gridCol w="848417">
                  <a:extLst>
                    <a:ext uri="{9D8B030D-6E8A-4147-A177-3AD203B41FA5}">
                      <a16:colId xmlns:a16="http://schemas.microsoft.com/office/drawing/2014/main" val="3674432573"/>
                    </a:ext>
                  </a:extLst>
                </a:gridCol>
                <a:gridCol w="848417">
                  <a:extLst>
                    <a:ext uri="{9D8B030D-6E8A-4147-A177-3AD203B41FA5}">
                      <a16:colId xmlns:a16="http://schemas.microsoft.com/office/drawing/2014/main" val="1270833003"/>
                    </a:ext>
                  </a:extLst>
                </a:gridCol>
                <a:gridCol w="843212">
                  <a:extLst>
                    <a:ext uri="{9D8B030D-6E8A-4147-A177-3AD203B41FA5}">
                      <a16:colId xmlns:a16="http://schemas.microsoft.com/office/drawing/2014/main" val="1691151016"/>
                    </a:ext>
                  </a:extLst>
                </a:gridCol>
                <a:gridCol w="843212">
                  <a:extLst>
                    <a:ext uri="{9D8B030D-6E8A-4147-A177-3AD203B41FA5}">
                      <a16:colId xmlns:a16="http://schemas.microsoft.com/office/drawing/2014/main" val="1171122369"/>
                    </a:ext>
                  </a:extLst>
                </a:gridCol>
                <a:gridCol w="1650421">
                  <a:extLst>
                    <a:ext uri="{9D8B030D-6E8A-4147-A177-3AD203B41FA5}">
                      <a16:colId xmlns:a16="http://schemas.microsoft.com/office/drawing/2014/main" val="4025912164"/>
                    </a:ext>
                  </a:extLst>
                </a:gridCol>
              </a:tblGrid>
              <a:tr h="314529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Support Line</a:t>
                      </a:r>
                      <a:endParaRPr 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Dev-</a:t>
                      </a:r>
                      <a:r>
                        <a:rPr lang="it-IT" sz="1200" dirty="0" err="1"/>
                        <a:t>Sup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LQA-</a:t>
                      </a:r>
                      <a:r>
                        <a:rPr lang="it-IT" sz="1200" dirty="0" err="1"/>
                        <a:t>Sup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RD-</a:t>
                      </a:r>
                      <a:r>
                        <a:rPr lang="it-IT" sz="1200" dirty="0" err="1"/>
                        <a:t>Sup</a:t>
                      </a:r>
                      <a:endParaRPr 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INT-</a:t>
                      </a:r>
                      <a:r>
                        <a:rPr lang="it-IT" sz="1200" dirty="0" err="1"/>
                        <a:t>Sup</a:t>
                      </a:r>
                      <a:endParaRPr lang="en-US" sz="1200" dirty="0"/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PreProd</a:t>
                      </a:r>
                      <a:endParaRPr lang="en-US" sz="1200" dirty="0"/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Production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566878"/>
                  </a:ext>
                </a:extLst>
              </a:tr>
              <a:tr h="157265">
                <a:tc row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Current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Developer Pro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Partial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Full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Full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Full Copy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-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776"/>
                  </a:ext>
                </a:extLst>
              </a:tr>
              <a:tr h="157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150 Mb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35% Used</a:t>
                      </a:r>
                      <a:endParaRPr lang="en-US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5 Gb</a:t>
                      </a:r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6% Used</a:t>
                      </a:r>
                      <a:endParaRPr lang="en-US" sz="7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Gb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Mb Log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854633"/>
                  </a:ext>
                </a:extLst>
              </a:tr>
              <a:tr h="157265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noProof="0" dirty="0"/>
                        <a:t>New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Developer Pro</a:t>
                      </a:r>
                      <a:endParaRPr 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 dirty="0">
                          <a:solidFill>
                            <a:schemeClr val="accent1"/>
                          </a:solidFill>
                        </a:rPr>
                        <a:t>Developer Pro</a:t>
                      </a:r>
                      <a:endParaRPr lang="en-US" sz="12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b="1" dirty="0">
                          <a:solidFill>
                            <a:schemeClr val="accent1"/>
                          </a:solidFill>
                        </a:rPr>
                        <a:t>Developer Pro</a:t>
                      </a:r>
                      <a:endParaRPr lang="en-US" sz="12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b="1" dirty="0"/>
                        <a:t>Full Copy</a:t>
                      </a:r>
                      <a:endParaRPr 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200" b="1" dirty="0">
                          <a:solidFill>
                            <a:schemeClr val="accent1"/>
                          </a:solidFill>
                        </a:rPr>
                        <a:t>Developer</a:t>
                      </a:r>
                      <a:endParaRPr lang="en-US" sz="12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it-IT" sz="1200" dirty="0"/>
                        <a:t>-</a:t>
                      </a:r>
                      <a:endParaRPr 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40727"/>
                  </a:ext>
                </a:extLst>
              </a:tr>
              <a:tr h="157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150 Mb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 Gb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Gb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 Mb Log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1% Used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Used</a:t>
                      </a:r>
                    </a:p>
                    <a:p>
                      <a:pPr algn="ctr"/>
                      <a:r>
                        <a:rPr lang="it-IT" sz="9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Mb</a:t>
                      </a:r>
                    </a:p>
                    <a:p>
                      <a:pPr algn="ctr"/>
                      <a:r>
                        <a:rPr lang="en-US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Mb Log</a:t>
                      </a:r>
                      <a:endParaRPr lang="en-US" sz="9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 dirty="0"/>
                        <a:t>Available</a:t>
                      </a:r>
                    </a:p>
                    <a:p>
                      <a:pPr algn="ctr"/>
                      <a:r>
                        <a:rPr lang="it-IT" sz="900" b="1" dirty="0"/>
                        <a:t>110 Gb</a:t>
                      </a:r>
                      <a:endParaRPr lang="it-IT" sz="1000" b="1" dirty="0"/>
                    </a:p>
                    <a:p>
                      <a:pPr algn="ctr"/>
                      <a:r>
                        <a:rPr lang="it-IT" sz="7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 Used</a:t>
                      </a:r>
                      <a:endParaRPr lang="en-US" sz="9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498173"/>
                  </a:ext>
                </a:extLst>
              </a:tr>
            </a:tbl>
          </a:graphicData>
        </a:graphic>
      </p:graphicFrame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ECFFDCF-A740-9703-D436-9F14658B333B}"/>
              </a:ext>
            </a:extLst>
          </p:cNvPr>
          <p:cNvSpPr txBox="1">
            <a:spLocks/>
          </p:cNvSpPr>
          <p:nvPr/>
        </p:nvSpPr>
        <p:spPr>
          <a:xfrm>
            <a:off x="10907135" y="2405898"/>
            <a:ext cx="630122" cy="180632"/>
          </a:xfrm>
          <a:prstGeom prst="roundRect">
            <a:avLst>
              <a:gd name="adj" fmla="val 3945"/>
            </a:avLst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-20" baseline="0">
                <a:solidFill>
                  <a:srgbClr val="240000"/>
                </a:solidFill>
                <a:latin typeface="+mn-lt"/>
                <a:ea typeface="+mn-ea"/>
                <a:cs typeface="+mn-cs"/>
              </a:defRPr>
            </a:lvl1pPr>
            <a:lvl2pPr marL="150813" indent="-150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●"/>
              <a:defRPr sz="1200" kern="1200" spc="-20" baseline="0">
                <a:solidFill>
                  <a:srgbClr val="240000"/>
                </a:solidFill>
                <a:latin typeface="+mn-lt"/>
                <a:ea typeface="+mn-ea"/>
                <a:cs typeface="+mn-cs"/>
              </a:defRPr>
            </a:lvl2pPr>
            <a:lvl3pPr marL="302400" indent="-1512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●"/>
              <a:tabLst/>
              <a:defRPr sz="1200" kern="1200" spc="-20" baseline="0">
                <a:solidFill>
                  <a:srgbClr val="240000"/>
                </a:solidFill>
                <a:latin typeface="+mn-lt"/>
                <a:ea typeface="+mn-ea"/>
                <a:cs typeface="+mn-cs"/>
              </a:defRPr>
            </a:lvl3pPr>
            <a:lvl4pPr marL="453600" indent="-1512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●"/>
              <a:defRPr sz="1200" kern="1200" spc="-20" baseline="0">
                <a:solidFill>
                  <a:srgbClr val="240000"/>
                </a:solidFill>
                <a:latin typeface="+mn-lt"/>
                <a:ea typeface="+mn-ea"/>
                <a:cs typeface="+mn-cs"/>
              </a:defRPr>
            </a:lvl4pPr>
            <a:lvl5pPr marL="604800" indent="-1512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●"/>
              <a:defRPr sz="1200" kern="1200" spc="-20" baseline="0">
                <a:solidFill>
                  <a:srgbClr val="24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dirty="0"/>
              <a:t>2024 / 09 /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020CD-9684-35BB-DB66-E81F172E0B9F}"/>
              </a:ext>
            </a:extLst>
          </p:cNvPr>
          <p:cNvSpPr/>
          <p:nvPr/>
        </p:nvSpPr>
        <p:spPr>
          <a:xfrm>
            <a:off x="1619566" y="2367798"/>
            <a:ext cx="4878049" cy="159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Actual</a:t>
            </a:r>
            <a:r>
              <a:rPr lang="it-IT" sz="800" b="1" dirty="0"/>
              <a:t> Data</a:t>
            </a:r>
            <a:endParaRPr lang="en-US" sz="8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E0D42-715A-AA04-DF53-35B1B5518BA4}"/>
              </a:ext>
            </a:extLst>
          </p:cNvPr>
          <p:cNvSpPr/>
          <p:nvPr/>
        </p:nvSpPr>
        <p:spPr>
          <a:xfrm>
            <a:off x="6517284" y="2368384"/>
            <a:ext cx="3366749" cy="15966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Estimated</a:t>
            </a:r>
            <a:r>
              <a:rPr lang="it-IT" sz="800" b="1" dirty="0"/>
              <a:t> Data 1Y</a:t>
            </a:r>
            <a:endParaRPr lang="en-US" sz="800" b="1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B43E62B-88FE-067C-C773-8F1C0CCFAD34}"/>
              </a:ext>
            </a:extLst>
          </p:cNvPr>
          <p:cNvSpPr/>
          <p:nvPr/>
        </p:nvSpPr>
        <p:spPr>
          <a:xfrm>
            <a:off x="731702" y="3490554"/>
            <a:ext cx="496403" cy="383648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B4B5DEB-D7C7-5563-2615-5D0A1D5B9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772174"/>
              </p:ext>
            </p:extLst>
          </p:nvPr>
        </p:nvGraphicFramePr>
        <p:xfrm>
          <a:off x="374650" y="1072427"/>
          <a:ext cx="3205077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605">
                  <a:extLst>
                    <a:ext uri="{9D8B030D-6E8A-4147-A177-3AD203B41FA5}">
                      <a16:colId xmlns:a16="http://schemas.microsoft.com/office/drawing/2014/main" val="1389931945"/>
                    </a:ext>
                  </a:extLst>
                </a:gridCol>
                <a:gridCol w="524943">
                  <a:extLst>
                    <a:ext uri="{9D8B030D-6E8A-4147-A177-3AD203B41FA5}">
                      <a16:colId xmlns:a16="http://schemas.microsoft.com/office/drawing/2014/main" val="2624675781"/>
                    </a:ext>
                  </a:extLst>
                </a:gridCol>
                <a:gridCol w="524943">
                  <a:extLst>
                    <a:ext uri="{9D8B030D-6E8A-4147-A177-3AD203B41FA5}">
                      <a16:colId xmlns:a16="http://schemas.microsoft.com/office/drawing/2014/main" val="1614732873"/>
                    </a:ext>
                  </a:extLst>
                </a:gridCol>
                <a:gridCol w="660718">
                  <a:extLst>
                    <a:ext uri="{9D8B030D-6E8A-4147-A177-3AD203B41FA5}">
                      <a16:colId xmlns:a16="http://schemas.microsoft.com/office/drawing/2014/main" val="3357205211"/>
                    </a:ext>
                  </a:extLst>
                </a:gridCol>
                <a:gridCol w="590868">
                  <a:extLst>
                    <a:ext uri="{9D8B030D-6E8A-4147-A177-3AD203B41FA5}">
                      <a16:colId xmlns:a16="http://schemas.microsoft.com/office/drawing/2014/main" val="2747956276"/>
                    </a:ext>
                  </a:extLst>
                </a:gridCol>
              </a:tblGrid>
              <a:tr h="141547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Org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Before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After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noProof="0" dirty="0"/>
                        <a:t>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noProof="0" dirty="0"/>
                        <a:t>Storage</a:t>
                      </a:r>
                      <a:endParaRPr lang="en-US" sz="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465338"/>
                  </a:ext>
                </a:extLst>
              </a:tr>
              <a:tr h="141547"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Developer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0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1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100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100Mb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804460"/>
                  </a:ext>
                </a:extLst>
              </a:tr>
              <a:tr h="141547"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Developer Pro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2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4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5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1Gb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840716"/>
                  </a:ext>
                </a:extLst>
              </a:tr>
              <a:tr h="141547"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Partial Copy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1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1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1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5Gb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75004"/>
                  </a:ext>
                </a:extLst>
              </a:tr>
              <a:tr h="141547"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Full Copy</a:t>
                      </a:r>
                      <a:endParaRPr 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3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3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dirty="0"/>
                        <a:t>3</a:t>
                      </a:r>
                      <a:endParaRPr lang="en-US" sz="8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dirty="0"/>
                        <a:t>110Gb</a:t>
                      </a:r>
                      <a:endParaRPr 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312658"/>
                  </a:ext>
                </a:extLst>
              </a:tr>
            </a:tbl>
          </a:graphicData>
        </a:graphic>
      </p:graphicFrame>
      <p:sp>
        <p:nvSpPr>
          <p:cNvPr id="13" name="Arrow: Down 12">
            <a:extLst>
              <a:ext uri="{FF2B5EF4-FFF2-40B4-BE49-F238E27FC236}">
                <a16:creationId xmlns:a16="http://schemas.microsoft.com/office/drawing/2014/main" id="{A6E5925F-25FB-4300-EB08-934410BFE0AE}"/>
              </a:ext>
            </a:extLst>
          </p:cNvPr>
          <p:cNvSpPr/>
          <p:nvPr/>
        </p:nvSpPr>
        <p:spPr>
          <a:xfrm>
            <a:off x="3824985" y="3439531"/>
            <a:ext cx="247395" cy="19120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96EB43A-0EB2-27D6-2E70-238EDB2E731D}"/>
              </a:ext>
            </a:extLst>
          </p:cNvPr>
          <p:cNvSpPr/>
          <p:nvPr/>
        </p:nvSpPr>
        <p:spPr>
          <a:xfrm>
            <a:off x="5523380" y="3439531"/>
            <a:ext cx="247395" cy="19120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4131734-32D6-F11D-3A9A-101FE530E68D}"/>
              </a:ext>
            </a:extLst>
          </p:cNvPr>
          <p:cNvSpPr/>
          <p:nvPr/>
        </p:nvSpPr>
        <p:spPr>
          <a:xfrm>
            <a:off x="8917031" y="3439531"/>
            <a:ext cx="247395" cy="19120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85B585-2624-04B9-5331-478C0123EB71}"/>
              </a:ext>
            </a:extLst>
          </p:cNvPr>
          <p:cNvSpPr/>
          <p:nvPr/>
        </p:nvSpPr>
        <p:spPr>
          <a:xfrm rot="21058524">
            <a:off x="456716" y="5502181"/>
            <a:ext cx="1102936" cy="226243"/>
          </a:xfrm>
          <a:prstGeom prst="rect">
            <a:avLst/>
          </a:prstGeom>
          <a:solidFill>
            <a:srgbClr val="00B050"/>
          </a:solidFill>
          <a:ln>
            <a:solidFill>
              <a:srgbClr val="0042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/>
              <a:t>NO CHANGES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197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4933F8-DE7E-3057-DF01-F1D0CC1DF83A}"/>
              </a:ext>
            </a:extLst>
          </p:cNvPr>
          <p:cNvSpPr/>
          <p:nvPr/>
        </p:nvSpPr>
        <p:spPr>
          <a:xfrm>
            <a:off x="10159792" y="1694434"/>
            <a:ext cx="1024466" cy="389467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SAP DEV</a:t>
            </a:r>
            <a:endParaRPr lang="fr-FR" dirty="0"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8DAF7-DE6D-615D-7BB9-67E3196AE04B}"/>
              </a:ext>
            </a:extLst>
          </p:cNvPr>
          <p:cNvSpPr/>
          <p:nvPr/>
        </p:nvSpPr>
        <p:spPr>
          <a:xfrm>
            <a:off x="6588490" y="1657710"/>
            <a:ext cx="1024466" cy="389467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SAP DEV</a:t>
            </a:r>
            <a:endParaRPr lang="fr-FR" dirty="0"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11A69-3190-8BA4-C794-1B4C229D1B29}"/>
              </a:ext>
            </a:extLst>
          </p:cNvPr>
          <p:cNvSpPr/>
          <p:nvPr/>
        </p:nvSpPr>
        <p:spPr>
          <a:xfrm>
            <a:off x="4899238" y="1657711"/>
            <a:ext cx="1024466" cy="389467"/>
          </a:xfrm>
          <a:prstGeom prst="rect">
            <a:avLst/>
          </a:prstGeom>
          <a:solidFill>
            <a:srgbClr val="F5F5F5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SAP DEV</a:t>
            </a:r>
            <a:endParaRPr lang="fr-FR" dirty="0"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1540FB7-521D-B4B1-92B2-C22C857A04F9}"/>
              </a:ext>
            </a:extLst>
          </p:cNvPr>
          <p:cNvSpPr/>
          <p:nvPr/>
        </p:nvSpPr>
        <p:spPr>
          <a:xfrm>
            <a:off x="9496919" y="6125429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 Integration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813BFE-807A-32A0-9F89-1B6ED7B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44" y="136122"/>
            <a:ext cx="8336607" cy="771702"/>
          </a:xfrm>
        </p:spPr>
        <p:txBody>
          <a:bodyPr anchor="b"/>
          <a:lstStyle/>
          <a:p>
            <a:r>
              <a:rPr lang="en-GB" sz="2000" b="1" dirty="0">
                <a:latin typeface="+mj-lt"/>
              </a:rPr>
              <a:t>Option 1 - </a:t>
            </a:r>
            <a:r>
              <a:rPr lang="en-GB" sz="2000" dirty="0">
                <a:ea typeface="Verdana"/>
              </a:rPr>
              <a:t>Landscape – </a:t>
            </a:r>
            <a:r>
              <a:rPr lang="en-GB" sz="2000" b="0" dirty="0">
                <a:ea typeface="Verdana"/>
              </a:rPr>
              <a:t>After Germany go live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BB2107-5B2F-981B-0897-BAEA61A94D9F}"/>
              </a:ext>
            </a:extLst>
          </p:cNvPr>
          <p:cNvSpPr/>
          <p:nvPr/>
        </p:nvSpPr>
        <p:spPr>
          <a:xfrm>
            <a:off x="10589636" y="5634363"/>
            <a:ext cx="1024466" cy="19183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Developer Pro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5F111E-237E-1AD1-4833-59934B470732}"/>
              </a:ext>
            </a:extLst>
          </p:cNvPr>
          <p:cNvSpPr/>
          <p:nvPr/>
        </p:nvSpPr>
        <p:spPr>
          <a:xfrm>
            <a:off x="10589636" y="5888363"/>
            <a:ext cx="1024466" cy="1918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Partial Copy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7971D51-FFC0-99B9-A32E-DC2BC6BF6CD8}"/>
              </a:ext>
            </a:extLst>
          </p:cNvPr>
          <p:cNvSpPr/>
          <p:nvPr/>
        </p:nvSpPr>
        <p:spPr>
          <a:xfrm>
            <a:off x="10589636" y="6142363"/>
            <a:ext cx="1024466" cy="1918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Full Copy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5C26D0-ECC0-2885-22BF-BC8290EF214B}"/>
              </a:ext>
            </a:extLst>
          </p:cNvPr>
          <p:cNvSpPr/>
          <p:nvPr/>
        </p:nvSpPr>
        <p:spPr>
          <a:xfrm>
            <a:off x="10589636" y="6396364"/>
            <a:ext cx="1024466" cy="1918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66" name="Graphic 65" descr="Connected with solid fill">
            <a:extLst>
              <a:ext uri="{FF2B5EF4-FFF2-40B4-BE49-F238E27FC236}">
                <a16:creationId xmlns:a16="http://schemas.microsoft.com/office/drawing/2014/main" id="{F1F197D3-A6EF-F164-5650-3F6A31C6D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46" y="6108409"/>
            <a:ext cx="225873" cy="225873"/>
          </a:xfrm>
          <a:prstGeom prst="rect">
            <a:avLst/>
          </a:prstGeom>
        </p:spPr>
      </p:pic>
      <p:sp>
        <p:nvSpPr>
          <p:cNvPr id="73" name="Oval 72">
            <a:extLst>
              <a:ext uri="{FF2B5EF4-FFF2-40B4-BE49-F238E27FC236}">
                <a16:creationId xmlns:a16="http://schemas.microsoft.com/office/drawing/2014/main" id="{8B8E3981-5ACA-40EF-2B6D-FDB90FAC0E67}"/>
              </a:ext>
            </a:extLst>
          </p:cNvPr>
          <p:cNvSpPr/>
          <p:nvPr/>
        </p:nvSpPr>
        <p:spPr>
          <a:xfrm>
            <a:off x="9307385" y="5934016"/>
            <a:ext cx="108000" cy="108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039330-2981-7918-8E37-53BD571F37F7}"/>
              </a:ext>
            </a:extLst>
          </p:cNvPr>
          <p:cNvSpPr/>
          <p:nvPr/>
        </p:nvSpPr>
        <p:spPr>
          <a:xfrm>
            <a:off x="9496919" y="5871428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Preview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018BF4-731F-BDCE-9795-E2F050F1E9FF}"/>
              </a:ext>
            </a:extLst>
          </p:cNvPr>
          <p:cNvSpPr/>
          <p:nvPr/>
        </p:nvSpPr>
        <p:spPr>
          <a:xfrm>
            <a:off x="9496919" y="5634447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Non Preview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A4BC677-00DD-7F7C-ABA8-A8BA0E4C5ABC}"/>
              </a:ext>
            </a:extLst>
          </p:cNvPr>
          <p:cNvSpPr/>
          <p:nvPr/>
        </p:nvSpPr>
        <p:spPr>
          <a:xfrm>
            <a:off x="9307385" y="5676364"/>
            <a:ext cx="108000" cy="108000"/>
          </a:xfrm>
          <a:prstGeom prst="ellipse">
            <a:avLst/>
          </a:prstGeom>
          <a:solidFill>
            <a:srgbClr val="F40009"/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5129F1-F043-6C91-3733-94026FAA7CA5}"/>
              </a:ext>
            </a:extLst>
          </p:cNvPr>
          <p:cNvSpPr/>
          <p:nvPr/>
        </p:nvSpPr>
        <p:spPr>
          <a:xfrm>
            <a:off x="10605437" y="5380362"/>
            <a:ext cx="1024466" cy="19183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0000"/>
            </a:solidFill>
            <a:prstDash val="sysDash"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Optional </a:t>
            </a:r>
            <a:r>
              <a:rPr lang="it-IT" sz="800" kern="1200" dirty="0">
                <a:latin typeface="Graphik"/>
                <a:ea typeface="+mn-ea"/>
                <a:cs typeface="+mn-cs"/>
              </a:rPr>
              <a:t>/ tbc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1EBFA9-B12C-275C-670A-2B5324119058}"/>
              </a:ext>
            </a:extLst>
          </p:cNvPr>
          <p:cNvSpPr/>
          <p:nvPr/>
        </p:nvSpPr>
        <p:spPr>
          <a:xfrm>
            <a:off x="9496919" y="6393879"/>
            <a:ext cx="1024466" cy="191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QA Integration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5" name="Graphic 24" descr="Connected with solid fill">
            <a:extLst>
              <a:ext uri="{FF2B5EF4-FFF2-40B4-BE49-F238E27FC236}">
                <a16:creationId xmlns:a16="http://schemas.microsoft.com/office/drawing/2014/main" id="{C5476F4A-4431-DE09-947D-B4C8EA92D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46" y="6376859"/>
            <a:ext cx="225873" cy="2258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815734-6F1E-AF2F-07AA-1473AB830B40}"/>
              </a:ext>
            </a:extLst>
          </p:cNvPr>
          <p:cNvSpPr/>
          <p:nvPr/>
        </p:nvSpPr>
        <p:spPr>
          <a:xfrm>
            <a:off x="576000" y="2350465"/>
            <a:ext cx="11036205" cy="1117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vert270"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Support (R1)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63E637-4444-818C-6725-16167B46036F}"/>
              </a:ext>
            </a:extLst>
          </p:cNvPr>
          <p:cNvSpPr/>
          <p:nvPr/>
        </p:nvSpPr>
        <p:spPr>
          <a:xfrm>
            <a:off x="576000" y="3667404"/>
            <a:ext cx="11036205" cy="1117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vert270"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Release (R2)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5F9594-3860-3744-CA6C-5BE3F998177E}"/>
              </a:ext>
            </a:extLst>
          </p:cNvPr>
          <p:cNvSpPr/>
          <p:nvPr/>
        </p:nvSpPr>
        <p:spPr>
          <a:xfrm>
            <a:off x="3080016" y="2722999"/>
            <a:ext cx="1024466" cy="3894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LQA1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1C2F1A-FD51-B0CA-A2EF-E3C439D1C803}"/>
              </a:ext>
            </a:extLst>
          </p:cNvPr>
          <p:cNvSpPr/>
          <p:nvPr/>
        </p:nvSpPr>
        <p:spPr>
          <a:xfrm>
            <a:off x="4807216" y="2722999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dirty="0">
                <a:latin typeface="Graphik"/>
              </a:rPr>
              <a:t>RD-</a:t>
            </a:r>
            <a:r>
              <a:rPr lang="it-IT" sz="1000" dirty="0" err="1">
                <a:latin typeface="Graphik"/>
              </a:rPr>
              <a:t>Sup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A329EC-F4A8-4E72-7636-F9C2D4ADCD18}"/>
              </a:ext>
            </a:extLst>
          </p:cNvPr>
          <p:cNvSpPr/>
          <p:nvPr/>
        </p:nvSpPr>
        <p:spPr>
          <a:xfrm>
            <a:off x="6534416" y="2722999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kern="1200" dirty="0">
                <a:latin typeface="Graphik"/>
                <a:ea typeface="+mn-ea"/>
                <a:cs typeface="+mn-cs"/>
              </a:rPr>
              <a:t>INT-</a:t>
            </a:r>
            <a:r>
              <a:rPr lang="it-IT" sz="1000" kern="1200" dirty="0" err="1">
                <a:latin typeface="Graphik"/>
                <a:ea typeface="+mn-ea"/>
                <a:cs typeface="+mn-cs"/>
              </a:rPr>
              <a:t>Sup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CF3D5-7734-8D69-B622-1E2A6306A02B}"/>
              </a:ext>
            </a:extLst>
          </p:cNvPr>
          <p:cNvSpPr/>
          <p:nvPr/>
        </p:nvSpPr>
        <p:spPr>
          <a:xfrm>
            <a:off x="10059936" y="2722998"/>
            <a:ext cx="1024466" cy="3894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CD8A76-6827-8A90-58C0-E9F0C1868EF6}"/>
              </a:ext>
            </a:extLst>
          </p:cNvPr>
          <p:cNvSpPr/>
          <p:nvPr/>
        </p:nvSpPr>
        <p:spPr>
          <a:xfrm>
            <a:off x="3080016" y="4039938"/>
            <a:ext cx="1024466" cy="3894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LQA2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FD36A2C-F9F6-21B5-2F62-46C7916BDDA5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auto">
          <a:xfrm>
            <a:off x="2377282" y="4234671"/>
            <a:ext cx="702734" cy="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A6D8941-FD57-578F-4857-C242F628EBC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 bwMode="auto">
          <a:xfrm>
            <a:off x="2377282" y="2917732"/>
            <a:ext cx="702734" cy="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C340BC5-CD7F-96BB-EA5B-1CD3031F271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 bwMode="auto">
          <a:xfrm>
            <a:off x="4104482" y="2917733"/>
            <a:ext cx="70273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60969FA-F934-1280-0267-2E1907286C6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 bwMode="auto">
          <a:xfrm>
            <a:off x="5831682" y="2917733"/>
            <a:ext cx="70273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7851F33-EF34-6D86-728F-6B0F7282E56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 bwMode="auto">
          <a:xfrm flipV="1">
            <a:off x="7558882" y="2917732"/>
            <a:ext cx="2501054" cy="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2" name="Graphic 61" descr="Connected with solid fill">
            <a:extLst>
              <a:ext uri="{FF2B5EF4-FFF2-40B4-BE49-F238E27FC236}">
                <a16:creationId xmlns:a16="http://schemas.microsoft.com/office/drawing/2014/main" id="{4CD2A267-8F9A-CB9A-C7D2-6DBD8C2438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1756" y="2810634"/>
            <a:ext cx="225873" cy="225873"/>
          </a:xfrm>
          <a:prstGeom prst="rect">
            <a:avLst/>
          </a:prstGeom>
        </p:spPr>
      </p:pic>
      <p:pic>
        <p:nvPicPr>
          <p:cNvPr id="63" name="Graphic 62" descr="Connected with solid fill">
            <a:extLst>
              <a:ext uri="{FF2B5EF4-FFF2-40B4-BE49-F238E27FC236}">
                <a16:creationId xmlns:a16="http://schemas.microsoft.com/office/drawing/2014/main" id="{8435CF2E-E052-85E7-4D73-A2118A16D0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4556" y="2790324"/>
            <a:ext cx="225873" cy="225873"/>
          </a:xfrm>
          <a:prstGeom prst="rect">
            <a:avLst/>
          </a:prstGeom>
        </p:spPr>
      </p:pic>
      <p:pic>
        <p:nvPicPr>
          <p:cNvPr id="69" name="Graphic 68" descr="Connected with solid fill">
            <a:extLst>
              <a:ext uri="{FF2B5EF4-FFF2-40B4-BE49-F238E27FC236}">
                <a16:creationId xmlns:a16="http://schemas.microsoft.com/office/drawing/2014/main" id="{86FE93A9-F52B-EB41-C7BD-65EA4D723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3857" y="2810634"/>
            <a:ext cx="225873" cy="225873"/>
          </a:xfrm>
          <a:prstGeom prst="rect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D0328C58-22DC-5972-291A-A3FBB41416BB}"/>
              </a:ext>
            </a:extLst>
          </p:cNvPr>
          <p:cNvSpPr/>
          <p:nvPr/>
        </p:nvSpPr>
        <p:spPr>
          <a:xfrm>
            <a:off x="7505670" y="2673033"/>
            <a:ext cx="108000" cy="108000"/>
          </a:xfrm>
          <a:prstGeom prst="ellipse">
            <a:avLst/>
          </a:prstGeom>
          <a:solidFill>
            <a:srgbClr val="F40009"/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1E70055-249C-5B30-BD5B-A4863DFB172C}"/>
              </a:ext>
            </a:extLst>
          </p:cNvPr>
          <p:cNvSpPr/>
          <p:nvPr/>
        </p:nvSpPr>
        <p:spPr>
          <a:xfrm>
            <a:off x="4054342" y="2664394"/>
            <a:ext cx="108000" cy="108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A959E7A-695D-7F8B-F0DF-B7D18C5D41B1}"/>
              </a:ext>
            </a:extLst>
          </p:cNvPr>
          <p:cNvGrpSpPr/>
          <p:nvPr/>
        </p:nvGrpSpPr>
        <p:grpSpPr>
          <a:xfrm>
            <a:off x="4056837" y="3987226"/>
            <a:ext cx="178176" cy="110579"/>
            <a:chOff x="7507567" y="3749778"/>
            <a:chExt cx="178176" cy="110579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2C9A22C-9979-7CED-7F9E-EE7EDDFDCB2F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40691D7-9EF5-BDF1-5E9A-E50BEEEF7205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B7C0B22-691D-2625-33E0-C28FCB909302}"/>
              </a:ext>
            </a:extLst>
          </p:cNvPr>
          <p:cNvGrpSpPr/>
          <p:nvPr/>
        </p:nvGrpSpPr>
        <p:grpSpPr>
          <a:xfrm>
            <a:off x="5777331" y="2670454"/>
            <a:ext cx="178176" cy="110579"/>
            <a:chOff x="7507567" y="3749778"/>
            <a:chExt cx="178176" cy="110579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47A690BE-23F9-8F8E-E56A-CB5809566DAC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DAD3D0C-1AC7-BC2F-0719-6F734CD2A786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A7FD038-364D-60E6-651E-582F42CC0CF4}"/>
              </a:ext>
            </a:extLst>
          </p:cNvPr>
          <p:cNvSpPr/>
          <p:nvPr/>
        </p:nvSpPr>
        <p:spPr>
          <a:xfrm>
            <a:off x="1251820" y="4252608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Dev#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C5E82A-C444-98A9-3A73-745CEAB82181}"/>
              </a:ext>
            </a:extLst>
          </p:cNvPr>
          <p:cNvSpPr/>
          <p:nvPr/>
        </p:nvSpPr>
        <p:spPr>
          <a:xfrm>
            <a:off x="1352816" y="4039937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1D8C521-9BCA-662C-1B84-016E4221D429}"/>
              </a:ext>
            </a:extLst>
          </p:cNvPr>
          <p:cNvGrpSpPr/>
          <p:nvPr/>
        </p:nvGrpSpPr>
        <p:grpSpPr>
          <a:xfrm>
            <a:off x="2327832" y="3982089"/>
            <a:ext cx="178176" cy="110579"/>
            <a:chOff x="7507567" y="3749778"/>
            <a:chExt cx="178176" cy="110579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F2182E2-EC26-0AD8-0529-A815FBAD4D66}"/>
                </a:ext>
              </a:extLst>
            </p:cNvPr>
            <p:cNvSpPr/>
            <p:nvPr/>
          </p:nvSpPr>
          <p:spPr>
            <a:xfrm>
              <a:off x="7507567" y="3749778"/>
              <a:ext cx="108000" cy="108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9C39628-9C9F-4E7D-EE8D-ED560A7CE357}"/>
                </a:ext>
              </a:extLst>
            </p:cNvPr>
            <p:cNvSpPr/>
            <p:nvPr/>
          </p:nvSpPr>
          <p:spPr>
            <a:xfrm>
              <a:off x="7577743" y="3752357"/>
              <a:ext cx="108000" cy="108000"/>
            </a:xfrm>
            <a:prstGeom prst="ellipse">
              <a:avLst/>
            </a:prstGeom>
            <a:solidFill>
              <a:srgbClr val="F40009"/>
            </a:solidFill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115" name="Callout: Up Arrow 114">
            <a:extLst>
              <a:ext uri="{FF2B5EF4-FFF2-40B4-BE49-F238E27FC236}">
                <a16:creationId xmlns:a16="http://schemas.microsoft.com/office/drawing/2014/main" id="{CD094E2C-6C4C-8D2F-A120-C5F0D29D9739}"/>
              </a:ext>
            </a:extLst>
          </p:cNvPr>
          <p:cNvSpPr/>
          <p:nvPr/>
        </p:nvSpPr>
        <p:spPr>
          <a:xfrm>
            <a:off x="3080016" y="4696014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Used by Developers for Unit Test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6" name="Callout: Up Arrow 115">
            <a:extLst>
              <a:ext uri="{FF2B5EF4-FFF2-40B4-BE49-F238E27FC236}">
                <a16:creationId xmlns:a16="http://schemas.microsoft.com/office/drawing/2014/main" id="{1E4ED48D-9B97-F797-5C31-4D88817AFC7B}"/>
              </a:ext>
            </a:extLst>
          </p:cNvPr>
          <p:cNvSpPr/>
          <p:nvPr/>
        </p:nvSpPr>
        <p:spPr>
          <a:xfrm>
            <a:off x="1344351" y="4696014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Used by Developers for the build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02B8005-DD37-D0DF-1691-4C43642F1D5D}"/>
              </a:ext>
            </a:extLst>
          </p:cNvPr>
          <p:cNvSpPr/>
          <p:nvPr/>
        </p:nvSpPr>
        <p:spPr>
          <a:xfrm>
            <a:off x="11025730" y="2671551"/>
            <a:ext cx="108000" cy="108000"/>
          </a:xfrm>
          <a:prstGeom prst="ellipse">
            <a:avLst/>
          </a:prstGeom>
          <a:solidFill>
            <a:srgbClr val="F40009"/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1B9D2A-5BBF-FE51-7D30-E734EB9346E8}"/>
              </a:ext>
            </a:extLst>
          </p:cNvPr>
          <p:cNvSpPr/>
          <p:nvPr/>
        </p:nvSpPr>
        <p:spPr>
          <a:xfrm>
            <a:off x="8295234" y="2717958"/>
            <a:ext cx="1024466" cy="38946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  <a:prstDash val="sysDash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PreProd</a:t>
            </a:r>
          </a:p>
          <a:p>
            <a:pPr algn="ctr"/>
            <a:r>
              <a:rPr kumimoji="0" lang="it-IT" sz="7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Mock</a:t>
            </a:r>
            <a:r>
              <a:rPr kumimoji="0" lang="it-IT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-Deploy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D54A99-24ED-10DD-5820-77B0023A6A6A}"/>
              </a:ext>
            </a:extLst>
          </p:cNvPr>
          <p:cNvSpPr/>
          <p:nvPr/>
        </p:nvSpPr>
        <p:spPr>
          <a:xfrm>
            <a:off x="1020726" y="3918004"/>
            <a:ext cx="1202352" cy="21872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Dev2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A2596E-C2EA-474E-423F-29FC81EC3E7C}"/>
              </a:ext>
            </a:extLst>
          </p:cNvPr>
          <p:cNvSpPr/>
          <p:nvPr/>
        </p:nvSpPr>
        <p:spPr>
          <a:xfrm>
            <a:off x="2787346" y="3910528"/>
            <a:ext cx="1202352" cy="17390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LQA2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5F884-2A01-C39B-14BE-88CD17C1D518}"/>
              </a:ext>
            </a:extLst>
          </p:cNvPr>
          <p:cNvSpPr/>
          <p:nvPr/>
        </p:nvSpPr>
        <p:spPr>
          <a:xfrm>
            <a:off x="2787346" y="2592594"/>
            <a:ext cx="1202352" cy="19183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LQA1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140022-9215-596D-8CC2-8B1A8BD20F69}"/>
              </a:ext>
            </a:extLst>
          </p:cNvPr>
          <p:cNvSpPr/>
          <p:nvPr/>
        </p:nvSpPr>
        <p:spPr>
          <a:xfrm>
            <a:off x="4589937" y="2593744"/>
            <a:ext cx="1193387" cy="2097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 kern="1200">
                <a:solidFill>
                  <a:schemeClr val="bg1"/>
                </a:solidFill>
                <a:latin typeface="Graphik"/>
                <a:ea typeface="+mn-ea"/>
                <a:cs typeface="+mn-cs"/>
              </a:rPr>
              <a:t>SIT-S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46847E0-1F0E-9579-E1E7-158655BF7113}"/>
              </a:ext>
            </a:extLst>
          </p:cNvPr>
          <p:cNvSpPr/>
          <p:nvPr/>
        </p:nvSpPr>
        <p:spPr>
          <a:xfrm>
            <a:off x="6120683" y="2594777"/>
            <a:ext cx="1276376" cy="1889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700">
                <a:solidFill>
                  <a:schemeClr val="bg1"/>
                </a:solidFill>
                <a:latin typeface="Graphik"/>
              </a:rPr>
              <a:t>UAT-</a:t>
            </a:r>
            <a:r>
              <a:rPr lang="it-IT" sz="700" kern="1200">
                <a:solidFill>
                  <a:schemeClr val="bg1"/>
                </a:solidFill>
                <a:latin typeface="Graphik"/>
                <a:ea typeface="+mn-ea"/>
                <a:cs typeface="+mn-cs"/>
              </a:rPr>
              <a:t>S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B27780-898F-0FD9-4883-8CD8DB577B88}"/>
              </a:ext>
            </a:extLst>
          </p:cNvPr>
          <p:cNvSpPr/>
          <p:nvPr/>
        </p:nvSpPr>
        <p:spPr>
          <a:xfrm>
            <a:off x="9845417" y="2567883"/>
            <a:ext cx="1184422" cy="2007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Prod</a:t>
            </a: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B1C769-D09F-D999-CF81-0F62A9DC2D9C}"/>
              </a:ext>
            </a:extLst>
          </p:cNvPr>
          <p:cNvSpPr/>
          <p:nvPr/>
        </p:nvSpPr>
        <p:spPr>
          <a:xfrm>
            <a:off x="7982090" y="6392844"/>
            <a:ext cx="1024465" cy="21059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Manual D. Load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93CADC-1D31-7899-2C69-66CEB60623C6}"/>
              </a:ext>
            </a:extLst>
          </p:cNvPr>
          <p:cNvSpPr/>
          <p:nvPr/>
        </p:nvSpPr>
        <p:spPr>
          <a:xfrm>
            <a:off x="7982090" y="6123603"/>
            <a:ext cx="1024465" cy="21059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it-IT" sz="700">
                <a:solidFill>
                  <a:schemeClr val="bg1"/>
                </a:solidFill>
                <a:latin typeface="Graphik"/>
              </a:rPr>
              <a:t>Integrated D. Load</a:t>
            </a:r>
            <a:endParaRPr lang="en-US" sz="700">
              <a:solidFill>
                <a:schemeClr val="bg1"/>
              </a:solidFill>
              <a:latin typeface="Graphik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F2C14E-6F62-3CA9-DB0C-0A275C10BC8E}"/>
              </a:ext>
            </a:extLst>
          </p:cNvPr>
          <p:cNvSpPr/>
          <p:nvPr/>
        </p:nvSpPr>
        <p:spPr>
          <a:xfrm>
            <a:off x="1251820" y="2920120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Dev#</a:t>
            </a:r>
            <a:endParaRPr kumimoji="0" lang="en-US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3925-F440-27DB-3449-783419E315B5}"/>
              </a:ext>
            </a:extLst>
          </p:cNvPr>
          <p:cNvSpPr/>
          <p:nvPr/>
        </p:nvSpPr>
        <p:spPr>
          <a:xfrm>
            <a:off x="1352816" y="2722998"/>
            <a:ext cx="1024466" cy="38946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it-IT" sz="1000">
                <a:solidFill>
                  <a:srgbClr val="000000"/>
                </a:solidFill>
                <a:latin typeface="Graphik"/>
              </a:rPr>
              <a:t>Dev1</a:t>
            </a:r>
            <a:endParaRPr lang="en-US" sz="100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AF9F9E-FFB7-AEE1-6F3C-4D9EBFF4C345}"/>
              </a:ext>
            </a:extLst>
          </p:cNvPr>
          <p:cNvSpPr/>
          <p:nvPr/>
        </p:nvSpPr>
        <p:spPr>
          <a:xfrm>
            <a:off x="1024380" y="2595940"/>
            <a:ext cx="1202352" cy="20079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Dev1 </a:t>
            </a:r>
            <a:r>
              <a:rPr lang="it-IT" sz="700" kern="1200">
                <a:solidFill>
                  <a:schemeClr val="bg1"/>
                </a:solidFill>
                <a:ea typeface="+mn-ea"/>
              </a:rPr>
              <a:t>Processing service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CB039FB-9729-FAD9-3179-824CF704F638}"/>
              </a:ext>
            </a:extLst>
          </p:cNvPr>
          <p:cNvSpPr/>
          <p:nvPr/>
        </p:nvSpPr>
        <p:spPr>
          <a:xfrm>
            <a:off x="2306162" y="2673033"/>
            <a:ext cx="108000" cy="108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5EFAA60-6B95-283E-A9A3-6F886C707438}"/>
              </a:ext>
            </a:extLst>
          </p:cNvPr>
          <p:cNvSpPr/>
          <p:nvPr/>
        </p:nvSpPr>
        <p:spPr>
          <a:xfrm>
            <a:off x="576000" y="2105891"/>
            <a:ext cx="11036205" cy="1477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FR" sz="800"/>
              <a:t>                                                                                                                                                                  COPADO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97FB290-EE9F-96F2-6CEF-F8F1C350470C}"/>
              </a:ext>
            </a:extLst>
          </p:cNvPr>
          <p:cNvSpPr/>
          <p:nvPr/>
        </p:nvSpPr>
        <p:spPr>
          <a:xfrm>
            <a:off x="4798251" y="1593446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SAP DEV</a:t>
            </a:r>
            <a:endParaRPr lang="fr-FR" err="1"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D457AEB-FE4E-C43A-0F0D-5D02C3145858}"/>
              </a:ext>
            </a:extLst>
          </p:cNvPr>
          <p:cNvSpPr/>
          <p:nvPr/>
        </p:nvSpPr>
        <p:spPr>
          <a:xfrm>
            <a:off x="6519474" y="1593445"/>
            <a:ext cx="1024466" cy="389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SAP QA</a:t>
            </a:r>
            <a:endParaRPr lang="it-IT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64A816-786D-169C-94FB-652E222DDA32}"/>
              </a:ext>
            </a:extLst>
          </p:cNvPr>
          <p:cNvSpPr/>
          <p:nvPr/>
        </p:nvSpPr>
        <p:spPr>
          <a:xfrm>
            <a:off x="10077865" y="1593445"/>
            <a:ext cx="1024466" cy="3894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1000" kern="1200">
                <a:latin typeface="Graphik"/>
                <a:ea typeface="+mn-ea"/>
                <a:cs typeface="+mn-cs"/>
              </a:rPr>
              <a:t>SAP PROD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454EA5-A5B4-1238-00E8-AD9B3478114D}"/>
              </a:ext>
            </a:extLst>
          </p:cNvPr>
          <p:cNvSpPr/>
          <p:nvPr/>
        </p:nvSpPr>
        <p:spPr>
          <a:xfrm>
            <a:off x="4563035" y="1443318"/>
            <a:ext cx="1452283" cy="187768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DEAA7-1B4B-EC78-D924-85BE8AEEB480}"/>
              </a:ext>
            </a:extLst>
          </p:cNvPr>
          <p:cNvSpPr/>
          <p:nvPr/>
        </p:nvSpPr>
        <p:spPr>
          <a:xfrm>
            <a:off x="6221506" y="1443317"/>
            <a:ext cx="1461248" cy="1877683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BD046F-DE7B-46FE-89E8-A351E8D7CF85}"/>
              </a:ext>
            </a:extLst>
          </p:cNvPr>
          <p:cNvSpPr/>
          <p:nvPr/>
        </p:nvSpPr>
        <p:spPr>
          <a:xfrm>
            <a:off x="9861176" y="1443317"/>
            <a:ext cx="1461248" cy="1864659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9CF4D0-32BE-369E-3B08-35B61529193B}"/>
              </a:ext>
            </a:extLst>
          </p:cNvPr>
          <p:cNvSpPr/>
          <p:nvPr/>
        </p:nvSpPr>
        <p:spPr>
          <a:xfrm>
            <a:off x="7180027" y="2442327"/>
            <a:ext cx="746907" cy="11860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buClrTx/>
              <a:defRPr/>
            </a:pPr>
            <a:r>
              <a:rPr lang="it-IT" sz="800" kern="1200">
                <a:latin typeface="Graphik"/>
                <a:ea typeface="+mn-ea"/>
                <a:cs typeface="+mn-cs"/>
              </a:rPr>
              <a:t>Hot </a:t>
            </a:r>
            <a:r>
              <a:rPr lang="it-IT" sz="800" kern="1200" err="1">
                <a:latin typeface="Graphik"/>
                <a:ea typeface="+mn-ea"/>
                <a:cs typeface="+mn-cs"/>
              </a:rPr>
              <a:t>Fixes</a:t>
            </a:r>
            <a:endParaRPr kumimoji="0" lang="en-US" sz="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198B8F4-4B04-9B98-68F6-DA3018D6225F}"/>
              </a:ext>
            </a:extLst>
          </p:cNvPr>
          <p:cNvSpPr txBox="1"/>
          <p:nvPr/>
        </p:nvSpPr>
        <p:spPr>
          <a:xfrm>
            <a:off x="2680770" y="1523999"/>
            <a:ext cx="8536235" cy="4924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 err="1"/>
              <a:t>Existing</a:t>
            </a:r>
            <a:r>
              <a:rPr lang="fr-FR" sz="1100"/>
              <a:t> </a:t>
            </a:r>
            <a:r>
              <a:rPr lang="fr-FR" sz="1100" err="1"/>
              <a:t>legacy</a:t>
            </a:r>
            <a:r>
              <a:rPr lang="fr-FR" sz="1100"/>
              <a:t> SAP(s)</a:t>
            </a:r>
          </a:p>
          <a:p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24CB8-6ADE-6FF5-76B1-A72C6A0626C0}"/>
              </a:ext>
            </a:extLst>
          </p:cNvPr>
          <p:cNvSpPr txBox="1"/>
          <p:nvPr/>
        </p:nvSpPr>
        <p:spPr>
          <a:xfrm>
            <a:off x="8494322" y="386848"/>
            <a:ext cx="3314929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ea typeface="Verdana"/>
              </a:rPr>
              <a:t>Shared on September / October 2023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8D99EC2-C51E-25CE-E71D-49FD965E7C0A}"/>
              </a:ext>
            </a:extLst>
          </p:cNvPr>
          <p:cNvCxnSpPr>
            <a:cxnSpLocks/>
            <a:stCxn id="8" idx="2"/>
            <a:endCxn id="36" idx="2"/>
          </p:cNvCxnSpPr>
          <p:nvPr/>
        </p:nvCxnSpPr>
        <p:spPr>
          <a:xfrm rot="5400000">
            <a:off x="6423739" y="280975"/>
            <a:ext cx="1316940" cy="6979920"/>
          </a:xfrm>
          <a:prstGeom prst="bentConnector3">
            <a:avLst>
              <a:gd name="adj1" fmla="val 1173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90EC8910-D7AF-7A09-AB72-A4E55E5F3C22}"/>
              </a:ext>
            </a:extLst>
          </p:cNvPr>
          <p:cNvCxnSpPr>
            <a:stCxn id="36" idx="3"/>
            <a:endCxn id="5" idx="2"/>
          </p:cNvCxnSpPr>
          <p:nvPr/>
        </p:nvCxnSpPr>
        <p:spPr>
          <a:xfrm flipV="1">
            <a:off x="4104482" y="3112466"/>
            <a:ext cx="1214967" cy="11222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llout: Up Arrow 57">
            <a:extLst>
              <a:ext uri="{FF2B5EF4-FFF2-40B4-BE49-F238E27FC236}">
                <a16:creationId xmlns:a16="http://schemas.microsoft.com/office/drawing/2014/main" id="{630D2204-4459-52C3-48A8-EA3293177341}"/>
              </a:ext>
            </a:extLst>
          </p:cNvPr>
          <p:cNvSpPr/>
          <p:nvPr/>
        </p:nvSpPr>
        <p:spPr>
          <a:xfrm>
            <a:off x="7682754" y="4658862"/>
            <a:ext cx="1014549" cy="627509"/>
          </a:xfrm>
          <a:prstGeom prst="upArrowCallout">
            <a:avLst>
              <a:gd name="adj1" fmla="val 50000"/>
              <a:gd name="adj2" fmla="val 25000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Backport</a:t>
            </a: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Prod Fix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9" name="Callout: Up Arrow 58">
            <a:extLst>
              <a:ext uri="{FF2B5EF4-FFF2-40B4-BE49-F238E27FC236}">
                <a16:creationId xmlns:a16="http://schemas.microsoft.com/office/drawing/2014/main" id="{D85DFD17-F8D5-6F5A-7844-278EBDF5C601}"/>
              </a:ext>
            </a:extLst>
          </p:cNvPr>
          <p:cNvSpPr/>
          <p:nvPr/>
        </p:nvSpPr>
        <p:spPr>
          <a:xfrm>
            <a:off x="4832958" y="3789479"/>
            <a:ext cx="1014549" cy="627509"/>
          </a:xfrm>
          <a:prstGeom prst="upArrowCallout">
            <a:avLst>
              <a:gd name="adj1" fmla="val 50000"/>
              <a:gd name="adj2" fmla="val 23543"/>
              <a:gd name="adj3" fmla="val 25000"/>
              <a:gd name="adj4" fmla="val 7500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Start SIT/UAT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4766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CEP Colour Theme">
      <a:dk1>
        <a:srgbClr val="000000"/>
      </a:dk1>
      <a:lt1>
        <a:srgbClr val="FFFFFF"/>
      </a:lt1>
      <a:dk2>
        <a:srgbClr val="240000"/>
      </a:dk2>
      <a:lt2>
        <a:srgbClr val="878787"/>
      </a:lt2>
      <a:accent1>
        <a:srgbClr val="F40009"/>
      </a:accent1>
      <a:accent2>
        <a:srgbClr val="FF8080"/>
      </a:accent2>
      <a:accent3>
        <a:srgbClr val="DCDCDC"/>
      </a:accent3>
      <a:accent4>
        <a:srgbClr val="C3FFFF"/>
      </a:accent4>
      <a:accent5>
        <a:srgbClr val="240000"/>
      </a:accent5>
      <a:accent6>
        <a:srgbClr val="87878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EP Powerpoint Template" id="{9F1B64B8-E1BD-4F85-83AD-2E45FDC794D2}" vid="{7CC5405F-18C5-4C30-AD07-AF6EF5222DB2}"/>
    </a:ext>
  </a:extLst>
</a:theme>
</file>

<file path=ppt/theme/theme2.xml><?xml version="1.0" encoding="utf-8"?>
<a:theme xmlns:a="http://schemas.openxmlformats.org/drawingml/2006/main" name="1_Titles">
  <a:themeElements>
    <a:clrScheme name="Custom 37">
      <a:dk1>
        <a:srgbClr val="404040"/>
      </a:dk1>
      <a:lt1>
        <a:srgbClr val="FFFFFF"/>
      </a:lt1>
      <a:dk2>
        <a:srgbClr val="FF0000"/>
      </a:dk2>
      <a:lt2>
        <a:srgbClr val="808080"/>
      </a:lt2>
      <a:accent1>
        <a:srgbClr val="4E0D45"/>
      </a:accent1>
      <a:accent2>
        <a:srgbClr val="76154C"/>
      </a:accent2>
      <a:accent3>
        <a:srgbClr val="A8113E"/>
      </a:accent3>
      <a:accent4>
        <a:srgbClr val="F35909"/>
      </a:accent4>
      <a:accent5>
        <a:srgbClr val="F38700"/>
      </a:accent5>
      <a:accent6>
        <a:srgbClr val="F3AF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 lIns="0" tIns="0" rIns="0" bIns="0" rtlCol="0">
        <a:spAutoFit/>
      </a:bodyPr>
      <a:lstStyle>
        <a:defPPr algn="l">
          <a:defRPr sz="16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CEP Powerpoint Template 2022 " id="{3D4FDCFD-B698-4C8A-9858-4E38BE044F8E}" vid="{D615F980-A098-4309-8978-1582004CC5E8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A15E03B31D7B4C84DD8F51B90B97BD" ma:contentTypeVersion="6" ma:contentTypeDescription="Create a new document." ma:contentTypeScope="" ma:versionID="70ec574e6e98116e72c2377bafe2682d">
  <xsd:schema xmlns:xsd="http://www.w3.org/2001/XMLSchema" xmlns:xs="http://www.w3.org/2001/XMLSchema" xmlns:p="http://schemas.microsoft.com/office/2006/metadata/properties" xmlns:ns2="d6cbae64-d674-4786-b47d-9cf73a55dda0" xmlns:ns3="a0ca7af0-cd23-4ba7-8209-120536c0a982" targetNamespace="http://schemas.microsoft.com/office/2006/metadata/properties" ma:root="true" ma:fieldsID="79eb5593be1df1c2dfe6848f24c9f649" ns2:_="" ns3:_="">
    <xsd:import namespace="d6cbae64-d674-4786-b47d-9cf73a55dda0"/>
    <xsd:import namespace="a0ca7af0-cd23-4ba7-8209-120536c0a9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bae64-d674-4786-b47d-9cf73a55d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ca7af0-cd23-4ba7-8209-120536c0a98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0ca7af0-cd23-4ba7-8209-120536c0a982">
      <UserInfo>
        <DisplayName>Bhanot, Surita</DisplayName>
        <AccountId>16</AccountId>
        <AccountType/>
      </UserInfo>
      <UserInfo>
        <DisplayName>Kashinath, Rajesh</DisplayName>
        <AccountId>17</AccountId>
        <AccountType/>
      </UserInfo>
      <UserInfo>
        <DisplayName>Howlett, Paul</DisplayName>
        <AccountId>14</AccountId>
        <AccountType/>
      </UserInfo>
      <UserInfo>
        <DisplayName>Diewald, Sabine</DisplayName>
        <AccountId>12</AccountId>
        <AccountType/>
      </UserInfo>
      <UserInfo>
        <DisplayName>Cuomo, Alessia</DisplayName>
        <AccountId>13</AccountId>
        <AccountType/>
      </UserInfo>
      <UserInfo>
        <DisplayName>Mackie, Fiona</DisplayName>
        <AccountId>18</AccountId>
        <AccountType/>
      </UserInfo>
      <UserInfo>
        <DisplayName>Patra, Sangeeta</DisplayName>
        <AccountId>19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18F212A4-791A-46FE-8D13-423A56D3C1DA}">
  <ds:schemaRefs>
    <ds:schemaRef ds:uri="a0ca7af0-cd23-4ba7-8209-120536c0a982"/>
    <ds:schemaRef ds:uri="d6cbae64-d674-4786-b47d-9cf73a55dd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56011A-7099-494E-B6EC-F72DAD6B73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603878-975F-4B81-B5FA-E12FE4B98DCA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a0ca7af0-cd23-4ba7-8209-120536c0a982"/>
    <ds:schemaRef ds:uri="d6cbae64-d674-4786-b47d-9cf73a55dda0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867</Words>
  <Application>Microsoft Office PowerPoint</Application>
  <PresentationFormat>Widescreen</PresentationFormat>
  <Paragraphs>360</Paragraphs>
  <Slides>5</Slides>
  <Notes>2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Graphik</vt:lpstr>
      <vt:lpstr>Verdana</vt:lpstr>
      <vt:lpstr>2_Office Theme</vt:lpstr>
      <vt:lpstr>1_Titles</vt:lpstr>
      <vt:lpstr>think-cell Slide</vt:lpstr>
      <vt:lpstr>Diapositiva de think-cell</vt:lpstr>
      <vt:lpstr>CIM Landscape setup to manage Wave 1 Support and Wave 2 Release activities</vt:lpstr>
      <vt:lpstr>Option 1 - Landscape – After Germany go live</vt:lpstr>
      <vt:lpstr>Key considerations in Delivery planning using a single pipeline</vt:lpstr>
      <vt:lpstr>Proposal with an optimized usage of the current Salesforce licenses during Wave2</vt:lpstr>
      <vt:lpstr>Option 1 - Landscape – After Germany go live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Visual Identity</dc:title>
  <dc:creator>Ana Liron Atance</dc:creator>
  <cp:lastModifiedBy>Maio, Pasquale</cp:lastModifiedBy>
  <cp:revision>3</cp:revision>
  <dcterms:created xsi:type="dcterms:W3CDTF">2024-04-04T12:53:27Z</dcterms:created>
  <dcterms:modified xsi:type="dcterms:W3CDTF">2024-09-05T09:06:34Z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036b8ab-aa19-4aaf-ade5-e13533bd462a_Enabled">
    <vt:lpwstr>true</vt:lpwstr>
  </property>
  <property fmtid="{D5CDD505-2E9C-101B-9397-08002B2CF9AE}" pid="3" name="MSIP_Label_8036b8ab-aa19-4aaf-ade5-e13533bd462a_SetDate">
    <vt:lpwstr>2024-04-04T12:53:51Z</vt:lpwstr>
  </property>
  <property fmtid="{D5CDD505-2E9C-101B-9397-08002B2CF9AE}" pid="4" name="MSIP_Label_8036b8ab-aa19-4aaf-ade5-e13533bd462a_Method">
    <vt:lpwstr>Standard</vt:lpwstr>
  </property>
  <property fmtid="{D5CDD505-2E9C-101B-9397-08002B2CF9AE}" pid="5" name="MSIP_Label_8036b8ab-aa19-4aaf-ade5-e13533bd462a_Name">
    <vt:lpwstr>Internal</vt:lpwstr>
  </property>
  <property fmtid="{D5CDD505-2E9C-101B-9397-08002B2CF9AE}" pid="6" name="MSIP_Label_8036b8ab-aa19-4aaf-ade5-e13533bd462a_SiteId">
    <vt:lpwstr>c3549632-51ee-40fe-b6ae-a69f3a6cc157</vt:lpwstr>
  </property>
  <property fmtid="{D5CDD505-2E9C-101B-9397-08002B2CF9AE}" pid="7" name="MSIP_Label_8036b8ab-aa19-4aaf-ade5-e13533bd462a_ActionId">
    <vt:lpwstr>ec59cfa9-d636-4f3c-af22-c9bb8fd51351</vt:lpwstr>
  </property>
  <property fmtid="{D5CDD505-2E9C-101B-9397-08002B2CF9AE}" pid="8" name="MSIP_Label_8036b8ab-aa19-4aaf-ade5-e13533bd462a_ContentBits">
    <vt:lpwstr>2</vt:lpwstr>
  </property>
  <property fmtid="{D5CDD505-2E9C-101B-9397-08002B2CF9AE}" pid="9" name="ClassificationContentMarkingFooterLocations">
    <vt:lpwstr>2_Office Theme:9\3_Office Theme:9</vt:lpwstr>
  </property>
  <property fmtid="{D5CDD505-2E9C-101B-9397-08002B2CF9AE}" pid="10" name="ClassificationContentMarkingFooterText">
    <vt:lpwstr>Classification - Internal</vt:lpwstr>
  </property>
  <property fmtid="{D5CDD505-2E9C-101B-9397-08002B2CF9AE}" pid="11" name="ContentTypeId">
    <vt:lpwstr>0x01010028A15E03B31D7B4C84DD8F51B90B97BD</vt:lpwstr>
  </property>
  <property fmtid="{D5CDD505-2E9C-101B-9397-08002B2CF9AE}" pid="12" name="_dlc_DocIdItemGuid">
    <vt:lpwstr>e1930f78-e85e-447a-92f1-a390f94845fb</vt:lpwstr>
  </property>
  <property fmtid="{D5CDD505-2E9C-101B-9397-08002B2CF9AE}" pid="13" name="MediaServiceImageTags">
    <vt:lpwstr/>
  </property>
</Properties>
</file>