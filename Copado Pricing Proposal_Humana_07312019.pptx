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4"/>
    <p:sldMasterId id="2147483687" r:id="rId5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600">
          <p15:clr>
            <a:srgbClr val="A4A3A4"/>
          </p15:clr>
        </p15:guide>
        <p15:guide id="2" orient="horz" pos="504">
          <p15:clr>
            <a:srgbClr val="A4A3A4"/>
          </p15:clr>
        </p15:guide>
        <p15:guide id="3" pos="1536">
          <p15:clr>
            <a:srgbClr val="A4A3A4"/>
          </p15:clr>
        </p15:guide>
        <p15:guide id="4" orient="horz" pos="720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96" y="72"/>
      </p:cViewPr>
      <p:guideLst>
        <p:guide orient="horz" pos="3600"/>
        <p:guide orient="horz" pos="504"/>
        <p:guide pos="1536"/>
        <p:guide orient="horz" pos="7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ram Korivi" userId="S::rkorivi@humana.com::0daf7d92-fd82-4da4-81e1-e3adf0999711" providerId="AD" clId="Web-{305950A1-6A42-7379-1B71-ECC992CE92EE}"/>
    <pc:docChg chg="mod">
      <pc:chgData name="Rajaram Korivi" userId="S::rkorivi@humana.com::0daf7d92-fd82-4da4-81e1-e3adf0999711" providerId="AD" clId="Web-{305950A1-6A42-7379-1B71-ECC992CE92EE}" dt="2023-06-11T17:08:04.110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521127a58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521127a588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521127a58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5c6d5d7aa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5c6d5d7aae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g5c6d5d7aae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5da401b5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5da401b5a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5da401b5a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5db32263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5db32263a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5db32263a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5da401b5ad_0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5da401b5ad_0_9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5da401b5ad_0_9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5db32263a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5db32263ae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5db32263ae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da76cd52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da76cd520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5da76cd520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5da76cd520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5da76cd520_0_3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g5da76cd520_0_3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5da76cd520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5da76cd520_0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5da76cd520_0_3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52174fc730_0_4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52174fc730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Google Shape;13;p3"/>
            <p:cNvSpPr/>
            <p:nvPr/>
          </p:nvSpPr>
          <p:spPr>
            <a:xfrm>
              <a:off x="6458649" y="0"/>
              <a:ext cx="5733351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as</a:t>
              </a:r>
              <a:endParaRPr/>
            </a:p>
          </p:txBody>
        </p:sp>
        <p:grpSp>
          <p:nvGrpSpPr>
            <p:cNvPr id="14" name="Google Shape;14;p3"/>
            <p:cNvGrpSpPr/>
            <p:nvPr/>
          </p:nvGrpSpPr>
          <p:grpSpPr>
            <a:xfrm>
              <a:off x="0" y="0"/>
              <a:ext cx="6458649" cy="6858000"/>
              <a:chOff x="0" y="0"/>
              <a:chExt cx="6458649" cy="6858000"/>
            </a:xfrm>
          </p:grpSpPr>
          <p:pic>
            <p:nvPicPr>
              <p:cNvPr id="15" name="Google Shape;15;p3"/>
              <p:cNvPicPr preferRelativeResize="0"/>
              <p:nvPr/>
            </p:nvPicPr>
            <p:blipFill rotWithShape="1">
              <a:blip r:embed="rId2">
                <a:alphaModFix/>
              </a:blip>
              <a:srcRect l="14450" r="32603" b="15667"/>
              <a:stretch/>
            </p:blipFill>
            <p:spPr>
              <a:xfrm>
                <a:off x="0" y="0"/>
                <a:ext cx="6458649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" name="Google Shape;16;p3"/>
              <p:cNvSpPr/>
              <p:nvPr/>
            </p:nvSpPr>
            <p:spPr>
              <a:xfrm>
                <a:off x="0" y="0"/>
                <a:ext cx="6458649" cy="685800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7DAE">
                      <a:alpha val="61960"/>
                    </a:srgbClr>
                  </a:gs>
                  <a:gs pos="85000">
                    <a:srgbClr val="1F3864">
                      <a:alpha val="70980"/>
                    </a:srgbClr>
                  </a:gs>
                  <a:gs pos="100000">
                    <a:srgbClr val="1F3864">
                      <a:alpha val="70980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" name="Google Shape;17;p3"/>
          <p:cNvSpPr/>
          <p:nvPr/>
        </p:nvSpPr>
        <p:spPr>
          <a:xfrm rot="10800000" flipH="1">
            <a:off x="0" y="519234"/>
            <a:ext cx="4228720" cy="1138665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700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1600" y="617784"/>
            <a:ext cx="3986016" cy="941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959598" y="519234"/>
            <a:ext cx="4644573" cy="587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93C6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rgbClr val="3593C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612743" y="6538686"/>
            <a:ext cx="3741057" cy="31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183256" y="6538687"/>
            <a:ext cx="812803" cy="31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0" y="-2419"/>
            <a:ext cx="12192000" cy="6860420"/>
            <a:chOff x="0" y="-2419"/>
            <a:chExt cx="12192000" cy="6860420"/>
          </a:xfrm>
        </p:grpSpPr>
        <p:sp>
          <p:nvSpPr>
            <p:cNvPr id="24" name="Google Shape;24;p4"/>
            <p:cNvSpPr/>
            <p:nvPr/>
          </p:nvSpPr>
          <p:spPr>
            <a:xfrm>
              <a:off x="0" y="0"/>
              <a:ext cx="4170717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" name="Google Shape;25;p4"/>
            <p:cNvGrpSpPr/>
            <p:nvPr/>
          </p:nvGrpSpPr>
          <p:grpSpPr>
            <a:xfrm>
              <a:off x="3186966" y="-2419"/>
              <a:ext cx="9005034" cy="6860420"/>
              <a:chOff x="3186966" y="-2419"/>
              <a:chExt cx="9005034" cy="6860420"/>
            </a:xfrm>
          </p:grpSpPr>
          <p:pic>
            <p:nvPicPr>
              <p:cNvPr id="26" name="Google Shape;26;p4"/>
              <p:cNvPicPr preferRelativeResize="0"/>
              <p:nvPr/>
            </p:nvPicPr>
            <p:blipFill rotWithShape="1">
              <a:blip r:embed="rId2">
                <a:alphaModFix/>
              </a:blip>
              <a:srcRect l="12493"/>
              <a:stretch/>
            </p:blipFill>
            <p:spPr>
              <a:xfrm>
                <a:off x="3186966" y="-2419"/>
                <a:ext cx="9005034" cy="68604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" name="Google Shape;27;p4"/>
              <p:cNvSpPr/>
              <p:nvPr/>
            </p:nvSpPr>
            <p:spPr>
              <a:xfrm>
                <a:off x="3186966" y="1"/>
                <a:ext cx="9005034" cy="685800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A1E0">
                      <a:alpha val="65882"/>
                    </a:srgbClr>
                  </a:gs>
                  <a:gs pos="19000">
                    <a:srgbClr val="00A1E0">
                      <a:alpha val="65882"/>
                    </a:srgbClr>
                  </a:gs>
                  <a:gs pos="76000">
                    <a:srgbClr val="1F3864">
                      <a:alpha val="91764"/>
                    </a:srgbClr>
                  </a:gs>
                  <a:gs pos="100000">
                    <a:srgbClr val="1F3864">
                      <a:alpha val="91764"/>
                    </a:srgbClr>
                  </a:gs>
                </a:gsLst>
                <a:lin ang="81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030" y="6021628"/>
            <a:ext cx="2511770" cy="67671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4969" y="2495247"/>
            <a:ext cx="2960914" cy="186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3C6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593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3412583" y="2999618"/>
            <a:ext cx="5914569" cy="85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0"/>
            <a:ext cx="8908473" cy="6858000"/>
            <a:chOff x="0" y="0"/>
            <a:chExt cx="12192000" cy="6858000"/>
          </a:xfrm>
        </p:grpSpPr>
        <p:sp>
          <p:nvSpPr>
            <p:cNvPr id="33" name="Google Shape;33;p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0"/>
              <a:ext cx="12191999" cy="6857999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65882"/>
                  </a:srgbClr>
                </a:gs>
                <a:gs pos="19000">
                  <a:srgbClr val="00A1E0">
                    <a:alpha val="65882"/>
                  </a:srgbClr>
                </a:gs>
                <a:gs pos="100000">
                  <a:srgbClr val="1F3864">
                    <a:alpha val="9176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42632" y="6028886"/>
            <a:ext cx="2511770" cy="67671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118060" y="2496457"/>
            <a:ext cx="2960914" cy="186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3C6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593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2861040" y="3000828"/>
            <a:ext cx="5914569" cy="85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1">
  <p:cSld name="Title Page 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-1" y="-7402"/>
            <a:ext cx="12192001" cy="6883137"/>
            <a:chOff x="-1" y="-7402"/>
            <a:chExt cx="12192001" cy="6883137"/>
          </a:xfrm>
        </p:grpSpPr>
        <p:pic>
          <p:nvPicPr>
            <p:cNvPr id="40" name="Google Shape;40;p6"/>
            <p:cNvPicPr preferRelativeResize="0"/>
            <p:nvPr/>
          </p:nvPicPr>
          <p:blipFill rotWithShape="1">
            <a:blip r:embed="rId2">
              <a:alphaModFix/>
            </a:blip>
            <a:srcRect b="15575"/>
            <a:stretch/>
          </p:blipFill>
          <p:spPr>
            <a:xfrm>
              <a:off x="0" y="-7402"/>
              <a:ext cx="12191999" cy="68654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6"/>
            <p:cNvSpPr/>
            <p:nvPr/>
          </p:nvSpPr>
          <p:spPr>
            <a:xfrm>
              <a:off x="0" y="-7402"/>
              <a:ext cx="12192000" cy="688313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82745"/>
                  </a:srgbClr>
                </a:gs>
                <a:gs pos="85000">
                  <a:srgbClr val="1F3864">
                    <a:alpha val="68627"/>
                  </a:srgbClr>
                </a:gs>
                <a:gs pos="100000">
                  <a:srgbClr val="1F3864">
                    <a:alpha val="6862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10800000" flipH="1">
              <a:off x="-1" y="4238164"/>
              <a:ext cx="12192000" cy="2627237"/>
            </a:xfrm>
            <a:prstGeom prst="round2SameRect">
              <a:avLst>
                <a:gd name="adj1" fmla="val 1143"/>
                <a:gd name="adj2" fmla="val 0"/>
              </a:avLst>
            </a:prstGeom>
            <a:gradFill>
              <a:gsLst>
                <a:gs pos="0">
                  <a:srgbClr val="FFFFFF">
                    <a:alpha val="60784"/>
                  </a:srgbClr>
                </a:gs>
                <a:gs pos="48700">
                  <a:srgbClr val="FFFFFF">
                    <a:alpha val="28627"/>
                  </a:srgbClr>
                </a:gs>
                <a:gs pos="100000">
                  <a:srgbClr val="D6DCE5">
                    <a:alpha val="20000"/>
                  </a:srgbClr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" name="Google Shape;43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533" y="370005"/>
              <a:ext cx="3628897" cy="973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6"/>
            <p:cNvSpPr txBox="1"/>
            <p:nvPr/>
          </p:nvSpPr>
          <p:spPr>
            <a:xfrm>
              <a:off x="359761" y="1592279"/>
              <a:ext cx="8483600" cy="523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Salesforce Releaseware for Faster, Error-Free Deployments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" name="Google Shape;45;p6"/>
            <p:cNvGrpSpPr/>
            <p:nvPr/>
          </p:nvGrpSpPr>
          <p:grpSpPr>
            <a:xfrm>
              <a:off x="2268653" y="5981085"/>
              <a:ext cx="7710616" cy="611424"/>
              <a:chOff x="1556010" y="5592836"/>
              <a:chExt cx="6477064" cy="439946"/>
            </a:xfrm>
          </p:grpSpPr>
          <p:pic>
            <p:nvPicPr>
              <p:cNvPr id="46" name="Google Shape;46;p6" descr="Google Shape;636;p8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214415" y="5592836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" name="Google Shape;47;p6" descr="Google Shape;637;p8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872137" y="5592843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Google Shape;48;p6" descr="Google Shape;638;p8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531012" y="5592848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Google Shape;49;p6" descr="Google Shape;639;p87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556010" y="5592848"/>
                <a:ext cx="1500140" cy="4399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1527627" y="4772391"/>
            <a:ext cx="9136743" cy="941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2">
  <p:cSld name="Title Page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7"/>
          <p:cNvGrpSpPr/>
          <p:nvPr/>
        </p:nvGrpSpPr>
        <p:grpSpPr>
          <a:xfrm>
            <a:off x="-27960" y="-11318"/>
            <a:ext cx="12219961" cy="6887054"/>
            <a:chOff x="-27960" y="-11318"/>
            <a:chExt cx="12219961" cy="6887054"/>
          </a:xfrm>
        </p:grpSpPr>
        <p:pic>
          <p:nvPicPr>
            <p:cNvPr id="53" name="Google Shape;53;p7"/>
            <p:cNvPicPr preferRelativeResize="0"/>
            <p:nvPr/>
          </p:nvPicPr>
          <p:blipFill rotWithShape="1">
            <a:blip r:embed="rId2">
              <a:alphaModFix/>
            </a:blip>
            <a:srcRect t="4342" b="10919"/>
            <a:stretch/>
          </p:blipFill>
          <p:spPr>
            <a:xfrm>
              <a:off x="-27960" y="-11318"/>
              <a:ext cx="12219960" cy="68870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7"/>
            <p:cNvSpPr/>
            <p:nvPr/>
          </p:nvSpPr>
          <p:spPr>
            <a:xfrm>
              <a:off x="-27959" y="-11318"/>
              <a:ext cx="12219960" cy="687573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73725"/>
                  </a:srgbClr>
                </a:gs>
                <a:gs pos="85000">
                  <a:srgbClr val="1F3864">
                    <a:alpha val="68627"/>
                  </a:srgbClr>
                </a:gs>
                <a:gs pos="100000">
                  <a:srgbClr val="1F3864">
                    <a:alpha val="6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1906269" y="1132114"/>
              <a:ext cx="8379462" cy="4397828"/>
            </a:xfrm>
            <a:prstGeom prst="roundRect">
              <a:avLst>
                <a:gd name="adj" fmla="val 62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A1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" name="Google Shape;56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35988" y="1367467"/>
              <a:ext cx="3726461" cy="1003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7"/>
            <p:cNvSpPr txBox="1"/>
            <p:nvPr/>
          </p:nvSpPr>
          <p:spPr>
            <a:xfrm>
              <a:off x="2135988" y="2606794"/>
              <a:ext cx="8149743" cy="523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93C6"/>
                </a:buClr>
                <a:buSzPts val="2200"/>
                <a:buFont typeface="Arial"/>
                <a:buNone/>
              </a:pPr>
              <a:r>
                <a:rPr lang="en-US" sz="2200">
                  <a:solidFill>
                    <a:srgbClr val="3593C6"/>
                  </a:solidFill>
                  <a:latin typeface="Arial"/>
                  <a:ea typeface="Arial"/>
                  <a:cs typeface="Arial"/>
                  <a:sym typeface="Arial"/>
                </a:rPr>
                <a:t>Salesforce Releaseware for Faster, Error-Free Deployments</a:t>
              </a:r>
              <a:endParaRPr/>
            </a:p>
          </p:txBody>
        </p:sp>
        <p:grpSp>
          <p:nvGrpSpPr>
            <p:cNvPr id="58" name="Google Shape;58;p7"/>
            <p:cNvGrpSpPr/>
            <p:nvPr/>
          </p:nvGrpSpPr>
          <p:grpSpPr>
            <a:xfrm>
              <a:off x="2254806" y="5891468"/>
              <a:ext cx="7710616" cy="611424"/>
              <a:chOff x="1556010" y="5592836"/>
              <a:chExt cx="6477064" cy="439946"/>
            </a:xfrm>
          </p:grpSpPr>
          <p:pic>
            <p:nvPicPr>
              <p:cNvPr id="59" name="Google Shape;59;p7" descr="Google Shape;636;p8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214415" y="5592836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" name="Google Shape;60;p7" descr="Google Shape;637;p8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872137" y="5592843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" name="Google Shape;61;p7" descr="Google Shape;638;p8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531012" y="5592848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" name="Google Shape;62;p7" descr="Google Shape;639;p87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556010" y="5592848"/>
                <a:ext cx="1500140" cy="4399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1973943" y="4172857"/>
            <a:ext cx="8236857" cy="111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3C6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593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3">
  <p:cSld name="Title Page 3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8"/>
          <p:cNvGrpSpPr/>
          <p:nvPr/>
        </p:nvGrpSpPr>
        <p:grpSpPr>
          <a:xfrm>
            <a:off x="-6178" y="-18408"/>
            <a:ext cx="12198177" cy="6894144"/>
            <a:chOff x="-6178" y="-18408"/>
            <a:chExt cx="12198177" cy="6894144"/>
          </a:xfrm>
        </p:grpSpPr>
        <p:sp>
          <p:nvSpPr>
            <p:cNvPr id="66" name="Google Shape;66;p8"/>
            <p:cNvSpPr/>
            <p:nvPr/>
          </p:nvSpPr>
          <p:spPr>
            <a:xfrm>
              <a:off x="-6178" y="0"/>
              <a:ext cx="12198177" cy="6875736"/>
            </a:xfrm>
            <a:prstGeom prst="roundRect">
              <a:avLst>
                <a:gd name="adj" fmla="val 0"/>
              </a:avLst>
            </a:prstGeom>
            <a:solidFill>
              <a:srgbClr val="3593C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8"/>
            <p:cNvSpPr/>
            <p:nvPr/>
          </p:nvSpPr>
          <p:spPr>
            <a:xfrm rot="10800000" flipH="1">
              <a:off x="-6178" y="5895048"/>
              <a:ext cx="12198177" cy="980688"/>
            </a:xfrm>
            <a:prstGeom prst="round2SameRect">
              <a:avLst>
                <a:gd name="adj1" fmla="val 554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A1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 rot="10800000" flipH="1">
              <a:off x="1545771" y="-18408"/>
              <a:ext cx="9136743" cy="2623719"/>
            </a:xfrm>
            <a:prstGeom prst="round2SameRect">
              <a:avLst>
                <a:gd name="adj1" fmla="val 554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p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43387" y="312872"/>
              <a:ext cx="3731699" cy="10053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8"/>
            <p:cNvSpPr txBox="1"/>
            <p:nvPr/>
          </p:nvSpPr>
          <p:spPr>
            <a:xfrm>
              <a:off x="1943387" y="1580331"/>
              <a:ext cx="8149743" cy="523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593C6"/>
                </a:buClr>
                <a:buSzPts val="2200"/>
                <a:buFont typeface="Arial"/>
                <a:buNone/>
              </a:pPr>
              <a:r>
                <a:rPr lang="en-US" sz="2200">
                  <a:solidFill>
                    <a:srgbClr val="3593C6"/>
                  </a:solidFill>
                  <a:latin typeface="Arial"/>
                  <a:ea typeface="Arial"/>
                  <a:cs typeface="Arial"/>
                  <a:sym typeface="Arial"/>
                </a:rPr>
                <a:t>Salesforce Releaseware for Faster, Error-Free Deployments</a:t>
              </a:r>
              <a:endParaRPr/>
            </a:p>
          </p:txBody>
        </p:sp>
        <p:grpSp>
          <p:nvGrpSpPr>
            <p:cNvPr id="71" name="Google Shape;71;p8"/>
            <p:cNvGrpSpPr/>
            <p:nvPr/>
          </p:nvGrpSpPr>
          <p:grpSpPr>
            <a:xfrm>
              <a:off x="2258834" y="6079680"/>
              <a:ext cx="7710616" cy="611424"/>
              <a:chOff x="1556010" y="5592836"/>
              <a:chExt cx="6477064" cy="439946"/>
            </a:xfrm>
          </p:grpSpPr>
          <p:pic>
            <p:nvPicPr>
              <p:cNvPr id="72" name="Google Shape;72;p8" descr="Google Shape;636;p8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214415" y="5592836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8" descr="Google Shape;637;p8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872137" y="5592843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8" descr="Google Shape;638;p8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531012" y="5592848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8" descr="Google Shape;639;p8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556010" y="5592848"/>
                <a:ext cx="1500140" cy="4399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1545771" y="3934298"/>
            <a:ext cx="9136743" cy="941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9"/>
          <p:cNvGrpSpPr/>
          <p:nvPr/>
        </p:nvGrpSpPr>
        <p:grpSpPr>
          <a:xfrm>
            <a:off x="-1" y="0"/>
            <a:ext cx="12192001" cy="6883137"/>
            <a:chOff x="-1" y="-7402"/>
            <a:chExt cx="12192001" cy="6883137"/>
          </a:xfrm>
        </p:grpSpPr>
        <p:grpSp>
          <p:nvGrpSpPr>
            <p:cNvPr id="79" name="Google Shape;79;p9"/>
            <p:cNvGrpSpPr/>
            <p:nvPr/>
          </p:nvGrpSpPr>
          <p:grpSpPr>
            <a:xfrm>
              <a:off x="0" y="-7402"/>
              <a:ext cx="12192000" cy="6883137"/>
              <a:chOff x="0" y="-7402"/>
              <a:chExt cx="12192000" cy="6883137"/>
            </a:xfrm>
          </p:grpSpPr>
          <p:pic>
            <p:nvPicPr>
              <p:cNvPr id="80" name="Google Shape;80;p9"/>
              <p:cNvPicPr preferRelativeResize="0"/>
              <p:nvPr/>
            </p:nvPicPr>
            <p:blipFill rotWithShape="1">
              <a:blip r:embed="rId2">
                <a:alphaModFix/>
              </a:blip>
              <a:srcRect t="25000"/>
              <a:stretch/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" name="Google Shape;81;p9"/>
              <p:cNvSpPr/>
              <p:nvPr/>
            </p:nvSpPr>
            <p:spPr>
              <a:xfrm>
                <a:off x="0" y="-7402"/>
                <a:ext cx="12192000" cy="6883137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A1E0">
                      <a:alpha val="71764"/>
                    </a:srgbClr>
                  </a:gs>
                  <a:gs pos="85000">
                    <a:srgbClr val="1F3864">
                      <a:alpha val="78823"/>
                    </a:srgbClr>
                  </a:gs>
                  <a:gs pos="100000">
                    <a:srgbClr val="1F3864">
                      <a:alpha val="78823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" name="Google Shape;82;p9"/>
            <p:cNvSpPr/>
            <p:nvPr/>
          </p:nvSpPr>
          <p:spPr>
            <a:xfrm rot="10800000" flipH="1">
              <a:off x="-1" y="4238164"/>
              <a:ext cx="12192000" cy="2627237"/>
            </a:xfrm>
            <a:prstGeom prst="round2SameRect">
              <a:avLst>
                <a:gd name="adj1" fmla="val 1143"/>
                <a:gd name="adj2" fmla="val 0"/>
              </a:avLst>
            </a:prstGeom>
            <a:gradFill>
              <a:gsLst>
                <a:gs pos="0">
                  <a:srgbClr val="FFFFFF">
                    <a:alpha val="60784"/>
                  </a:srgbClr>
                </a:gs>
                <a:gs pos="48700">
                  <a:srgbClr val="FFFFFF">
                    <a:alpha val="28627"/>
                  </a:srgbClr>
                </a:gs>
                <a:gs pos="100000">
                  <a:srgbClr val="D6DCE5">
                    <a:alpha val="20000"/>
                  </a:srgbClr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" name="Google Shape;83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533" y="370005"/>
              <a:ext cx="3628897" cy="973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 txBox="1"/>
            <p:nvPr/>
          </p:nvSpPr>
          <p:spPr>
            <a:xfrm>
              <a:off x="359761" y="1592279"/>
              <a:ext cx="8483600" cy="523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Salesforce Releaseware for Faster, Error-Free Deployments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" name="Google Shape;85;p9"/>
            <p:cNvGrpSpPr/>
            <p:nvPr/>
          </p:nvGrpSpPr>
          <p:grpSpPr>
            <a:xfrm>
              <a:off x="2268653" y="5981085"/>
              <a:ext cx="7710616" cy="611424"/>
              <a:chOff x="1556010" y="5592836"/>
              <a:chExt cx="6477064" cy="439946"/>
            </a:xfrm>
          </p:grpSpPr>
          <p:pic>
            <p:nvPicPr>
              <p:cNvPr id="86" name="Google Shape;86;p9" descr="Google Shape;636;p8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214415" y="5592836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" name="Google Shape;87;p9" descr="Google Shape;637;p8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872137" y="5592843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" name="Google Shape;88;p9" descr="Google Shape;638;p8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531012" y="5592848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" name="Google Shape;89;p9" descr="Google Shape;639;p87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556010" y="5592848"/>
                <a:ext cx="1500140" cy="4399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0" name="Google Shape;90;p9"/>
          <p:cNvSpPr txBox="1"/>
          <p:nvPr/>
        </p:nvSpPr>
        <p:spPr>
          <a:xfrm>
            <a:off x="4273365" y="4877342"/>
            <a:ext cx="3746865" cy="137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3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1"/>
          <p:cNvGrpSpPr/>
          <p:nvPr/>
        </p:nvGrpSpPr>
        <p:grpSpPr>
          <a:xfrm>
            <a:off x="0" y="0"/>
            <a:ext cx="12192000" cy="6875700"/>
            <a:chOff x="0" y="0"/>
            <a:chExt cx="12192000" cy="6875700"/>
          </a:xfrm>
        </p:grpSpPr>
        <p:sp>
          <p:nvSpPr>
            <p:cNvPr id="98" name="Google Shape;98;p11"/>
            <p:cNvSpPr/>
            <p:nvPr/>
          </p:nvSpPr>
          <p:spPr>
            <a:xfrm>
              <a:off x="0" y="0"/>
              <a:ext cx="12192000" cy="6875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" name="Google Shape;99;p11"/>
            <p:cNvPicPr preferRelativeResize="0"/>
            <p:nvPr/>
          </p:nvPicPr>
          <p:blipFill rotWithShape="1">
            <a:blip r:embed="rId2">
              <a:alphaModFix/>
            </a:blip>
            <a:srcRect l="21408"/>
            <a:stretch/>
          </p:blipFill>
          <p:spPr>
            <a:xfrm>
              <a:off x="4107542" y="0"/>
              <a:ext cx="8084458" cy="6857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1"/>
            <p:cNvSpPr/>
            <p:nvPr/>
          </p:nvSpPr>
          <p:spPr>
            <a:xfrm>
              <a:off x="4107542" y="0"/>
              <a:ext cx="8084400" cy="68757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71764"/>
                  </a:srgbClr>
                </a:gs>
                <a:gs pos="85000">
                  <a:srgbClr val="1E4E79">
                    <a:alpha val="78823"/>
                  </a:srgbClr>
                </a:gs>
                <a:gs pos="100000">
                  <a:srgbClr val="1E4E79">
                    <a:alpha val="78823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1"/>
          <p:cNvSpPr txBox="1">
            <a:spLocks noGrp="1"/>
          </p:cNvSpPr>
          <p:nvPr>
            <p:ph type="title"/>
          </p:nvPr>
        </p:nvSpPr>
        <p:spPr>
          <a:xfrm>
            <a:off x="442684" y="515255"/>
            <a:ext cx="3309300" cy="14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42684" y="2227942"/>
            <a:ext cx="33093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2_Blue_Code">
  <p:cSld name="Header 2_Blue_Cod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ftr" idx="11"/>
          </p:nvPr>
        </p:nvSpPr>
        <p:spPr>
          <a:xfrm>
            <a:off x="7612743" y="6538686"/>
            <a:ext cx="37410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sldNum" idx="12"/>
          </p:nvPr>
        </p:nvSpPr>
        <p:spPr>
          <a:xfrm>
            <a:off x="11183256" y="6538687"/>
            <a:ext cx="812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t="44486" r="13897" b="46088"/>
          <a:stretch/>
        </p:blipFill>
        <p:spPr>
          <a:xfrm>
            <a:off x="0" y="-22443"/>
            <a:ext cx="12192000" cy="88976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/>
          <p:nvPr/>
        </p:nvSpPr>
        <p:spPr>
          <a:xfrm>
            <a:off x="-7257" y="-22444"/>
            <a:ext cx="12205500" cy="8898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71764"/>
                </a:srgbClr>
              </a:gs>
              <a:gs pos="85000">
                <a:srgbClr val="1E4E79"/>
              </a:gs>
              <a:gs pos="100000">
                <a:srgbClr val="1E4E79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2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1"/>
          </p:nvPr>
        </p:nvSpPr>
        <p:spPr>
          <a:xfrm>
            <a:off x="838200" y="1523999"/>
            <a:ext cx="10515600" cy="46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11346543" y="87158"/>
            <a:ext cx="670561" cy="670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1_White">
  <p:cSld name="Header 1_Whi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217088" y="121726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67691" y="775522"/>
            <a:ext cx="457500" cy="0"/>
          </a:xfrm>
          <a:prstGeom prst="straightConnector1">
            <a:avLst/>
          </a:prstGeom>
          <a:noFill/>
          <a:ln w="28575" cap="rnd" cmpd="sng">
            <a:solidFill>
              <a:srgbClr val="3593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3"/>
          <p:cNvSpPr txBox="1"/>
          <p:nvPr/>
        </p:nvSpPr>
        <p:spPr>
          <a:xfrm>
            <a:off x="8742218" y="669174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031" y="6432325"/>
            <a:ext cx="1398787" cy="37685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>
            <a:spLocks noGrp="1"/>
          </p:cNvSpPr>
          <p:nvPr>
            <p:ph type="ftr" idx="11"/>
          </p:nvPr>
        </p:nvSpPr>
        <p:spPr>
          <a:xfrm>
            <a:off x="7605486" y="6470245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3" name="Google Shape;123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160"/>
              <a:buFont typeface="Noto Sans Symbols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Noto Sans Symbols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ourier New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ftr" idx="11"/>
          </p:nvPr>
        </p:nvSpPr>
        <p:spPr>
          <a:xfrm>
            <a:off x="7605486" y="646814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Divider 4">
  <p:cSld name="1_Section Divider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65882"/>
                </a:srgbClr>
              </a:gs>
              <a:gs pos="19000">
                <a:srgbClr val="00A1E0">
                  <a:alpha val="65882"/>
                </a:srgbClr>
              </a:gs>
              <a:gs pos="100000">
                <a:srgbClr val="1E4E79">
                  <a:alpha val="91764"/>
                </a:srgbClr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15"/>
          <p:cNvCxnSpPr/>
          <p:nvPr/>
        </p:nvCxnSpPr>
        <p:spPr>
          <a:xfrm>
            <a:off x="2438400" y="-7257"/>
            <a:ext cx="0" cy="2743200"/>
          </a:xfrm>
          <a:prstGeom prst="straightConnector1">
            <a:avLst/>
          </a:prstGeom>
          <a:noFill/>
          <a:ln w="19050" cap="flat" cmpd="sng">
            <a:solidFill>
              <a:schemeClr val="lt1">
                <a:alpha val="6588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7242027" y="2827545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>
            <a:spLocks noGrp="1"/>
          </p:cNvSpPr>
          <p:nvPr>
            <p:ph type="title"/>
          </p:nvPr>
        </p:nvSpPr>
        <p:spPr>
          <a:xfrm>
            <a:off x="2748617" y="1882353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body" idx="1"/>
          </p:nvPr>
        </p:nvSpPr>
        <p:spPr>
          <a:xfrm>
            <a:off x="1584728" y="3000827"/>
            <a:ext cx="59220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11622126" y="6423303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fld id="{00000000-1234-1234-1234-123412341234}" type="slidenum">
              <a:rPr lang="en-US" sz="1600" b="1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1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2">
            <a:alphaModFix/>
          </a:blip>
          <a:srcRect b="15718"/>
          <a:stretch/>
        </p:blipFill>
        <p:spPr>
          <a:xfrm>
            <a:off x="0" y="0"/>
            <a:ext cx="12191997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63921"/>
                </a:srgbClr>
              </a:gs>
              <a:gs pos="54000">
                <a:srgbClr val="116A9A">
                  <a:alpha val="73725"/>
                </a:srgbClr>
              </a:gs>
              <a:gs pos="97000">
                <a:srgbClr val="325171">
                  <a:alpha val="74901"/>
                </a:srgbClr>
              </a:gs>
              <a:gs pos="100000">
                <a:srgbClr val="325171">
                  <a:alpha val="74901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9"/>
          <p:cNvCxnSpPr/>
          <p:nvPr/>
        </p:nvCxnSpPr>
        <p:spPr>
          <a:xfrm>
            <a:off x="9823076" y="0"/>
            <a:ext cx="0" cy="2655900"/>
          </a:xfrm>
          <a:prstGeom prst="straightConnector1">
            <a:avLst/>
          </a:prstGeom>
          <a:noFill/>
          <a:ln w="19050" cap="rnd" cmpd="sng">
            <a:solidFill>
              <a:srgbClr val="FFFFFF">
                <a:alpha val="654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19"/>
          <p:cNvSpPr txBox="1"/>
          <p:nvPr/>
        </p:nvSpPr>
        <p:spPr>
          <a:xfrm>
            <a:off x="9441067" y="2215774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-509199" y="2660633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4789717" y="1815828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1"/>
          </p:nvPr>
        </p:nvSpPr>
        <p:spPr>
          <a:xfrm>
            <a:off x="4789717" y="2930791"/>
            <a:ext cx="59220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1_White">
  <p:cSld name="1_Header 1_Whit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ftr" idx="11"/>
          </p:nvPr>
        </p:nvSpPr>
        <p:spPr>
          <a:xfrm>
            <a:off x="7605486" y="6470245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8742218" y="669174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031" y="6432325"/>
            <a:ext cx="1398787" cy="376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 rotWithShape="1">
          <a:blip r:embed="rId2">
            <a:alphaModFix/>
          </a:blip>
          <a:srcRect b="15690"/>
          <a:stretch/>
        </p:blipFill>
        <p:spPr>
          <a:xfrm>
            <a:off x="0" y="-3797"/>
            <a:ext cx="12208578" cy="6861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/>
          <p:nvPr/>
        </p:nvSpPr>
        <p:spPr>
          <a:xfrm>
            <a:off x="0" y="-7257"/>
            <a:ext cx="12208500" cy="6865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57647"/>
                </a:srgbClr>
              </a:gs>
              <a:gs pos="85000">
                <a:srgbClr val="1E4E79">
                  <a:alpha val="75686"/>
                </a:srgbClr>
              </a:gs>
              <a:gs pos="100000">
                <a:srgbClr val="1E4E79">
                  <a:alpha val="7568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21"/>
          <p:cNvCxnSpPr/>
          <p:nvPr/>
        </p:nvCxnSpPr>
        <p:spPr>
          <a:xfrm>
            <a:off x="2438400" y="-7257"/>
            <a:ext cx="0" cy="2743200"/>
          </a:xfrm>
          <a:prstGeom prst="straightConnector1">
            <a:avLst/>
          </a:prstGeom>
          <a:noFill/>
          <a:ln w="19050" cap="flat" cmpd="sng">
            <a:solidFill>
              <a:schemeClr val="lt1">
                <a:alpha val="6588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4" name="Google Shape;164;p21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242027" y="2827545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2726846" y="1882353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1"/>
          </p:nvPr>
        </p:nvSpPr>
        <p:spPr>
          <a:xfrm>
            <a:off x="1614354" y="3000827"/>
            <a:ext cx="5918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3_Blue_Sales">
  <p:cSld name="Header 3_Blue_Sale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2">
            <a:alphaModFix/>
          </a:blip>
          <a:srcRect t="11115" b="77949"/>
          <a:stretch/>
        </p:blipFill>
        <p:spPr>
          <a:xfrm>
            <a:off x="-13435" y="0"/>
            <a:ext cx="12205435" cy="88976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-13436" y="-1"/>
            <a:ext cx="12205500" cy="8898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71764"/>
                </a:srgbClr>
              </a:gs>
              <a:gs pos="85000">
                <a:srgbClr val="1E4E79"/>
              </a:gs>
              <a:gs pos="100000">
                <a:srgbClr val="1E4E79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838200" y="1480457"/>
            <a:ext cx="10515600" cy="46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11346543" y="87158"/>
            <a:ext cx="670561" cy="670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4_Gradient Background">
  <p:cSld name="Header 4_Gradient Background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ftr" idx="11"/>
          </p:nvPr>
        </p:nvSpPr>
        <p:spPr>
          <a:xfrm>
            <a:off x="7612743" y="6538686"/>
            <a:ext cx="37410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ldNum" idx="12"/>
          </p:nvPr>
        </p:nvSpPr>
        <p:spPr>
          <a:xfrm>
            <a:off x="11183256" y="6538687"/>
            <a:ext cx="812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8" name="Google Shape;178;p23"/>
          <p:cNvGrpSpPr/>
          <p:nvPr/>
        </p:nvGrpSpPr>
        <p:grpSpPr>
          <a:xfrm>
            <a:off x="0" y="1074058"/>
            <a:ext cx="12192000" cy="5372285"/>
            <a:chOff x="0" y="1074058"/>
            <a:chExt cx="12192000" cy="5372285"/>
          </a:xfrm>
        </p:grpSpPr>
        <p:sp>
          <p:nvSpPr>
            <p:cNvPr id="179" name="Google Shape;179;p23"/>
            <p:cNvSpPr/>
            <p:nvPr/>
          </p:nvSpPr>
          <p:spPr>
            <a:xfrm>
              <a:off x="0" y="1074058"/>
              <a:ext cx="12192000" cy="5363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0" y="1083243"/>
              <a:ext cx="12192000" cy="5363100"/>
            </a:xfrm>
            <a:prstGeom prst="rect">
              <a:avLst/>
            </a:prstGeom>
            <a:gradFill>
              <a:gsLst>
                <a:gs pos="0">
                  <a:srgbClr val="00A1E0">
                    <a:alpha val="73725"/>
                  </a:srgbClr>
                </a:gs>
                <a:gs pos="85000">
                  <a:srgbClr val="1E4E79">
                    <a:alpha val="87843"/>
                  </a:srgbClr>
                </a:gs>
                <a:gs pos="100000">
                  <a:srgbClr val="1E4E79">
                    <a:alpha val="87843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217088" y="121726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3C6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593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82" name="Google Shape;182;p23"/>
          <p:cNvCxnSpPr/>
          <p:nvPr/>
        </p:nvCxnSpPr>
        <p:spPr>
          <a:xfrm>
            <a:off x="367691" y="775522"/>
            <a:ext cx="457500" cy="0"/>
          </a:xfrm>
          <a:prstGeom prst="straightConnector1">
            <a:avLst/>
          </a:prstGeom>
          <a:noFill/>
          <a:ln w="28575" cap="rnd" cmpd="sng">
            <a:solidFill>
              <a:srgbClr val="ACB8C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838200" y="1465944"/>
            <a:ext cx="5181600" cy="47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2"/>
          </p:nvPr>
        </p:nvSpPr>
        <p:spPr>
          <a:xfrm>
            <a:off x="6172200" y="1465944"/>
            <a:ext cx="5181600" cy="47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Logos">
  <p:cSld name="Company Logos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title"/>
          </p:nvPr>
        </p:nvSpPr>
        <p:spPr>
          <a:xfrm>
            <a:off x="217088" y="121726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9" name="Google Shape;189;p24"/>
          <p:cNvCxnSpPr/>
          <p:nvPr/>
        </p:nvCxnSpPr>
        <p:spPr>
          <a:xfrm>
            <a:off x="367691" y="775522"/>
            <a:ext cx="457500" cy="0"/>
          </a:xfrm>
          <a:prstGeom prst="straightConnector1">
            <a:avLst/>
          </a:prstGeom>
          <a:noFill/>
          <a:ln w="28575" cap="rnd" cmpd="sng">
            <a:solidFill>
              <a:srgbClr val="3593C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24"/>
          <p:cNvCxnSpPr/>
          <p:nvPr/>
        </p:nvCxnSpPr>
        <p:spPr>
          <a:xfrm>
            <a:off x="7258" y="2778474"/>
            <a:ext cx="12192000" cy="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1" name="Google Shape;191;p24"/>
          <p:cNvCxnSpPr/>
          <p:nvPr/>
        </p:nvCxnSpPr>
        <p:spPr>
          <a:xfrm>
            <a:off x="0" y="3962386"/>
            <a:ext cx="12192000" cy="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24"/>
          <p:cNvCxnSpPr/>
          <p:nvPr/>
        </p:nvCxnSpPr>
        <p:spPr>
          <a:xfrm>
            <a:off x="0" y="5088242"/>
            <a:ext cx="12192000" cy="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3" name="Google Shape;193;p24"/>
          <p:cNvCxnSpPr/>
          <p:nvPr/>
        </p:nvCxnSpPr>
        <p:spPr>
          <a:xfrm>
            <a:off x="1989363" y="1969571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4" name="Google Shape;194;p24"/>
          <p:cNvCxnSpPr/>
          <p:nvPr/>
        </p:nvCxnSpPr>
        <p:spPr>
          <a:xfrm>
            <a:off x="4028620" y="1969571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5" name="Google Shape;195;p24"/>
          <p:cNvCxnSpPr/>
          <p:nvPr/>
        </p:nvCxnSpPr>
        <p:spPr>
          <a:xfrm>
            <a:off x="6067877" y="1969571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" name="Google Shape;196;p24"/>
          <p:cNvCxnSpPr/>
          <p:nvPr/>
        </p:nvCxnSpPr>
        <p:spPr>
          <a:xfrm>
            <a:off x="8107134" y="1969571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7" name="Google Shape;197;p24"/>
          <p:cNvCxnSpPr/>
          <p:nvPr/>
        </p:nvCxnSpPr>
        <p:spPr>
          <a:xfrm>
            <a:off x="10146391" y="1969571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8" name="Google Shape;198;p24"/>
          <p:cNvCxnSpPr/>
          <p:nvPr/>
        </p:nvCxnSpPr>
        <p:spPr>
          <a:xfrm>
            <a:off x="1989363" y="31597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9" name="Google Shape;199;p24"/>
          <p:cNvCxnSpPr/>
          <p:nvPr/>
        </p:nvCxnSpPr>
        <p:spPr>
          <a:xfrm>
            <a:off x="4028620" y="31597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0" name="Google Shape;200;p24"/>
          <p:cNvCxnSpPr/>
          <p:nvPr/>
        </p:nvCxnSpPr>
        <p:spPr>
          <a:xfrm>
            <a:off x="6067877" y="31597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1" name="Google Shape;201;p24"/>
          <p:cNvCxnSpPr/>
          <p:nvPr/>
        </p:nvCxnSpPr>
        <p:spPr>
          <a:xfrm>
            <a:off x="8107134" y="31597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2" name="Google Shape;202;p24"/>
          <p:cNvCxnSpPr/>
          <p:nvPr/>
        </p:nvCxnSpPr>
        <p:spPr>
          <a:xfrm>
            <a:off x="10146391" y="31597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3" name="Google Shape;203;p24"/>
          <p:cNvCxnSpPr/>
          <p:nvPr/>
        </p:nvCxnSpPr>
        <p:spPr>
          <a:xfrm>
            <a:off x="1997526" y="42773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4" name="Google Shape;204;p24"/>
          <p:cNvCxnSpPr/>
          <p:nvPr/>
        </p:nvCxnSpPr>
        <p:spPr>
          <a:xfrm>
            <a:off x="4036783" y="42773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5" name="Google Shape;205;p24"/>
          <p:cNvCxnSpPr/>
          <p:nvPr/>
        </p:nvCxnSpPr>
        <p:spPr>
          <a:xfrm>
            <a:off x="6076040" y="42773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6" name="Google Shape;206;p24"/>
          <p:cNvCxnSpPr/>
          <p:nvPr/>
        </p:nvCxnSpPr>
        <p:spPr>
          <a:xfrm>
            <a:off x="8115297" y="42773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7" name="Google Shape;207;p24"/>
          <p:cNvCxnSpPr/>
          <p:nvPr/>
        </p:nvCxnSpPr>
        <p:spPr>
          <a:xfrm>
            <a:off x="10154554" y="4277342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Google Shape;208;p24"/>
          <p:cNvCxnSpPr/>
          <p:nvPr/>
        </p:nvCxnSpPr>
        <p:spPr>
          <a:xfrm>
            <a:off x="6084203" y="5403414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9" name="Google Shape;209;p24"/>
          <p:cNvCxnSpPr/>
          <p:nvPr/>
        </p:nvCxnSpPr>
        <p:spPr>
          <a:xfrm>
            <a:off x="8107134" y="5388900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0" name="Google Shape;210;p24"/>
          <p:cNvCxnSpPr/>
          <p:nvPr/>
        </p:nvCxnSpPr>
        <p:spPr>
          <a:xfrm>
            <a:off x="10164528" y="5396157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1" name="Google Shape;211;p24"/>
          <p:cNvCxnSpPr/>
          <p:nvPr/>
        </p:nvCxnSpPr>
        <p:spPr>
          <a:xfrm>
            <a:off x="2005689" y="5396157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2" name="Google Shape;212;p24"/>
          <p:cNvCxnSpPr/>
          <p:nvPr/>
        </p:nvCxnSpPr>
        <p:spPr>
          <a:xfrm>
            <a:off x="4028620" y="5396157"/>
            <a:ext cx="0" cy="501900"/>
          </a:xfrm>
          <a:prstGeom prst="straightConnector1">
            <a:avLst/>
          </a:prstGeom>
          <a:noFill/>
          <a:ln w="19050" cap="flat" cmpd="sng">
            <a:solidFill>
              <a:srgbClr val="EDEDE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p">
  <p:cSld name="Map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217088" y="121726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217" name="Google Shape;217;p25"/>
          <p:cNvCxnSpPr/>
          <p:nvPr/>
        </p:nvCxnSpPr>
        <p:spPr>
          <a:xfrm>
            <a:off x="367691" y="775522"/>
            <a:ext cx="457500" cy="0"/>
          </a:xfrm>
          <a:prstGeom prst="straightConnector1">
            <a:avLst/>
          </a:prstGeom>
          <a:noFill/>
          <a:ln w="28575" cap="rnd" cmpd="sng">
            <a:solidFill>
              <a:srgbClr val="3593C6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18" name="Google Shape;218;p25"/>
          <p:cNvGrpSpPr/>
          <p:nvPr/>
        </p:nvGrpSpPr>
        <p:grpSpPr>
          <a:xfrm>
            <a:off x="1844188" y="1328057"/>
            <a:ext cx="8486056" cy="4760813"/>
            <a:chOff x="1844188" y="1328057"/>
            <a:chExt cx="8486056" cy="4760813"/>
          </a:xfrm>
        </p:grpSpPr>
        <p:sp>
          <p:nvSpPr>
            <p:cNvPr id="219" name="Google Shape;219;p25"/>
            <p:cNvSpPr/>
            <p:nvPr/>
          </p:nvSpPr>
          <p:spPr>
            <a:xfrm>
              <a:off x="2635704" y="1328057"/>
              <a:ext cx="7131000" cy="3548100"/>
            </a:xfrm>
            <a:prstGeom prst="rect">
              <a:avLst/>
            </a:prstGeom>
            <a:blipFill rotWithShape="1">
              <a:blip r:embed="rId2">
                <a:alphaModFix amt="50000"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3229429" y="2379617"/>
              <a:ext cx="720600" cy="720600"/>
            </a:xfrm>
            <a:prstGeom prst="ellipse">
              <a:avLst/>
            </a:prstGeom>
            <a:solidFill>
              <a:srgbClr val="00A1E0">
                <a:alpha val="12940"/>
              </a:srgbClr>
            </a:solidFill>
            <a:ln w="9525" cap="flat" cmpd="sng">
              <a:solidFill>
                <a:srgbClr val="00A1E0">
                  <a:alpha val="64709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3377067" y="2525667"/>
              <a:ext cx="426900" cy="426900"/>
            </a:xfrm>
            <a:prstGeom prst="ellipse">
              <a:avLst/>
            </a:prstGeom>
            <a:solidFill>
              <a:srgbClr val="00A1E0">
                <a:alpha val="20000"/>
              </a:srgbClr>
            </a:solidFill>
            <a:ln w="9525" cap="flat" cmpd="sng">
              <a:solidFill>
                <a:srgbClr val="00A1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3529467" y="2679655"/>
              <a:ext cx="120600" cy="120600"/>
            </a:xfrm>
            <a:prstGeom prst="ellipse">
              <a:avLst/>
            </a:prstGeom>
            <a:solidFill>
              <a:srgbClr val="00A1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5"/>
            <p:cNvSpPr/>
            <p:nvPr/>
          </p:nvSpPr>
          <p:spPr>
            <a:xfrm>
              <a:off x="5849406" y="2739186"/>
              <a:ext cx="119100" cy="1206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5"/>
            <p:cNvSpPr/>
            <p:nvPr/>
          </p:nvSpPr>
          <p:spPr>
            <a:xfrm>
              <a:off x="5847819" y="2319292"/>
              <a:ext cx="120600" cy="1206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5"/>
            <p:cNvSpPr/>
            <p:nvPr/>
          </p:nvSpPr>
          <p:spPr>
            <a:xfrm>
              <a:off x="3723900" y="5466670"/>
              <a:ext cx="1348800" cy="622200"/>
            </a:xfrm>
            <a:prstGeom prst="roundRect">
              <a:avLst>
                <a:gd name="adj" fmla="val 5250"/>
              </a:avLst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5"/>
            <p:cNvSpPr txBox="1"/>
            <p:nvPr/>
          </p:nvSpPr>
          <p:spPr>
            <a:xfrm>
              <a:off x="3788986" y="5543876"/>
              <a:ext cx="129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Chicago,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Illinois</a:t>
              </a:r>
              <a:endParaRPr/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3608011" y="5674632"/>
              <a:ext cx="219000" cy="220800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>
              <a:off x="3657224" y="5725432"/>
              <a:ext cx="119100" cy="1191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>
              <a:off x="5468318" y="5466670"/>
              <a:ext cx="1348800" cy="622200"/>
            </a:xfrm>
            <a:prstGeom prst="roundRect">
              <a:avLst>
                <a:gd name="adj" fmla="val 5250"/>
              </a:avLst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5"/>
            <p:cNvSpPr txBox="1"/>
            <p:nvPr/>
          </p:nvSpPr>
          <p:spPr>
            <a:xfrm>
              <a:off x="5555630" y="5543872"/>
              <a:ext cx="127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Boston,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Massachusetts</a:t>
              </a:r>
              <a:endParaRPr/>
            </a:p>
          </p:txBody>
        </p:sp>
        <p:sp>
          <p:nvSpPr>
            <p:cNvPr id="231" name="Google Shape;231;p25"/>
            <p:cNvSpPr/>
            <p:nvPr/>
          </p:nvSpPr>
          <p:spPr>
            <a:xfrm>
              <a:off x="5358780" y="5668282"/>
              <a:ext cx="219000" cy="219000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5"/>
            <p:cNvSpPr/>
            <p:nvPr/>
          </p:nvSpPr>
          <p:spPr>
            <a:xfrm>
              <a:off x="5407992" y="5717495"/>
              <a:ext cx="120600" cy="1206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963251" y="5061857"/>
              <a:ext cx="1348800" cy="622200"/>
            </a:xfrm>
            <a:prstGeom prst="roundRect">
              <a:avLst>
                <a:gd name="adj" fmla="val 5250"/>
              </a:avLst>
            </a:prstGeom>
            <a:solidFill>
              <a:srgbClr val="CCEC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5"/>
            <p:cNvSpPr/>
            <p:nvPr/>
          </p:nvSpPr>
          <p:spPr>
            <a:xfrm>
              <a:off x="1963251" y="5466670"/>
              <a:ext cx="1348800" cy="622200"/>
            </a:xfrm>
            <a:prstGeom prst="roundRect">
              <a:avLst>
                <a:gd name="adj" fmla="val 5250"/>
              </a:avLst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5"/>
            <p:cNvSpPr txBox="1"/>
            <p:nvPr/>
          </p:nvSpPr>
          <p:spPr>
            <a:xfrm>
              <a:off x="2087075" y="5543876"/>
              <a:ext cx="124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San Francisco,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California</a:t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>
              <a:off x="1844188" y="5674632"/>
              <a:ext cx="220800" cy="220800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5"/>
            <p:cNvSpPr/>
            <p:nvPr/>
          </p:nvSpPr>
          <p:spPr>
            <a:xfrm>
              <a:off x="1898163" y="5725432"/>
              <a:ext cx="119100" cy="119100"/>
            </a:xfrm>
            <a:prstGeom prst="ellipse">
              <a:avLst/>
            </a:prstGeom>
            <a:solidFill>
              <a:srgbClr val="00A1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5"/>
            <p:cNvSpPr txBox="1"/>
            <p:nvPr/>
          </p:nvSpPr>
          <p:spPr>
            <a:xfrm>
              <a:off x="2087075" y="5125357"/>
              <a:ext cx="12444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A1E0"/>
                  </a:solidFill>
                  <a:latin typeface="Arial"/>
                  <a:ea typeface="Arial"/>
                  <a:cs typeface="Arial"/>
                  <a:sym typeface="Arial"/>
                </a:rPr>
                <a:t>Main Office</a:t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7214569" y="5466670"/>
              <a:ext cx="1348800" cy="622200"/>
            </a:xfrm>
            <a:prstGeom prst="roundRect">
              <a:avLst>
                <a:gd name="adj" fmla="val 5250"/>
              </a:avLst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5"/>
            <p:cNvSpPr txBox="1"/>
            <p:nvPr/>
          </p:nvSpPr>
          <p:spPr>
            <a:xfrm>
              <a:off x="7279655" y="5543876"/>
              <a:ext cx="129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London,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United Kingdom</a:t>
              </a:r>
              <a:endParaRPr/>
            </a:p>
          </p:txBody>
        </p:sp>
        <p:sp>
          <p:nvSpPr>
            <p:cNvPr id="241" name="Google Shape;241;p25"/>
            <p:cNvSpPr/>
            <p:nvPr/>
          </p:nvSpPr>
          <p:spPr>
            <a:xfrm>
              <a:off x="7098680" y="5674632"/>
              <a:ext cx="219000" cy="220800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5"/>
            <p:cNvSpPr/>
            <p:nvPr/>
          </p:nvSpPr>
          <p:spPr>
            <a:xfrm>
              <a:off x="7147893" y="5725432"/>
              <a:ext cx="119100" cy="1191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5"/>
            <p:cNvSpPr/>
            <p:nvPr/>
          </p:nvSpPr>
          <p:spPr>
            <a:xfrm>
              <a:off x="8967632" y="5466670"/>
              <a:ext cx="1348800" cy="622200"/>
            </a:xfrm>
            <a:prstGeom prst="roundRect">
              <a:avLst>
                <a:gd name="adj" fmla="val 5250"/>
              </a:avLst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5"/>
            <p:cNvSpPr txBox="1"/>
            <p:nvPr/>
          </p:nvSpPr>
          <p:spPr>
            <a:xfrm>
              <a:off x="9054944" y="5543876"/>
              <a:ext cx="127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Madrid,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Spain</a:t>
              </a:r>
              <a:endParaRPr/>
            </a:p>
          </p:txBody>
        </p:sp>
        <p:sp>
          <p:nvSpPr>
            <p:cNvPr id="245" name="Google Shape;245;p25"/>
            <p:cNvSpPr/>
            <p:nvPr/>
          </p:nvSpPr>
          <p:spPr>
            <a:xfrm>
              <a:off x="8858094" y="5668282"/>
              <a:ext cx="219000" cy="219000"/>
            </a:xfrm>
            <a:prstGeom prst="ellipse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8907306" y="5717495"/>
              <a:ext cx="120600" cy="1206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5"/>
            <p:cNvSpPr/>
            <p:nvPr/>
          </p:nvSpPr>
          <p:spPr>
            <a:xfrm>
              <a:off x="4459742" y="2496616"/>
              <a:ext cx="120600" cy="1206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4225745" y="2496616"/>
              <a:ext cx="120600" cy="1206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s 1">
  <p:cSld name="Testimonials 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>
            <a:spLocks noGrp="1"/>
          </p:cNvSpPr>
          <p:nvPr>
            <p:ph type="title"/>
          </p:nvPr>
        </p:nvSpPr>
        <p:spPr>
          <a:xfrm>
            <a:off x="217088" y="121726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253" name="Google Shape;253;p26"/>
          <p:cNvCxnSpPr/>
          <p:nvPr/>
        </p:nvCxnSpPr>
        <p:spPr>
          <a:xfrm>
            <a:off x="367691" y="775522"/>
            <a:ext cx="457500" cy="0"/>
          </a:xfrm>
          <a:prstGeom prst="straightConnector1">
            <a:avLst/>
          </a:prstGeom>
          <a:noFill/>
          <a:ln w="28575" cap="rnd" cmpd="sng">
            <a:solidFill>
              <a:srgbClr val="3593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4" name="Google Shape;254;p26"/>
          <p:cNvSpPr txBox="1"/>
          <p:nvPr/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PROPRIETARY &amp; CONFIDENTIAL</a:t>
            </a:r>
            <a:endParaRPr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11183256" y="655126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-13435" y="2457540"/>
            <a:ext cx="12205500" cy="40341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71764"/>
                </a:srgbClr>
              </a:gs>
              <a:gs pos="85000">
                <a:srgbClr val="1E4E79"/>
              </a:gs>
              <a:gs pos="100000">
                <a:srgbClr val="1E4E79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/>
          <p:nvPr/>
        </p:nvSpPr>
        <p:spPr>
          <a:xfrm rot="10800000">
            <a:off x="5763130" y="3502942"/>
            <a:ext cx="5645700" cy="2230200"/>
          </a:xfrm>
          <a:prstGeom prst="roundRect">
            <a:avLst>
              <a:gd name="adj" fmla="val 4248"/>
            </a:avLst>
          </a:prstGeom>
          <a:solidFill>
            <a:schemeClr val="lt1">
              <a:alpha val="2667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26"/>
          <p:cNvCxnSpPr/>
          <p:nvPr/>
        </p:nvCxnSpPr>
        <p:spPr>
          <a:xfrm rot="10800000">
            <a:off x="4532226" y="4627987"/>
            <a:ext cx="1230900" cy="0"/>
          </a:xfrm>
          <a:prstGeom prst="straightConnector1">
            <a:avLst/>
          </a:prstGeom>
          <a:noFill/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259" name="Google Shape;25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75398" y="5552236"/>
            <a:ext cx="451143" cy="377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5549521" y="3304275"/>
            <a:ext cx="451143" cy="37798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7104691" y="2143284"/>
            <a:ext cx="5087400" cy="628500"/>
          </a:xfrm>
          <a:prstGeom prst="rect">
            <a:avLst/>
          </a:prstGeom>
          <a:solidFill>
            <a:srgbClr val="ACB8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 txBox="1">
            <a:spLocks noGrp="1"/>
          </p:cNvSpPr>
          <p:nvPr>
            <p:ph type="body" idx="1"/>
          </p:nvPr>
        </p:nvSpPr>
        <p:spPr>
          <a:xfrm>
            <a:off x="367691" y="2572656"/>
            <a:ext cx="2322900" cy="15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26"/>
          <p:cNvSpPr txBox="1">
            <a:spLocks noGrp="1"/>
          </p:cNvSpPr>
          <p:nvPr>
            <p:ph type="body" idx="2"/>
          </p:nvPr>
        </p:nvSpPr>
        <p:spPr>
          <a:xfrm>
            <a:off x="1991623" y="4272676"/>
            <a:ext cx="2322900" cy="11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body" idx="3"/>
          </p:nvPr>
        </p:nvSpPr>
        <p:spPr>
          <a:xfrm>
            <a:off x="5981896" y="3620937"/>
            <a:ext cx="5306700" cy="19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5" name="Google Shape;265;p26"/>
          <p:cNvSpPr txBox="1">
            <a:spLocks noGrp="1"/>
          </p:cNvSpPr>
          <p:nvPr>
            <p:ph type="body" idx="4"/>
          </p:nvPr>
        </p:nvSpPr>
        <p:spPr>
          <a:xfrm>
            <a:off x="7163895" y="2269553"/>
            <a:ext cx="49008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s 2">
  <p:cSld name="Testimonials 2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7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7"/>
          <p:cNvSpPr txBox="1">
            <a:spLocks noGrp="1"/>
          </p:cNvSpPr>
          <p:nvPr>
            <p:ph type="title"/>
          </p:nvPr>
        </p:nvSpPr>
        <p:spPr>
          <a:xfrm>
            <a:off x="217088" y="121726"/>
            <a:ext cx="11778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270" name="Google Shape;270;p27"/>
          <p:cNvCxnSpPr/>
          <p:nvPr/>
        </p:nvCxnSpPr>
        <p:spPr>
          <a:xfrm>
            <a:off x="11408830" y="801835"/>
            <a:ext cx="457500" cy="0"/>
          </a:xfrm>
          <a:prstGeom prst="straightConnector1">
            <a:avLst/>
          </a:prstGeom>
          <a:noFill/>
          <a:ln w="28575" cap="rnd" cmpd="sng">
            <a:solidFill>
              <a:srgbClr val="3593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1" name="Google Shape;271;p27"/>
          <p:cNvSpPr txBox="1"/>
          <p:nvPr/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PROPRIETARY &amp; CONFIDENTIAL</a:t>
            </a:r>
            <a:endParaRPr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11183256" y="655126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-13435" y="2457540"/>
            <a:ext cx="12205500" cy="40341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71764"/>
                </a:srgbClr>
              </a:gs>
              <a:gs pos="85000">
                <a:srgbClr val="1E4E79"/>
              </a:gs>
              <a:gs pos="100000">
                <a:srgbClr val="1E4E79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/>
          <p:nvPr/>
        </p:nvSpPr>
        <p:spPr>
          <a:xfrm rot="10800000">
            <a:off x="732353" y="3648892"/>
            <a:ext cx="5645700" cy="2230200"/>
          </a:xfrm>
          <a:prstGeom prst="roundRect">
            <a:avLst>
              <a:gd name="adj" fmla="val 4248"/>
            </a:avLst>
          </a:prstGeom>
          <a:solidFill>
            <a:schemeClr val="lt1">
              <a:alpha val="2667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27"/>
          <p:cNvCxnSpPr/>
          <p:nvPr/>
        </p:nvCxnSpPr>
        <p:spPr>
          <a:xfrm>
            <a:off x="6378053" y="4749025"/>
            <a:ext cx="1230900" cy="0"/>
          </a:xfrm>
          <a:prstGeom prst="straightConnector1">
            <a:avLst/>
          </a:prstGeom>
          <a:noFill/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276" name="Google Shape;27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44621" y="5698186"/>
            <a:ext cx="451143" cy="377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518744" y="3450225"/>
            <a:ext cx="451143" cy="37798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/>
          <p:nvPr/>
        </p:nvSpPr>
        <p:spPr>
          <a:xfrm>
            <a:off x="-13435" y="2143284"/>
            <a:ext cx="5087400" cy="628500"/>
          </a:xfrm>
          <a:prstGeom prst="rect">
            <a:avLst/>
          </a:prstGeom>
          <a:solidFill>
            <a:srgbClr val="ACB8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7"/>
          <p:cNvSpPr txBox="1">
            <a:spLocks noGrp="1"/>
          </p:cNvSpPr>
          <p:nvPr>
            <p:ph type="body" idx="1"/>
          </p:nvPr>
        </p:nvSpPr>
        <p:spPr>
          <a:xfrm>
            <a:off x="9673305" y="2636548"/>
            <a:ext cx="2322900" cy="15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body" idx="2"/>
          </p:nvPr>
        </p:nvSpPr>
        <p:spPr>
          <a:xfrm>
            <a:off x="7762050" y="4409439"/>
            <a:ext cx="2322900" cy="11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body" idx="3"/>
          </p:nvPr>
        </p:nvSpPr>
        <p:spPr>
          <a:xfrm>
            <a:off x="951119" y="3766887"/>
            <a:ext cx="5306700" cy="19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body" idx="4"/>
          </p:nvPr>
        </p:nvSpPr>
        <p:spPr>
          <a:xfrm>
            <a:off x="45769" y="2269553"/>
            <a:ext cx="49008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1">
  <p:cSld name="Section Divider 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85" name="Google Shape;285;p28"/>
            <p:cNvPicPr preferRelativeResize="0"/>
            <p:nvPr/>
          </p:nvPicPr>
          <p:blipFill rotWithShape="1">
            <a:blip r:embed="rId2">
              <a:alphaModFix/>
            </a:blip>
            <a:srcRect b="15626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28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82745"/>
                  </a:srgbClr>
                </a:gs>
                <a:gs pos="85000">
                  <a:srgbClr val="1E4E79">
                    <a:alpha val="68627"/>
                  </a:srgbClr>
                </a:gs>
                <a:gs pos="100000">
                  <a:srgbClr val="1E4E79">
                    <a:alpha val="6862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7" name="Google Shape;287;p28"/>
          <p:cNvCxnSpPr/>
          <p:nvPr/>
        </p:nvCxnSpPr>
        <p:spPr>
          <a:xfrm>
            <a:off x="9823076" y="0"/>
            <a:ext cx="0" cy="2655900"/>
          </a:xfrm>
          <a:prstGeom prst="straightConnector1">
            <a:avLst/>
          </a:prstGeom>
          <a:noFill/>
          <a:ln w="19050" cap="rnd" cmpd="sng">
            <a:solidFill>
              <a:srgbClr val="FFFFFF">
                <a:alpha val="654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28"/>
          <p:cNvSpPr txBox="1"/>
          <p:nvPr/>
        </p:nvSpPr>
        <p:spPr>
          <a:xfrm>
            <a:off x="9441067" y="2233303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-509199" y="2660633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>
            <a:spLocks noGrp="1"/>
          </p:cNvSpPr>
          <p:nvPr>
            <p:ph type="title"/>
          </p:nvPr>
        </p:nvSpPr>
        <p:spPr>
          <a:xfrm>
            <a:off x="4789717" y="1815828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body" idx="1"/>
          </p:nvPr>
        </p:nvSpPr>
        <p:spPr>
          <a:xfrm>
            <a:off x="4789717" y="2930791"/>
            <a:ext cx="59220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2">
  <p:cSld name="Section Divider 2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9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95" name="Google Shape;295;p29"/>
          <p:cNvGrpSpPr/>
          <p:nvPr/>
        </p:nvGrpSpPr>
        <p:grpSpPr>
          <a:xfrm>
            <a:off x="0" y="0"/>
            <a:ext cx="12198300" cy="6858001"/>
            <a:chOff x="0" y="0"/>
            <a:chExt cx="12198300" cy="6858001"/>
          </a:xfrm>
        </p:grpSpPr>
        <p:pic>
          <p:nvPicPr>
            <p:cNvPr id="296" name="Google Shape;296;p29"/>
            <p:cNvPicPr preferRelativeResize="0"/>
            <p:nvPr/>
          </p:nvPicPr>
          <p:blipFill rotWithShape="1">
            <a:blip r:embed="rId2">
              <a:alphaModFix/>
            </a:blip>
            <a:srcRect b="15626"/>
            <a:stretch/>
          </p:blipFill>
          <p:spPr>
            <a:xfrm>
              <a:off x="0" y="0"/>
              <a:ext cx="12191999" cy="6858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29"/>
            <p:cNvSpPr/>
            <p:nvPr/>
          </p:nvSpPr>
          <p:spPr>
            <a:xfrm>
              <a:off x="0" y="0"/>
              <a:ext cx="12198300" cy="6858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87843"/>
                  </a:srgbClr>
                </a:gs>
                <a:gs pos="85000">
                  <a:srgbClr val="1E4E79">
                    <a:alpha val="89803"/>
                  </a:srgbClr>
                </a:gs>
                <a:gs pos="100000">
                  <a:srgbClr val="1E4E79">
                    <a:alpha val="89803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" name="Google Shape;298;p29"/>
          <p:cNvSpPr/>
          <p:nvPr/>
        </p:nvSpPr>
        <p:spPr>
          <a:xfrm rot="10800000" flipH="1">
            <a:off x="2452914" y="1705291"/>
            <a:ext cx="48114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/>
          <p:nvPr/>
        </p:nvSpPr>
        <p:spPr>
          <a:xfrm rot="10800000" flipH="1">
            <a:off x="0" y="1705291"/>
            <a:ext cx="23730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957210" y="2261307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29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242027" y="2827545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 txBox="1">
            <a:spLocks noGrp="1"/>
          </p:cNvSpPr>
          <p:nvPr>
            <p:ph type="title"/>
          </p:nvPr>
        </p:nvSpPr>
        <p:spPr>
          <a:xfrm>
            <a:off x="2602863" y="1885981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1"/>
          </p:nvPr>
        </p:nvSpPr>
        <p:spPr>
          <a:xfrm>
            <a:off x="1596572" y="3004455"/>
            <a:ext cx="58125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0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2">
            <a:alphaModFix/>
          </a:blip>
          <a:srcRect b="15697"/>
          <a:stretch/>
        </p:blipFill>
        <p:spPr>
          <a:xfrm>
            <a:off x="-10886" y="-1"/>
            <a:ext cx="12202886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/>
          <p:nvPr/>
        </p:nvSpPr>
        <p:spPr>
          <a:xfrm>
            <a:off x="0" y="0"/>
            <a:ext cx="121983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75686"/>
                </a:srgbClr>
              </a:gs>
              <a:gs pos="85000">
                <a:srgbClr val="1E4E79">
                  <a:alpha val="77647"/>
                </a:srgbClr>
              </a:gs>
              <a:gs pos="100000">
                <a:srgbClr val="1E4E79">
                  <a:alpha val="77647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/>
          <p:nvPr/>
        </p:nvSpPr>
        <p:spPr>
          <a:xfrm rot="10800000" flipH="1">
            <a:off x="2452913" y="1705290"/>
            <a:ext cx="49560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/>
          <p:nvPr/>
        </p:nvSpPr>
        <p:spPr>
          <a:xfrm rot="10800000" flipH="1">
            <a:off x="0" y="1705291"/>
            <a:ext cx="23730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964467" y="2268564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30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242027" y="2827545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>
            <a:spLocks noGrp="1"/>
          </p:cNvSpPr>
          <p:nvPr>
            <p:ph type="title"/>
          </p:nvPr>
        </p:nvSpPr>
        <p:spPr>
          <a:xfrm>
            <a:off x="2602863" y="1885981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1"/>
          </p:nvPr>
        </p:nvSpPr>
        <p:spPr>
          <a:xfrm>
            <a:off x="1596572" y="3004455"/>
            <a:ext cx="58125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31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8" name="Google Shape;318;p31"/>
          <p:cNvPicPr preferRelativeResize="0"/>
          <p:nvPr/>
        </p:nvPicPr>
        <p:blipFill rotWithShape="1">
          <a:blip r:embed="rId2">
            <a:alphaModFix/>
          </a:blip>
          <a:srcRect b="15447"/>
          <a:stretch/>
        </p:blipFill>
        <p:spPr>
          <a:xfrm>
            <a:off x="0" y="0"/>
            <a:ext cx="12192000" cy="687251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1"/>
          <p:cNvSpPr/>
          <p:nvPr/>
        </p:nvSpPr>
        <p:spPr>
          <a:xfrm>
            <a:off x="0" y="-7257"/>
            <a:ext cx="12198300" cy="68871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57647"/>
                </a:srgbClr>
              </a:gs>
              <a:gs pos="85000">
                <a:srgbClr val="1E4E79">
                  <a:alpha val="75686"/>
                </a:srgbClr>
              </a:gs>
              <a:gs pos="100000">
                <a:srgbClr val="1E4E79">
                  <a:alpha val="7568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31"/>
          <p:cNvCxnSpPr/>
          <p:nvPr/>
        </p:nvCxnSpPr>
        <p:spPr>
          <a:xfrm>
            <a:off x="2438400" y="-7257"/>
            <a:ext cx="0" cy="2743200"/>
          </a:xfrm>
          <a:prstGeom prst="straightConnector1">
            <a:avLst/>
          </a:prstGeom>
          <a:noFill/>
          <a:ln w="19050" cap="flat" cmpd="sng">
            <a:solidFill>
              <a:schemeClr val="lt1">
                <a:alpha val="6588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1" name="Google Shape;321;p31"/>
          <p:cNvSpPr txBox="1"/>
          <p:nvPr/>
        </p:nvSpPr>
        <p:spPr>
          <a:xfrm>
            <a:off x="986238" y="2268564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31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242027" y="2827545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>
            <a:spLocks noGrp="1"/>
          </p:cNvSpPr>
          <p:nvPr>
            <p:ph type="title"/>
          </p:nvPr>
        </p:nvSpPr>
        <p:spPr>
          <a:xfrm>
            <a:off x="2712332" y="1882353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4" name="Google Shape;324;p31"/>
          <p:cNvSpPr txBox="1">
            <a:spLocks noGrp="1"/>
          </p:cNvSpPr>
          <p:nvPr>
            <p:ph type="body" idx="1"/>
          </p:nvPr>
        </p:nvSpPr>
        <p:spPr>
          <a:xfrm>
            <a:off x="1625600" y="3000827"/>
            <a:ext cx="58812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2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8" name="Google Shape;328;p32"/>
          <p:cNvPicPr preferRelativeResize="0"/>
          <p:nvPr/>
        </p:nvPicPr>
        <p:blipFill rotWithShape="1">
          <a:blip r:embed="rId2">
            <a:alphaModFix/>
          </a:blip>
          <a:srcRect b="15690"/>
          <a:stretch/>
        </p:blipFill>
        <p:spPr>
          <a:xfrm>
            <a:off x="0" y="-3797"/>
            <a:ext cx="12208578" cy="686179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/>
          <p:nvPr/>
        </p:nvSpPr>
        <p:spPr>
          <a:xfrm>
            <a:off x="0" y="-7257"/>
            <a:ext cx="12208500" cy="6865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57647"/>
                </a:srgbClr>
              </a:gs>
              <a:gs pos="85000">
                <a:srgbClr val="1E4E79">
                  <a:alpha val="75686"/>
                </a:srgbClr>
              </a:gs>
              <a:gs pos="100000">
                <a:srgbClr val="1E4E79">
                  <a:alpha val="7568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32"/>
          <p:cNvCxnSpPr/>
          <p:nvPr/>
        </p:nvCxnSpPr>
        <p:spPr>
          <a:xfrm>
            <a:off x="2438400" y="-7257"/>
            <a:ext cx="0" cy="2743200"/>
          </a:xfrm>
          <a:prstGeom prst="straightConnector1">
            <a:avLst/>
          </a:prstGeom>
          <a:noFill/>
          <a:ln w="19050" cap="flat" cmpd="sng">
            <a:solidFill>
              <a:schemeClr val="lt1">
                <a:alpha val="6588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1" name="Google Shape;331;p32"/>
          <p:cNvSpPr txBox="1"/>
          <p:nvPr/>
        </p:nvSpPr>
        <p:spPr>
          <a:xfrm>
            <a:off x="978981" y="2275821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2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7242027" y="2827545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2"/>
          <p:cNvSpPr txBox="1">
            <a:spLocks noGrp="1"/>
          </p:cNvSpPr>
          <p:nvPr>
            <p:ph type="title"/>
          </p:nvPr>
        </p:nvSpPr>
        <p:spPr>
          <a:xfrm>
            <a:off x="2726846" y="1882353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1"/>
          </p:nvPr>
        </p:nvSpPr>
        <p:spPr>
          <a:xfrm>
            <a:off x="1614354" y="3000827"/>
            <a:ext cx="5918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3">
  <p:cSld name="Section Divider 3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3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8" name="Google Shape;338;p33"/>
          <p:cNvPicPr preferRelativeResize="0"/>
          <p:nvPr/>
        </p:nvPicPr>
        <p:blipFill rotWithShape="1">
          <a:blip r:embed="rId2">
            <a:alphaModFix/>
          </a:blip>
          <a:srcRect l="2647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3"/>
          <p:cNvSpPr/>
          <p:nvPr/>
        </p:nvSpPr>
        <p:spPr>
          <a:xfrm>
            <a:off x="0" y="0"/>
            <a:ext cx="121983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81960"/>
                </a:srgbClr>
              </a:gs>
              <a:gs pos="66000">
                <a:srgbClr val="1E4E79">
                  <a:alpha val="70980"/>
                </a:srgbClr>
              </a:gs>
              <a:gs pos="100000">
                <a:srgbClr val="1E4E79">
                  <a:alpha val="70980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3"/>
          <p:cNvSpPr/>
          <p:nvPr/>
        </p:nvSpPr>
        <p:spPr>
          <a:xfrm rot="10800000" flipH="1">
            <a:off x="5203371" y="1652077"/>
            <a:ext cx="45387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/>
          <p:nvPr/>
        </p:nvSpPr>
        <p:spPr>
          <a:xfrm rot="10800000" flipH="1">
            <a:off x="9818914" y="1657765"/>
            <a:ext cx="23730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3"/>
          <p:cNvSpPr txBox="1"/>
          <p:nvPr/>
        </p:nvSpPr>
        <p:spPr>
          <a:xfrm>
            <a:off x="9346725" y="2218690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3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-509199" y="2660633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>
            <a:spLocks noGrp="1"/>
          </p:cNvSpPr>
          <p:nvPr>
            <p:ph type="title"/>
          </p:nvPr>
        </p:nvSpPr>
        <p:spPr>
          <a:xfrm>
            <a:off x="4801777" y="1849314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5" name="Google Shape;345;p33"/>
          <p:cNvSpPr txBox="1">
            <a:spLocks noGrp="1"/>
          </p:cNvSpPr>
          <p:nvPr>
            <p:ph type="body" idx="1"/>
          </p:nvPr>
        </p:nvSpPr>
        <p:spPr>
          <a:xfrm>
            <a:off x="4801776" y="2967788"/>
            <a:ext cx="57138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34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2">
            <a:alphaModFix/>
          </a:blip>
          <a:srcRect l="12033" t="15430" b="1034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/>
          <p:nvPr/>
        </p:nvSpPr>
        <p:spPr>
          <a:xfrm>
            <a:off x="0" y="0"/>
            <a:ext cx="121983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61960"/>
                </a:srgbClr>
              </a:gs>
              <a:gs pos="85000">
                <a:srgbClr val="1E4E79">
                  <a:alpha val="70980"/>
                </a:srgbClr>
              </a:gs>
              <a:gs pos="100000">
                <a:srgbClr val="1E4E79">
                  <a:alpha val="7098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4"/>
          <p:cNvSpPr/>
          <p:nvPr/>
        </p:nvSpPr>
        <p:spPr>
          <a:xfrm rot="10800000" flipH="1">
            <a:off x="5500914" y="1652078"/>
            <a:ext cx="42411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/>
          <p:nvPr/>
        </p:nvSpPr>
        <p:spPr>
          <a:xfrm rot="10800000" flipH="1">
            <a:off x="9818914" y="1657765"/>
            <a:ext cx="2373000" cy="1138800"/>
          </a:xfrm>
          <a:prstGeom prst="round2SameRect">
            <a:avLst>
              <a:gd name="adj1" fmla="val 1143"/>
              <a:gd name="adj2" fmla="val 0"/>
            </a:avLst>
          </a:prstGeom>
          <a:gradFill>
            <a:gsLst>
              <a:gs pos="0">
                <a:srgbClr val="FFFFFF">
                  <a:alpha val="60784"/>
                </a:srgbClr>
              </a:gs>
              <a:gs pos="48699">
                <a:srgbClr val="FFFFFF">
                  <a:alpha val="28627"/>
                </a:srgbClr>
              </a:gs>
              <a:gs pos="100000">
                <a:srgbClr val="D6DCE5"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4"/>
          <p:cNvSpPr txBox="1"/>
          <p:nvPr/>
        </p:nvSpPr>
        <p:spPr>
          <a:xfrm>
            <a:off x="9339468" y="2211433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3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-509199" y="2660633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>
            <a:spLocks noGrp="1"/>
          </p:cNvSpPr>
          <p:nvPr>
            <p:ph type="title"/>
          </p:nvPr>
        </p:nvSpPr>
        <p:spPr>
          <a:xfrm>
            <a:off x="4801777" y="1849314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body" idx="1"/>
          </p:nvPr>
        </p:nvSpPr>
        <p:spPr>
          <a:xfrm>
            <a:off x="4801776" y="2967788"/>
            <a:ext cx="57138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4">
  <p:cSld name="Section Divider 4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35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65882"/>
                </a:srgbClr>
              </a:gs>
              <a:gs pos="19000">
                <a:srgbClr val="00A1E0">
                  <a:alpha val="65882"/>
                </a:srgbClr>
              </a:gs>
              <a:gs pos="100000">
                <a:srgbClr val="1E4E79">
                  <a:alpha val="91764"/>
                </a:srgbClr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35"/>
          <p:cNvCxnSpPr/>
          <p:nvPr/>
        </p:nvCxnSpPr>
        <p:spPr>
          <a:xfrm>
            <a:off x="2438400" y="-7257"/>
            <a:ext cx="0" cy="2743200"/>
          </a:xfrm>
          <a:prstGeom prst="straightConnector1">
            <a:avLst/>
          </a:prstGeom>
          <a:noFill/>
          <a:ln w="19050" cap="flat" cmpd="sng">
            <a:solidFill>
              <a:schemeClr val="lt1">
                <a:alpha val="6588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3" name="Google Shape;363;p35"/>
          <p:cNvSpPr txBox="1"/>
          <p:nvPr/>
        </p:nvSpPr>
        <p:spPr>
          <a:xfrm>
            <a:off x="949358" y="2265065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7242027" y="2827545"/>
            <a:ext cx="5400511" cy="540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>
            <a:spLocks noGrp="1"/>
          </p:cNvSpPr>
          <p:nvPr>
            <p:ph type="title"/>
          </p:nvPr>
        </p:nvSpPr>
        <p:spPr>
          <a:xfrm>
            <a:off x="2748617" y="1882353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6" name="Google Shape;366;p35"/>
          <p:cNvSpPr txBox="1">
            <a:spLocks noGrp="1"/>
          </p:cNvSpPr>
          <p:nvPr>
            <p:ph type="body" idx="1"/>
          </p:nvPr>
        </p:nvSpPr>
        <p:spPr>
          <a:xfrm>
            <a:off x="1584728" y="3000827"/>
            <a:ext cx="59220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5">
  <p:cSld name="Section Divider 5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36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0" name="Google Shape;370;p36"/>
          <p:cNvGrpSpPr/>
          <p:nvPr/>
        </p:nvGrpSpPr>
        <p:grpSpPr>
          <a:xfrm>
            <a:off x="-509199" y="0"/>
            <a:ext cx="12701199" cy="8061144"/>
            <a:chOff x="-509199" y="0"/>
            <a:chExt cx="12701199" cy="8061144"/>
          </a:xfrm>
        </p:grpSpPr>
        <p:sp>
          <p:nvSpPr>
            <p:cNvPr id="371" name="Google Shape;371;p3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65882"/>
                  </a:srgbClr>
                </a:gs>
                <a:gs pos="19000">
                  <a:srgbClr val="00A1E0">
                    <a:alpha val="65882"/>
                  </a:srgbClr>
                </a:gs>
                <a:gs pos="100000">
                  <a:srgbClr val="1E4E79">
                    <a:alpha val="9176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" name="Google Shape;373;p36"/>
            <p:cNvCxnSpPr/>
            <p:nvPr/>
          </p:nvCxnSpPr>
          <p:spPr>
            <a:xfrm>
              <a:off x="9823076" y="0"/>
              <a:ext cx="0" cy="2655900"/>
            </a:xfrm>
            <a:prstGeom prst="straightConnector1">
              <a:avLst/>
            </a:prstGeom>
            <a:noFill/>
            <a:ln w="19050" cap="rnd" cmpd="sng">
              <a:solidFill>
                <a:srgbClr val="FFFFFF">
                  <a:alpha val="6549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374" name="Google Shape;374;p36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>
              <a:off x="-509199" y="2660633"/>
              <a:ext cx="5400511" cy="54005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5" name="Google Shape;375;p36"/>
          <p:cNvSpPr txBox="1"/>
          <p:nvPr/>
        </p:nvSpPr>
        <p:spPr>
          <a:xfrm>
            <a:off x="9433810" y="2233303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6"/>
          <p:cNvSpPr txBox="1">
            <a:spLocks noGrp="1"/>
          </p:cNvSpPr>
          <p:nvPr>
            <p:ph type="title"/>
          </p:nvPr>
        </p:nvSpPr>
        <p:spPr>
          <a:xfrm>
            <a:off x="4789717" y="1815828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7" name="Google Shape;377;p36"/>
          <p:cNvSpPr txBox="1">
            <a:spLocks noGrp="1"/>
          </p:cNvSpPr>
          <p:nvPr>
            <p:ph type="body" idx="1"/>
          </p:nvPr>
        </p:nvSpPr>
        <p:spPr>
          <a:xfrm>
            <a:off x="4789717" y="2930791"/>
            <a:ext cx="59145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Divider 5">
  <p:cSld name="1_Section Divider 5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37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81" name="Google Shape;381;p3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2" name="Google Shape;382;p3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65882"/>
                  </a:srgbClr>
                </a:gs>
                <a:gs pos="19000">
                  <a:srgbClr val="00A1E0">
                    <a:alpha val="65882"/>
                  </a:srgbClr>
                </a:gs>
                <a:gs pos="100000">
                  <a:srgbClr val="1E4E79">
                    <a:alpha val="9176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4" name="Google Shape;384;p37"/>
            <p:cNvCxnSpPr/>
            <p:nvPr/>
          </p:nvCxnSpPr>
          <p:spPr>
            <a:xfrm>
              <a:off x="9823076" y="0"/>
              <a:ext cx="0" cy="2655900"/>
            </a:xfrm>
            <a:prstGeom prst="straightConnector1">
              <a:avLst/>
            </a:prstGeom>
            <a:noFill/>
            <a:ln w="19050" cap="rnd" cmpd="sng">
              <a:solidFill>
                <a:srgbClr val="FFFFFF">
                  <a:alpha val="6549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5" name="Google Shape;385;p37"/>
          <p:cNvSpPr txBox="1"/>
          <p:nvPr/>
        </p:nvSpPr>
        <p:spPr>
          <a:xfrm>
            <a:off x="9433810" y="2233303"/>
            <a:ext cx="1270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 txBox="1">
            <a:spLocks noGrp="1"/>
          </p:cNvSpPr>
          <p:nvPr>
            <p:ph type="title"/>
          </p:nvPr>
        </p:nvSpPr>
        <p:spPr>
          <a:xfrm>
            <a:off x="4789717" y="1815828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body" idx="1"/>
          </p:nvPr>
        </p:nvSpPr>
        <p:spPr>
          <a:xfrm>
            <a:off x="4789717" y="2930791"/>
            <a:ext cx="59145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8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1" name="Google Shape;391;p38"/>
          <p:cNvPicPr preferRelativeResize="0"/>
          <p:nvPr/>
        </p:nvPicPr>
        <p:blipFill rotWithShape="1">
          <a:blip r:embed="rId2">
            <a:alphaModFix/>
          </a:blip>
          <a:srcRect l="-80" t="28924" r="80" b="801"/>
          <a:stretch/>
        </p:blipFill>
        <p:spPr>
          <a:xfrm>
            <a:off x="-21476" y="0"/>
            <a:ext cx="12211313" cy="643708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8"/>
          <p:cNvSpPr/>
          <p:nvPr/>
        </p:nvSpPr>
        <p:spPr>
          <a:xfrm>
            <a:off x="-13136" y="0"/>
            <a:ext cx="12211200" cy="64371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A1E0">
                  <a:alpha val="61960"/>
                </a:srgbClr>
              </a:gs>
              <a:gs pos="85000">
                <a:srgbClr val="1E4E79">
                  <a:alpha val="64705"/>
                </a:srgbClr>
              </a:gs>
              <a:gs pos="98400">
                <a:srgbClr val="000000">
                  <a:alpha val="74901"/>
                </a:srgbClr>
              </a:gs>
              <a:gs pos="100000">
                <a:srgbClr val="000000">
                  <a:alpha val="7490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8"/>
          <p:cNvSpPr/>
          <p:nvPr/>
        </p:nvSpPr>
        <p:spPr>
          <a:xfrm>
            <a:off x="-21476" y="2823029"/>
            <a:ext cx="12222600" cy="72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11346543" y="87158"/>
            <a:ext cx="670561" cy="67056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 txBox="1">
            <a:spLocks noGrp="1"/>
          </p:cNvSpPr>
          <p:nvPr>
            <p:ph type="body" idx="1"/>
          </p:nvPr>
        </p:nvSpPr>
        <p:spPr>
          <a:xfrm>
            <a:off x="838199" y="4390570"/>
            <a:ext cx="3436200" cy="17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2"/>
          </p:nvPr>
        </p:nvSpPr>
        <p:spPr>
          <a:xfrm>
            <a:off x="4374391" y="4390570"/>
            <a:ext cx="3436200" cy="17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3"/>
          </p:nvPr>
        </p:nvSpPr>
        <p:spPr>
          <a:xfrm>
            <a:off x="7910289" y="4390569"/>
            <a:ext cx="3436200" cy="17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20"/>
              <a:buFont typeface="Noto Sans Symbols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8" name="Google Shape;398;p38"/>
          <p:cNvSpPr txBox="1">
            <a:spLocks noGrp="1"/>
          </p:cNvSpPr>
          <p:nvPr>
            <p:ph type="title"/>
          </p:nvPr>
        </p:nvSpPr>
        <p:spPr>
          <a:xfrm>
            <a:off x="838200" y="2892083"/>
            <a:ext cx="105084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93C6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593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9" name="Google Shape;399;p38"/>
          <p:cNvSpPr txBox="1">
            <a:spLocks noGrp="1"/>
          </p:cNvSpPr>
          <p:nvPr>
            <p:ph type="body" idx="4"/>
          </p:nvPr>
        </p:nvSpPr>
        <p:spPr>
          <a:xfrm>
            <a:off x="838199" y="493486"/>
            <a:ext cx="10500000" cy="22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Noto Sans Symbols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2" name="Google Shape;402;p39"/>
          <p:cNvSpPr txBox="1">
            <a:spLocks noGrp="1"/>
          </p:cNvSpPr>
          <p:nvPr>
            <p:ph type="ftr" idx="11"/>
          </p:nvPr>
        </p:nvSpPr>
        <p:spPr>
          <a:xfrm>
            <a:off x="7612743" y="6538686"/>
            <a:ext cx="37410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9"/>
          <p:cNvSpPr txBox="1">
            <a:spLocks noGrp="1"/>
          </p:cNvSpPr>
          <p:nvPr>
            <p:ph type="sldNum" idx="12"/>
          </p:nvPr>
        </p:nvSpPr>
        <p:spPr>
          <a:xfrm>
            <a:off x="11183256" y="6538687"/>
            <a:ext cx="812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ACB8C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6" name="Google Shape;406;p40"/>
          <p:cNvSpPr txBox="1">
            <a:spLocks noGrp="1"/>
          </p:cNvSpPr>
          <p:nvPr>
            <p:ph type="ftr" idx="11"/>
          </p:nvPr>
        </p:nvSpPr>
        <p:spPr>
          <a:xfrm>
            <a:off x="7612743" y="6538686"/>
            <a:ext cx="37410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0"/>
          <p:cNvSpPr txBox="1">
            <a:spLocks noGrp="1"/>
          </p:cNvSpPr>
          <p:nvPr>
            <p:ph type="sldNum" idx="12"/>
          </p:nvPr>
        </p:nvSpPr>
        <p:spPr>
          <a:xfrm>
            <a:off x="11183256" y="6538687"/>
            <a:ext cx="812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37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>
            <a:spLocks noGrp="1"/>
          </p:cNvSpPr>
          <p:nvPr>
            <p:ph type="ftr" idx="11"/>
          </p:nvPr>
        </p:nvSpPr>
        <p:spPr>
          <a:xfrm>
            <a:off x="7605486" y="646814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0"/>
          <p:cNvCxnSpPr/>
          <p:nvPr/>
        </p:nvCxnSpPr>
        <p:spPr>
          <a:xfrm>
            <a:off x="11495314" y="6489912"/>
            <a:ext cx="0" cy="204000"/>
          </a:xfrm>
          <a:prstGeom prst="straightConnector1">
            <a:avLst/>
          </a:prstGeom>
          <a:noFill/>
          <a:ln w="95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" name="Google Shape;95;p1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333031" y="6432325"/>
            <a:ext cx="1398787" cy="37685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pa.do/copado-licenses/types-of-licens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41"/>
          <p:cNvGrpSpPr/>
          <p:nvPr/>
        </p:nvGrpSpPr>
        <p:grpSpPr>
          <a:xfrm>
            <a:off x="-1" y="-7402"/>
            <a:ext cx="12192001" cy="6883137"/>
            <a:chOff x="-1" y="-7402"/>
            <a:chExt cx="12192001" cy="6883137"/>
          </a:xfrm>
        </p:grpSpPr>
        <p:pic>
          <p:nvPicPr>
            <p:cNvPr id="413" name="Google Shape;413;p41"/>
            <p:cNvPicPr preferRelativeResize="0"/>
            <p:nvPr/>
          </p:nvPicPr>
          <p:blipFill rotWithShape="1">
            <a:blip r:embed="rId3">
              <a:alphaModFix/>
            </a:blip>
            <a:srcRect b="15575"/>
            <a:stretch/>
          </p:blipFill>
          <p:spPr>
            <a:xfrm>
              <a:off x="0" y="-7402"/>
              <a:ext cx="12191999" cy="68654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41"/>
            <p:cNvSpPr/>
            <p:nvPr/>
          </p:nvSpPr>
          <p:spPr>
            <a:xfrm>
              <a:off x="0" y="-7402"/>
              <a:ext cx="12192000" cy="688313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00A1E0">
                    <a:alpha val="82745"/>
                  </a:srgbClr>
                </a:gs>
                <a:gs pos="85000">
                  <a:srgbClr val="1F3864">
                    <a:alpha val="68627"/>
                  </a:srgbClr>
                </a:gs>
                <a:gs pos="100000">
                  <a:srgbClr val="1F3864">
                    <a:alpha val="6862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1"/>
            <p:cNvSpPr/>
            <p:nvPr/>
          </p:nvSpPr>
          <p:spPr>
            <a:xfrm rot="10800000" flipH="1">
              <a:off x="-1" y="3970115"/>
              <a:ext cx="12192000" cy="2895285"/>
            </a:xfrm>
            <a:prstGeom prst="round2SameRect">
              <a:avLst>
                <a:gd name="adj1" fmla="val 1143"/>
                <a:gd name="adj2" fmla="val 0"/>
              </a:avLst>
            </a:prstGeom>
            <a:gradFill>
              <a:gsLst>
                <a:gs pos="0">
                  <a:srgbClr val="FFFFFF">
                    <a:alpha val="60784"/>
                  </a:srgbClr>
                </a:gs>
                <a:gs pos="48700">
                  <a:srgbClr val="FFFFFF">
                    <a:alpha val="28627"/>
                  </a:srgbClr>
                </a:gs>
                <a:gs pos="100000">
                  <a:srgbClr val="D6DCE5">
                    <a:alpha val="20000"/>
                  </a:srgbClr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6" name="Google Shape;416;p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533" y="370005"/>
              <a:ext cx="3628897" cy="973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41"/>
            <p:cNvSpPr txBox="1"/>
            <p:nvPr/>
          </p:nvSpPr>
          <p:spPr>
            <a:xfrm>
              <a:off x="463933" y="1459467"/>
              <a:ext cx="8483600" cy="523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Make Developers Lover Release Days</a:t>
              </a:r>
              <a:endParaRPr/>
            </a:p>
          </p:txBody>
        </p:sp>
        <p:grpSp>
          <p:nvGrpSpPr>
            <p:cNvPr id="418" name="Google Shape;418;p41"/>
            <p:cNvGrpSpPr/>
            <p:nvPr/>
          </p:nvGrpSpPr>
          <p:grpSpPr>
            <a:xfrm>
              <a:off x="2268653" y="5981085"/>
              <a:ext cx="7710616" cy="611424"/>
              <a:chOff x="1556010" y="5592836"/>
              <a:chExt cx="6477064" cy="439946"/>
            </a:xfrm>
          </p:grpSpPr>
          <p:pic>
            <p:nvPicPr>
              <p:cNvPr id="419" name="Google Shape;419;p41" descr="Google Shape;636;p8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214415" y="5592836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0" name="Google Shape;420;p41" descr="Google Shape;637;p8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872137" y="5592843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1" name="Google Shape;421;p41" descr="Google Shape;638;p87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531012" y="5592848"/>
                <a:ext cx="1502062" cy="43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2" name="Google Shape;422;p41" descr="Google Shape;639;p87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556010" y="5592848"/>
                <a:ext cx="1500140" cy="4399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23" name="Google Shape;423;p41"/>
          <p:cNvSpPr txBox="1"/>
          <p:nvPr/>
        </p:nvSpPr>
        <p:spPr>
          <a:xfrm>
            <a:off x="2376738" y="4195227"/>
            <a:ext cx="7438500" cy="9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COPADO </a:t>
            </a:r>
            <a:r>
              <a:rPr lang="en-US" sz="3200">
                <a:solidFill>
                  <a:srgbClr val="FFFFFF"/>
                </a:solidFill>
              </a:rPr>
              <a:t>PRICING </a:t>
            </a:r>
            <a:endParaRPr sz="320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600">
                <a:solidFill>
                  <a:schemeClr val="lt1"/>
                </a:solidFill>
              </a:rPr>
              <a:t>Humana</a:t>
            </a:r>
            <a:b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lt1"/>
                </a:solidFill>
              </a:rPr>
              <a:t> July</a:t>
            </a: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2019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Need &amp; Value Prop</a:t>
            </a:r>
            <a:endParaRPr/>
          </a:p>
        </p:txBody>
      </p:sp>
      <p:sp>
        <p:nvSpPr>
          <p:cNvPr id="430" name="Google Shape;430;p42"/>
          <p:cNvSpPr txBox="1">
            <a:spLocks noGrp="1"/>
          </p:cNvSpPr>
          <p:nvPr>
            <p:ph type="body" idx="1"/>
          </p:nvPr>
        </p:nvSpPr>
        <p:spPr>
          <a:xfrm>
            <a:off x="838200" y="1480457"/>
            <a:ext cx="10515600" cy="469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rgbClr val="073763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073763"/>
                </a:solidFill>
              </a:rPr>
              <a:t>Copado Goal: To help Humana achieve their CI/CD goals by providing a single tool to orchestrate the entire DevOps process for Salesforce and Vlocity: </a:t>
            </a:r>
            <a:endParaRPr sz="1800" b="1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073763"/>
                </a:solidFill>
              </a:rPr>
              <a:t>Copado will help Humana to:</a:t>
            </a:r>
            <a:endParaRPr sz="1800" b="1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Arial"/>
              <a:buChar char="➢"/>
            </a:pPr>
            <a:r>
              <a:rPr lang="en-US" sz="1800">
                <a:solidFill>
                  <a:srgbClr val="073763"/>
                </a:solidFill>
              </a:rPr>
              <a:t>Release faster and more efficiently</a:t>
            </a:r>
            <a:endParaRPr sz="1800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Arial"/>
              <a:buChar char="➢"/>
            </a:pPr>
            <a:r>
              <a:rPr lang="en-US" sz="1800">
                <a:solidFill>
                  <a:srgbClr val="073763"/>
                </a:solidFill>
              </a:rPr>
              <a:t>Reduce build time</a:t>
            </a:r>
            <a:endParaRPr sz="1800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Arial"/>
              <a:buChar char="➢"/>
            </a:pPr>
            <a:r>
              <a:rPr lang="en-US" sz="1800">
                <a:solidFill>
                  <a:srgbClr val="073763"/>
                </a:solidFill>
              </a:rPr>
              <a:t>Get to DX faster</a:t>
            </a:r>
            <a:endParaRPr sz="1800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Arial"/>
              <a:buChar char="➢"/>
            </a:pPr>
            <a:r>
              <a:rPr lang="en-US" sz="1800">
                <a:solidFill>
                  <a:srgbClr val="073763"/>
                </a:solidFill>
              </a:rPr>
              <a:t>Automate pre/post deployment steps</a:t>
            </a:r>
            <a:endParaRPr sz="1800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Arial"/>
              <a:buChar char="➢"/>
            </a:pPr>
            <a:r>
              <a:rPr lang="en-US" sz="1800">
                <a:solidFill>
                  <a:srgbClr val="073763"/>
                </a:solidFill>
              </a:rPr>
              <a:t>Reduce the amount of time, effort and resources needed to release on Salesforce and Vlocity</a:t>
            </a:r>
            <a:endParaRPr sz="1800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Arial"/>
              <a:buChar char="➢"/>
            </a:pPr>
            <a:r>
              <a:rPr lang="en-US" sz="1800">
                <a:solidFill>
                  <a:srgbClr val="073763"/>
                </a:solidFill>
              </a:rPr>
              <a:t>Add value to Azure Pipelines</a:t>
            </a:r>
            <a:endParaRPr sz="18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endParaRPr sz="1400" b="1">
              <a:solidFill>
                <a:srgbClr val="073763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rgbClr val="073763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rgbClr val="073763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/>
          <p:nvPr/>
        </p:nvSpPr>
        <p:spPr>
          <a:xfrm>
            <a:off x="3978234" y="0"/>
            <a:ext cx="268382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3"/>
          <p:cNvSpPr txBox="1">
            <a:spLocks noGrp="1"/>
          </p:cNvSpPr>
          <p:nvPr>
            <p:ph type="title"/>
          </p:nvPr>
        </p:nvSpPr>
        <p:spPr>
          <a:xfrm>
            <a:off x="442684" y="515255"/>
            <a:ext cx="3309257" cy="850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3200"/>
              <a:buFont typeface="Arial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437" name="Google Shape;437;p43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57" cy="30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PROPRIETARY &amp; CONFIDENTIAL</a:t>
            </a:r>
            <a:endParaRPr/>
          </a:p>
        </p:txBody>
      </p:sp>
      <p:sp>
        <p:nvSpPr>
          <p:cNvPr id="438" name="Google Shape;438;p43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803" cy="30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39" name="Google Shape;439;p43"/>
          <p:cNvSpPr txBox="1">
            <a:spLocks noGrp="1"/>
          </p:cNvSpPr>
          <p:nvPr>
            <p:ph type="body" idx="1"/>
          </p:nvPr>
        </p:nvSpPr>
        <p:spPr>
          <a:xfrm>
            <a:off x="442684" y="1206666"/>
            <a:ext cx="5863113" cy="4114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List Pricing Overview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Usage Assumptions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Three Year Analysis	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Enterprise Licensing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Incentive-based Discounting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Additional Costs to Consider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52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Copado Licensing: List Pricing Overview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body" idx="1"/>
          </p:nvPr>
        </p:nvSpPr>
        <p:spPr>
          <a:xfrm>
            <a:off x="743975" y="1298232"/>
            <a:ext cx="10515600" cy="469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Enterprise License: $333.33 per User per Month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Change Management License: $231 per User per Month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Branch Management License: $175 Per Environment per Month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Selenium Testing License: $120 per User per Month*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Compliance Hub: 10% Annual Licensing Fees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Premier Support: 15% Annual Licensing Fees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Copado Licensing Overview: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https://docs.copa.do/copado-licenses/types-of-licenses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5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Humana Licensing Usage Assumptions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45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55" name="Google Shape;455;p45"/>
          <p:cNvSpPr txBox="1">
            <a:spLocks noGrp="1"/>
          </p:cNvSpPr>
          <p:nvPr>
            <p:ph type="body" idx="1"/>
          </p:nvPr>
        </p:nvSpPr>
        <p:spPr>
          <a:xfrm>
            <a:off x="743975" y="1298232"/>
            <a:ext cx="10515600" cy="469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Humana has requested an Enterprise License Agreement providing coverage for 200 users across up to 4 Production Orgs: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Copado is making the following assumptions: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Average # of Environments per Production Org: 4 (a total of 16)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# of Enterprise License Users: 15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# of Change Management Licenses: 150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# of Selenium Testing Users: 35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Pricing Analysis for 4 Production Orgs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6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63" name="Google Shape;463;p46"/>
          <p:cNvSpPr txBox="1">
            <a:spLocks noGrp="1"/>
          </p:cNvSpPr>
          <p:nvPr>
            <p:ph type="body" idx="1"/>
          </p:nvPr>
        </p:nvSpPr>
        <p:spPr>
          <a:xfrm>
            <a:off x="732150" y="1019657"/>
            <a:ext cx="10515600" cy="469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Standard list pricing: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 i="1"/>
              <a:t>15 Enterprise Licenses ($333.33 per user per month)</a:t>
            </a:r>
            <a:endParaRPr sz="2400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i="1"/>
              <a:t>150 Change Management Licenses ($231 per user per month)</a:t>
            </a:r>
            <a:endParaRPr sz="2400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i="1"/>
              <a:t>16 Branch Management Licenses ($175 per environment per month)</a:t>
            </a:r>
            <a:endParaRPr sz="2400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i="1"/>
              <a:t>35 Selenium Testing Licenses ($120 per user per month)</a:t>
            </a:r>
            <a:endParaRPr sz="2400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i="1"/>
              <a:t>Compliance Hub (10% of annual license fees)</a:t>
            </a:r>
            <a:endParaRPr sz="2400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i="1"/>
              <a:t>Premier Support (15% of annual license fees)</a:t>
            </a:r>
            <a:endParaRPr sz="2400" i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*Total Annual Cost: $699,749.25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*Does not include implementation additional packs of Selenium Minutes (5,000 minutes per month included.  Additional packs of 5,000 minutes cost $600)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i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7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Year Contract - Three Year Analysis</a:t>
            </a:r>
            <a:endParaRPr/>
          </a:p>
        </p:txBody>
      </p:sp>
      <p:sp>
        <p:nvSpPr>
          <p:cNvPr id="470" name="Google Shape;470;p47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71" name="Google Shape;471;p47"/>
          <p:cNvSpPr txBox="1"/>
          <p:nvPr/>
        </p:nvSpPr>
        <p:spPr>
          <a:xfrm>
            <a:off x="867675" y="1019650"/>
            <a:ext cx="10637700" cy="25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F4F"/>
                </a:solidFill>
              </a:rPr>
              <a:t>An Annual Contract for Copado with an Annual uplift of 7% would breakdown as follows over three years:</a:t>
            </a:r>
            <a:endParaRPr sz="2800">
              <a:solidFill>
                <a:srgbClr val="323F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solidFill>
                <a:srgbClr val="323F4F"/>
              </a:solidFill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31F20"/>
              </a:buClr>
              <a:buSzPts val="2800"/>
              <a:buChar char="➢"/>
            </a:pPr>
            <a:r>
              <a:rPr lang="en-US" sz="2800">
                <a:solidFill>
                  <a:srgbClr val="231F20"/>
                </a:solidFill>
              </a:rPr>
              <a:t>Year 1 Cost: $699,749.25</a:t>
            </a:r>
            <a:endParaRPr sz="2800">
              <a:solidFill>
                <a:srgbClr val="231F20"/>
              </a:solidFill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800"/>
              <a:buChar char="➢"/>
            </a:pPr>
            <a:r>
              <a:rPr lang="en-US" sz="2800">
                <a:solidFill>
                  <a:srgbClr val="231F20"/>
                </a:solidFill>
              </a:rPr>
              <a:t>Year 2 Cost: $748,731.70</a:t>
            </a:r>
            <a:endParaRPr sz="2800">
              <a:solidFill>
                <a:srgbClr val="231F20"/>
              </a:solidFill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800"/>
              <a:buChar char="➢"/>
            </a:pPr>
            <a:r>
              <a:rPr lang="en-US" sz="2800">
                <a:solidFill>
                  <a:srgbClr val="231F20"/>
                </a:solidFill>
              </a:rPr>
              <a:t>Year 3 Cost: $</a:t>
            </a:r>
            <a:r>
              <a:rPr lang="en-US" sz="2800">
                <a:solidFill>
                  <a:schemeClr val="dk1"/>
                </a:solidFill>
              </a:rPr>
              <a:t>801,142.92</a:t>
            </a:r>
            <a:endParaRPr sz="2800">
              <a:solidFill>
                <a:srgbClr val="231F20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solidFill>
                <a:srgbClr val="323F4F"/>
              </a:solidFill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800"/>
              <a:buChar char="➢"/>
            </a:pPr>
            <a:r>
              <a:rPr lang="en-US" sz="2800">
                <a:solidFill>
                  <a:srgbClr val="323F4F"/>
                </a:solidFill>
              </a:rPr>
              <a:t>Total three year spend: </a:t>
            </a:r>
            <a:r>
              <a:rPr lang="en-US" sz="2800">
                <a:solidFill>
                  <a:schemeClr val="dk1"/>
                </a:solidFill>
              </a:rPr>
              <a:t>$2,249,623.86</a:t>
            </a:r>
            <a:endParaRPr sz="2800">
              <a:solidFill>
                <a:srgbClr val="323F4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8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Enterprise Pricing Model for Humana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8"/>
          <p:cNvSpPr txBox="1">
            <a:spLocks noGrp="1"/>
          </p:cNvSpPr>
          <p:nvPr>
            <p:ph type="body" idx="1"/>
          </p:nvPr>
        </p:nvSpPr>
        <p:spPr>
          <a:xfrm>
            <a:off x="838200" y="1197932"/>
            <a:ext cx="10515600" cy="469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Provide Humana with a simplified approach to pricing that has predictability and doesn’t restrict growth and adoption in years 2-3.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➢"/>
            </a:pPr>
            <a:r>
              <a:rPr lang="en-US" sz="2000"/>
              <a:t>Full environment coverage for up to 4 Production Orgs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/>
              <a:t>Up to 200 Copado Users (Release Managers &amp; Developers &amp; Testers)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/>
              <a:t>Compliance Hub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/>
              <a:t>Premier Support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rgbClr val="EFEFEF"/>
                </a:highlight>
              </a:rPr>
              <a:t>*Annual Cost: $</a:t>
            </a:r>
            <a:r>
              <a:rPr lang="en-US" sz="2000">
                <a:solidFill>
                  <a:srgbClr val="231F20"/>
                </a:solidFill>
              </a:rPr>
              <a:t>559,799.40 (20% discount)</a:t>
            </a:r>
            <a:endParaRPr sz="2000">
              <a:highlight>
                <a:srgbClr val="EFEFE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highlight>
                  <a:srgbClr val="EFEFEF"/>
                </a:highlight>
              </a:rPr>
              <a:t>Annual First Year Savings over Standard List Pricing Model: ~$140,000</a:t>
            </a:r>
            <a:endParaRPr sz="2000">
              <a:solidFill>
                <a:srgbClr val="FF0000"/>
              </a:solidFill>
              <a:highlight>
                <a:srgbClr val="EFEFE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 i="1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sz="1200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9"/>
          <p:cNvSpPr txBox="1">
            <a:spLocks noGrp="1"/>
          </p:cNvSpPr>
          <p:nvPr>
            <p:ph type="title"/>
          </p:nvPr>
        </p:nvSpPr>
        <p:spPr>
          <a:xfrm>
            <a:off x="2748625" y="1882350"/>
            <a:ext cx="6155400" cy="94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*Discounting &amp; Multi Year Pricing</a:t>
            </a:r>
            <a:endParaRPr/>
          </a:p>
        </p:txBody>
      </p:sp>
      <p:sp>
        <p:nvSpPr>
          <p:cNvPr id="485" name="Google Shape;485;p49"/>
          <p:cNvSpPr txBox="1"/>
          <p:nvPr/>
        </p:nvSpPr>
        <p:spPr>
          <a:xfrm>
            <a:off x="932950" y="5843200"/>
            <a:ext cx="94278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</a:rPr>
              <a:t>*Discounting proposal expires October 31, 2019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Multi-Year Pricing - Annual Payment Terms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50"/>
          <p:cNvSpPr txBox="1">
            <a:spLocks noGrp="1"/>
          </p:cNvSpPr>
          <p:nvPr>
            <p:ph type="body" idx="1"/>
          </p:nvPr>
        </p:nvSpPr>
        <p:spPr>
          <a:xfrm>
            <a:off x="906225" y="1019650"/>
            <a:ext cx="5304900" cy="503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Two (2) Year Commitment</a:t>
            </a:r>
            <a:endParaRPr sz="1800" b="1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Discounts: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Add’t 10% (30% Total) applied to the Year 1 Annual Cost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Annual uplift reduced from 7% to 5%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Three Year Cost Analysis: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Year 1: </a:t>
            </a:r>
            <a:r>
              <a:rPr lang="en-US" sz="1800">
                <a:solidFill>
                  <a:schemeClr val="dk1"/>
                </a:solidFill>
              </a:rPr>
              <a:t>$489,824.48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Year 2: </a:t>
            </a:r>
            <a:r>
              <a:rPr lang="en-US" sz="1800">
                <a:solidFill>
                  <a:schemeClr val="dk1"/>
                </a:solidFill>
              </a:rPr>
              <a:t>$514,315.70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Year 3: </a:t>
            </a:r>
            <a:r>
              <a:rPr lang="en-US" sz="1800">
                <a:solidFill>
                  <a:schemeClr val="dk1"/>
                </a:solidFill>
              </a:rPr>
              <a:t>$550,317.80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highlight>
                  <a:srgbClr val="EFEFEF"/>
                </a:highlight>
              </a:rPr>
              <a:t>Total three year spend: </a:t>
            </a:r>
            <a:r>
              <a:rPr lang="en-US" sz="1800">
                <a:solidFill>
                  <a:schemeClr val="dk1"/>
                </a:solidFill>
              </a:rPr>
              <a:t>$1,554,457.97</a:t>
            </a:r>
            <a:endParaRPr sz="1800">
              <a:highlight>
                <a:srgbClr val="EFEFE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highlight>
                  <a:srgbClr val="EFEFEF"/>
                </a:highlight>
              </a:rPr>
              <a:t>Total 3 Year Savings: </a:t>
            </a:r>
            <a:r>
              <a:rPr lang="en-US" sz="1800">
                <a:solidFill>
                  <a:schemeClr val="dk1"/>
                </a:solidFill>
              </a:rPr>
              <a:t>$695,165.89</a:t>
            </a:r>
            <a:endParaRPr sz="1800" i="1"/>
          </a:p>
        </p:txBody>
      </p:sp>
      <p:sp>
        <p:nvSpPr>
          <p:cNvPr id="493" name="Google Shape;493;p50"/>
          <p:cNvSpPr txBox="1"/>
          <p:nvPr/>
        </p:nvSpPr>
        <p:spPr>
          <a:xfrm>
            <a:off x="6211125" y="1019650"/>
            <a:ext cx="5235300" cy="5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323F4F"/>
                </a:solidFill>
              </a:rPr>
              <a:t>Three (3) Year Commitment</a:t>
            </a:r>
            <a:endParaRPr sz="1800" b="1">
              <a:solidFill>
                <a:srgbClr val="323F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23F4F"/>
                </a:solidFill>
              </a:rPr>
              <a:t>Discounts: 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Add’t 15% (35% Total) applied to the Year 1 Annual Cost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Annual uplift reduced from 7% to 3%</a:t>
            </a:r>
            <a:endParaRPr sz="1800">
              <a:solidFill>
                <a:srgbClr val="323F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23F4F"/>
                </a:solidFill>
              </a:rPr>
              <a:t>Three Year Cost Analysis: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Year 1: </a:t>
            </a:r>
            <a:r>
              <a:rPr lang="en-US" sz="1800">
                <a:solidFill>
                  <a:schemeClr val="dk1"/>
                </a:solidFill>
              </a:rPr>
              <a:t>$454,837.01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Year 2: </a:t>
            </a:r>
            <a:r>
              <a:rPr lang="en-US" sz="1800">
                <a:solidFill>
                  <a:schemeClr val="dk1"/>
                </a:solidFill>
              </a:rPr>
              <a:t>$468,482.12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Year 3: </a:t>
            </a:r>
            <a:r>
              <a:rPr lang="en-US" sz="1800">
                <a:solidFill>
                  <a:schemeClr val="dk1"/>
                </a:solidFill>
              </a:rPr>
              <a:t>$482,536.59</a:t>
            </a:r>
            <a:endParaRPr sz="1800">
              <a:solidFill>
                <a:srgbClr val="323F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23F4F"/>
                </a:solidFill>
                <a:highlight>
                  <a:srgbClr val="EFEFEF"/>
                </a:highlight>
              </a:rPr>
              <a:t>Total three year spend: </a:t>
            </a:r>
            <a:r>
              <a:rPr lang="en-US" sz="1800">
                <a:solidFill>
                  <a:schemeClr val="dk1"/>
                </a:solidFill>
              </a:rPr>
              <a:t>$1,405,855.72</a:t>
            </a:r>
            <a:endParaRPr sz="1800">
              <a:solidFill>
                <a:srgbClr val="323F4F"/>
              </a:solidFill>
              <a:highlight>
                <a:srgbClr val="EFEFE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FF0000"/>
                </a:solidFill>
                <a:highlight>
                  <a:srgbClr val="EFEFEF"/>
                </a:highlight>
              </a:rPr>
              <a:t>Total 3 Year Savings: </a:t>
            </a:r>
            <a:r>
              <a:rPr lang="en-US" sz="1800">
                <a:solidFill>
                  <a:schemeClr val="dk1"/>
                </a:solidFill>
              </a:rPr>
              <a:t>$843,768.14</a:t>
            </a:r>
            <a:endParaRPr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1"/>
          <p:cNvSpPr txBox="1">
            <a:spLocks noGrp="1"/>
          </p:cNvSpPr>
          <p:nvPr>
            <p:ph type="title"/>
          </p:nvPr>
        </p:nvSpPr>
        <p:spPr>
          <a:xfrm>
            <a:off x="217088" y="207243"/>
            <a:ext cx="11778900" cy="8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Multi-Year Pricing - Pre-Payment (Price Locked)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51"/>
          <p:cNvSpPr txBox="1">
            <a:spLocks noGrp="1"/>
          </p:cNvSpPr>
          <p:nvPr>
            <p:ph type="body" idx="1"/>
          </p:nvPr>
        </p:nvSpPr>
        <p:spPr>
          <a:xfrm>
            <a:off x="565400" y="1291975"/>
            <a:ext cx="5530500" cy="503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Two (2) year commitment</a:t>
            </a:r>
            <a:endParaRPr sz="1800" b="1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Discounts: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Add’t 15% (35% Total) applied to Annual Cost (Years 1-2)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Three Year Cost Analysis: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Year 1: </a:t>
            </a:r>
            <a:r>
              <a:rPr lang="en-US" sz="1800">
                <a:solidFill>
                  <a:schemeClr val="dk1"/>
                </a:solidFill>
              </a:rPr>
              <a:t>$454,837.01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Year 2: </a:t>
            </a:r>
            <a:r>
              <a:rPr lang="en-US" sz="1800">
                <a:solidFill>
                  <a:schemeClr val="dk1"/>
                </a:solidFill>
              </a:rPr>
              <a:t>$454,837.01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Year 3: </a:t>
            </a:r>
            <a:r>
              <a:rPr lang="en-US" sz="1800">
                <a:solidFill>
                  <a:schemeClr val="dk1"/>
                </a:solidFill>
              </a:rPr>
              <a:t>$486,675.60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highlight>
                  <a:srgbClr val="EFEFEF"/>
                </a:highlight>
              </a:rPr>
              <a:t>Total three year spend: </a:t>
            </a:r>
            <a:r>
              <a:rPr lang="en-US" sz="1800">
                <a:solidFill>
                  <a:schemeClr val="dk1"/>
                </a:solidFill>
              </a:rPr>
              <a:t>$1,396,349.63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highlight>
                  <a:srgbClr val="EFEFEF"/>
                </a:highlight>
              </a:rPr>
              <a:t>Total 3 Year Savings: </a:t>
            </a:r>
            <a:r>
              <a:rPr lang="en-US" sz="1800">
                <a:solidFill>
                  <a:schemeClr val="dk1"/>
                </a:solidFill>
              </a:rPr>
              <a:t>$853,274.24</a:t>
            </a:r>
            <a:endParaRPr sz="1800" i="1"/>
          </a:p>
        </p:txBody>
      </p:sp>
      <p:sp>
        <p:nvSpPr>
          <p:cNvPr id="501" name="Google Shape;501;p51"/>
          <p:cNvSpPr txBox="1"/>
          <p:nvPr/>
        </p:nvSpPr>
        <p:spPr>
          <a:xfrm>
            <a:off x="6211175" y="1218700"/>
            <a:ext cx="5609700" cy="5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23F4F"/>
                </a:solidFill>
              </a:rPr>
              <a:t>Three (3) year commitment</a:t>
            </a:r>
            <a:endParaRPr sz="1800" b="1">
              <a:solidFill>
                <a:srgbClr val="323F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23F4F"/>
                </a:solidFill>
              </a:rPr>
              <a:t>Discounts: 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Add’t 25% (45% Total) applied to Annual Cost (Years 1-3)</a:t>
            </a:r>
            <a:endParaRPr sz="1800">
              <a:solidFill>
                <a:srgbClr val="323F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23F4F"/>
                </a:solidFill>
              </a:rPr>
              <a:t>Three Year Cost Analysis: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Year 1: </a:t>
            </a:r>
            <a:r>
              <a:rPr lang="en-US" sz="1800">
                <a:solidFill>
                  <a:schemeClr val="dk1"/>
                </a:solidFill>
              </a:rPr>
              <a:t>$384,862.09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Year 2: </a:t>
            </a:r>
            <a:r>
              <a:rPr lang="en-US" sz="1800">
                <a:solidFill>
                  <a:schemeClr val="dk1"/>
                </a:solidFill>
              </a:rPr>
              <a:t>$384,862.09</a:t>
            </a:r>
            <a:endParaRPr sz="1800">
              <a:solidFill>
                <a:srgbClr val="323F4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rgbClr val="323F4F"/>
                </a:solidFill>
              </a:rPr>
              <a:t>Year 3: </a:t>
            </a:r>
            <a:r>
              <a:rPr lang="en-US" sz="1800">
                <a:solidFill>
                  <a:schemeClr val="dk1"/>
                </a:solidFill>
              </a:rPr>
              <a:t>$384,862.09</a:t>
            </a:r>
            <a:endParaRPr sz="1800">
              <a:solidFill>
                <a:srgbClr val="323F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23F4F"/>
                </a:solidFill>
                <a:highlight>
                  <a:srgbClr val="EFEFEF"/>
                </a:highlight>
              </a:rPr>
              <a:t>Total three year spend: </a:t>
            </a:r>
            <a:r>
              <a:rPr lang="en-US" sz="1800">
                <a:solidFill>
                  <a:schemeClr val="dk1"/>
                </a:solidFill>
              </a:rPr>
              <a:t>$1,154,586.26</a:t>
            </a:r>
            <a:endParaRPr sz="1800">
              <a:solidFill>
                <a:srgbClr val="323F4F"/>
              </a:solidFill>
              <a:highlight>
                <a:srgbClr val="EFEFE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highlight>
                  <a:srgbClr val="EFEFEF"/>
                </a:highlight>
              </a:rPr>
              <a:t>Total 3 Year Savings: </a:t>
            </a:r>
            <a:r>
              <a:rPr lang="en-US" sz="1800">
                <a:solidFill>
                  <a:schemeClr val="dk1"/>
                </a:solidFill>
              </a:rPr>
              <a:t>$1,095,037.60</a:t>
            </a:r>
            <a:endParaRPr sz="1800" b="1">
              <a:solidFill>
                <a:srgbClr val="FF0000"/>
              </a:solidFill>
              <a:highlight>
                <a:srgbClr val="EFEFE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2"/>
          <p:cNvSpPr txBox="1">
            <a:spLocks noGrp="1"/>
          </p:cNvSpPr>
          <p:nvPr>
            <p:ph type="ftr" idx="11"/>
          </p:nvPr>
        </p:nvSpPr>
        <p:spPr>
          <a:xfrm>
            <a:off x="7605486" y="6551270"/>
            <a:ext cx="3741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PROPRIETARY &amp; CONFIDENTIAL</a:t>
            </a:r>
            <a:endParaRPr/>
          </a:p>
        </p:txBody>
      </p:sp>
      <p:sp>
        <p:nvSpPr>
          <p:cNvPr id="507" name="Google Shape;507;p52"/>
          <p:cNvSpPr txBox="1">
            <a:spLocks noGrp="1"/>
          </p:cNvSpPr>
          <p:nvPr>
            <p:ph type="sldNum" idx="12"/>
          </p:nvPr>
        </p:nvSpPr>
        <p:spPr>
          <a:xfrm>
            <a:off x="11183256" y="6468139"/>
            <a:ext cx="8127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508" name="Google Shape;508;p52"/>
          <p:cNvSpPr txBox="1">
            <a:spLocks noGrp="1"/>
          </p:cNvSpPr>
          <p:nvPr>
            <p:ph type="title"/>
          </p:nvPr>
        </p:nvSpPr>
        <p:spPr>
          <a:xfrm>
            <a:off x="2726846" y="2322195"/>
            <a:ext cx="4806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pado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04D5648BFB784E81ED1C21915F6D2B" ma:contentTypeVersion="16" ma:contentTypeDescription="Create a new document." ma:contentTypeScope="" ma:versionID="edf71a981cbba7a678b3a11eed09442c">
  <xsd:schema xmlns:xsd="http://www.w3.org/2001/XMLSchema" xmlns:xs="http://www.w3.org/2001/XMLSchema" xmlns:p="http://schemas.microsoft.com/office/2006/metadata/properties" xmlns:ns2="b3440a03-e197-4d93-8960-2b4cb6b3a391" xmlns:ns3="0525d0d8-811f-43c0-80e5-70547b61a235" targetNamespace="http://schemas.microsoft.com/office/2006/metadata/properties" ma:root="true" ma:fieldsID="96e8bbd8beffccfa3cd0d48b46f02879" ns2:_="" ns3:_="">
    <xsd:import namespace="b3440a03-e197-4d93-8960-2b4cb6b3a391"/>
    <xsd:import namespace="0525d0d8-811f-43c0-80e5-70547b61a2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40a03-e197-4d93-8960-2b4cb6b3a3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c8387f8-82b2-4441-b1a6-93bd58f47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5d0d8-811f-43c0-80e5-70547b61a23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bbe1eae-2d22-4b5c-9d60-481c5ca461b8}" ma:internalName="TaxCatchAll" ma:showField="CatchAllData" ma:web="0525d0d8-811f-43c0-80e5-70547b61a2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25d0d8-811f-43c0-80e5-70547b61a235" xsi:nil="true"/>
    <lcf76f155ced4ddcb4097134ff3c332f xmlns="b3440a03-e197-4d93-8960-2b4cb6b3a39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03708F-2E88-433B-B3AD-96B22A03BD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211469-D1AC-4B69-8A74-BBCF5AEE8EA8}"/>
</file>

<file path=customXml/itemProps3.xml><?xml version="1.0" encoding="utf-8"?>
<ds:datastoreItem xmlns:ds="http://schemas.openxmlformats.org/officeDocument/2006/customXml" ds:itemID="{F98F6BED-7E26-4AD8-9DAA-A056CCEBFA04}">
  <ds:schemaRefs>
    <ds:schemaRef ds:uri="http://schemas.microsoft.com/office/2006/metadata/properties"/>
    <ds:schemaRef ds:uri="http://schemas.microsoft.com/office/infopath/2007/PartnerControls"/>
    <ds:schemaRef ds:uri="0525d0d8-811f-43c0-80e5-70547b61a235"/>
    <ds:schemaRef ds:uri="b3440a03-e197-4d93-8960-2b4cb6b3a3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Widescreen</PresentationFormat>
  <Paragraphs>132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Custom Design</vt:lpstr>
      <vt:lpstr>Copado 1</vt:lpstr>
      <vt:lpstr>PowerPoint Presentation</vt:lpstr>
      <vt:lpstr>Business Need &amp; Value Prop</vt:lpstr>
      <vt:lpstr>CONTENTS</vt:lpstr>
      <vt:lpstr>Copado Licensing: List Pricing Overview </vt:lpstr>
      <vt:lpstr>Humana Licensing Usage Assumptions </vt:lpstr>
      <vt:lpstr>List Pricing Analysis for 4 Production Orgs </vt:lpstr>
      <vt:lpstr>1 Year Contract - Three Year Analysis</vt:lpstr>
      <vt:lpstr>Enterprise Pricing Model for Humana  </vt:lpstr>
      <vt:lpstr>*Discounting &amp; Multi Year Pricing</vt:lpstr>
      <vt:lpstr>Multi-Year Pricing - Annual Payment Terms  </vt:lpstr>
      <vt:lpstr>Multi-Year Pricing - Pre-Payment (Price Locked)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ODea</dc:creator>
  <cp:lastModifiedBy>Rachel ODea</cp:lastModifiedBy>
  <cp:revision>2</cp:revision>
  <dcterms:modified xsi:type="dcterms:W3CDTF">2023-06-11T17:08:04Z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49386633-ed32-4fa8-a671-92bf612e9e60</vt:lpwstr>
  </property>
  <property fmtid="{D5CDD505-2E9C-101B-9397-08002B2CF9AE}" pid="3" name="HumanaClassification">
    <vt:lpwstr>I</vt:lpwstr>
  </property>
  <property fmtid="{D5CDD505-2E9C-101B-9397-08002B2CF9AE}" pid="4" name="ContentTypeId">
    <vt:lpwstr>0x0101000D04D5648BFB784E81ED1C21915F6D2B</vt:lpwstr>
  </property>
  <property fmtid="{D5CDD505-2E9C-101B-9397-08002B2CF9AE}" pid="5" name="MSIP_Label_e2b6c078-73cb-4371-8a5b-e9fc18accbf8_Enabled">
    <vt:lpwstr>true</vt:lpwstr>
  </property>
  <property fmtid="{D5CDD505-2E9C-101B-9397-08002B2CF9AE}" pid="6" name="MSIP_Label_e2b6c078-73cb-4371-8a5b-e9fc18accbf8_SetDate">
    <vt:lpwstr>2023-06-11T17:08:04Z</vt:lpwstr>
  </property>
  <property fmtid="{D5CDD505-2E9C-101B-9397-08002B2CF9AE}" pid="7" name="MSIP_Label_e2b6c078-73cb-4371-8a5b-e9fc18accbf8_Method">
    <vt:lpwstr>Standard</vt:lpwstr>
  </property>
  <property fmtid="{D5CDD505-2E9C-101B-9397-08002B2CF9AE}" pid="8" name="MSIP_Label_e2b6c078-73cb-4371-8a5b-e9fc18accbf8_Name">
    <vt:lpwstr>INTERNAL</vt:lpwstr>
  </property>
  <property fmtid="{D5CDD505-2E9C-101B-9397-08002B2CF9AE}" pid="9" name="MSIP_Label_e2b6c078-73cb-4371-8a5b-e9fc18accbf8_SiteId">
    <vt:lpwstr>56c62bbe-8598-4b85-9e51-1ca753fa50f2</vt:lpwstr>
  </property>
  <property fmtid="{D5CDD505-2E9C-101B-9397-08002B2CF9AE}" pid="10" name="MSIP_Label_e2b6c078-73cb-4371-8a5b-e9fc18accbf8_ActionId">
    <vt:lpwstr>1bf0d802-d80f-4c1b-8166-f4a3b4162857</vt:lpwstr>
  </property>
  <property fmtid="{D5CDD505-2E9C-101B-9397-08002B2CF9AE}" pid="11" name="MSIP_Label_e2b6c078-73cb-4371-8a5b-e9fc18accbf8_ContentBits">
    <vt:lpwstr>0</vt:lpwstr>
  </property>
  <property fmtid="{D5CDD505-2E9C-101B-9397-08002B2CF9AE}" pid="12" name="MediaServiceImageTags">
    <vt:lpwstr/>
  </property>
</Properties>
</file>