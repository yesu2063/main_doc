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3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14C72-7C1C-7DC6-DE09-3D655A6E28ED}" v="34" dt="2020-05-06T12:14:44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5"/>
    <p:restoredTop sz="94843"/>
  </p:normalViewPr>
  <p:slideViewPr>
    <p:cSldViewPr snapToGrid="0" snapToObjects="1">
      <p:cViewPr varScale="1">
        <p:scale>
          <a:sx n="132" d="100"/>
          <a:sy n="132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thilvelan Jayachandran" userId="S::sjayachandran5@humana.com::148fc1c5-a87e-4932-a42b-0d247ae733ec" providerId="AD" clId="Web-{212E7694-89F9-B982-C345-836B4FFE0D48}"/>
    <pc:docChg chg="mod">
      <pc:chgData name="Senthilvelan Jayachandran" userId="S::sjayachandran5@humana.com::148fc1c5-a87e-4932-a42b-0d247ae733ec" providerId="AD" clId="Web-{212E7694-89F9-B982-C345-836B4FFE0D48}" dt="2023-09-03T17:24:06.446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FC199-5486-8A45-8A8D-A498D1AB5B22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7A6F2-5EC5-DF4C-BBD5-A15F478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7A6F2-5EC5-DF4C-BBD5-A15F478AFE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3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2" y="0"/>
            <a:ext cx="5696895" cy="6858000"/>
          </a:xfrm>
          <a:prstGeom prst="rect">
            <a:avLst/>
          </a:prstGeom>
          <a:solidFill>
            <a:srgbClr val="76BD45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531" y="1125650"/>
            <a:ext cx="4390216" cy="6754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531" y="2172626"/>
            <a:ext cx="4390216" cy="3649837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5093027" y="1120207"/>
            <a:ext cx="6499795" cy="4702256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07950" y="1801087"/>
            <a:ext cx="897037" cy="0"/>
          </a:xfrm>
          <a:prstGeom prst="line">
            <a:avLst/>
          </a:prstGeom>
          <a:ln w="190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5280749" y="1305943"/>
            <a:ext cx="6141740" cy="4334012"/>
          </a:xfrm>
          <a:prstGeom prst="round1Rect">
            <a:avLst>
              <a:gd name="adj" fmla="val 10780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377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2" y="0"/>
            <a:ext cx="5696895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531" y="1125650"/>
            <a:ext cx="4390216" cy="6754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531" y="2172624"/>
            <a:ext cx="4390216" cy="378150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5093027" y="1120207"/>
            <a:ext cx="6499795" cy="4702256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07950" y="1801087"/>
            <a:ext cx="897037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5280749" y="1305943"/>
            <a:ext cx="6141740" cy="4334012"/>
          </a:xfrm>
          <a:prstGeom prst="round1Rect">
            <a:avLst>
              <a:gd name="adj" fmla="val 10780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012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1497949"/>
            <a:ext cx="12192000" cy="4324512"/>
          </a:xfrm>
          <a:prstGeom prst="rect">
            <a:avLst/>
          </a:prstGeom>
          <a:solidFill>
            <a:srgbClr val="76BD45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0197" y="2236830"/>
            <a:ext cx="6265905" cy="6754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70197" y="3283803"/>
            <a:ext cx="6265905" cy="1896679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486740" y="923708"/>
            <a:ext cx="4585024" cy="4256773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618625" y="2912265"/>
            <a:ext cx="855129" cy="0"/>
          </a:xfrm>
          <a:prstGeom prst="line">
            <a:avLst/>
          </a:prstGeom>
          <a:ln w="190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662833" y="1116795"/>
            <a:ext cx="4206972" cy="3879748"/>
          </a:xfrm>
          <a:prstGeom prst="round1Rect">
            <a:avLst>
              <a:gd name="adj" fmla="val 10780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561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0"/>
            <a:ext cx="12192000" cy="2526973"/>
          </a:xfrm>
          <a:prstGeom prst="rect">
            <a:avLst/>
          </a:prstGeom>
          <a:solidFill>
            <a:srgbClr val="76BD45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0197" y="1600467"/>
            <a:ext cx="6265905" cy="6754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70197" y="2670258"/>
            <a:ext cx="6265905" cy="368609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486740" y="1380560"/>
            <a:ext cx="4585024" cy="4975793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618625" y="2275904"/>
            <a:ext cx="855129" cy="0"/>
          </a:xfrm>
          <a:prstGeom prst="line">
            <a:avLst/>
          </a:prstGeom>
          <a:ln w="190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735899" y="1600469"/>
            <a:ext cx="4098572" cy="4550007"/>
          </a:xfrm>
          <a:prstGeom prst="round1Rect">
            <a:avLst>
              <a:gd name="adj" fmla="val 10780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367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60666" y="1600467"/>
            <a:ext cx="6475437" cy="6754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60666" y="2670258"/>
            <a:ext cx="6475437" cy="368609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10" y="0"/>
            <a:ext cx="4816796" cy="6858000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375766" y="2275904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215679" y="236296"/>
            <a:ext cx="4351451" cy="6418328"/>
          </a:xfrm>
          <a:prstGeom prst="round1Rect">
            <a:avLst>
              <a:gd name="adj" fmla="val 10780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55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-1"/>
            <a:ext cx="3761528" cy="6858001"/>
          </a:xfrm>
          <a:prstGeom prst="rect">
            <a:avLst/>
          </a:prstGeom>
          <a:solidFill>
            <a:srgbClr val="464749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08609" y="587311"/>
            <a:ext cx="7661780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08609" y="1657103"/>
            <a:ext cx="7661780" cy="449133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223712" y="1262748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04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60666" y="1600467"/>
            <a:ext cx="6475437" cy="6754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60666" y="2670258"/>
            <a:ext cx="6475437" cy="368609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756220" y="0"/>
            <a:ext cx="4060576" cy="6858000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375766" y="2275904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1003244" y="220317"/>
            <a:ext cx="3586163" cy="7022085"/>
          </a:xfrm>
          <a:prstGeom prst="round1Rect">
            <a:avLst>
              <a:gd name="adj" fmla="val 10780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638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737" y="1101555"/>
            <a:ext cx="6265905" cy="106867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737" y="2693495"/>
            <a:ext cx="6265905" cy="368609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4" y="0"/>
            <a:ext cx="3666025" cy="6858000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928164" y="2299141"/>
            <a:ext cx="855129" cy="0"/>
          </a:xfrm>
          <a:prstGeom prst="line">
            <a:avLst/>
          </a:prstGeom>
          <a:ln w="19050" cmpd="sng">
            <a:solidFill>
              <a:srgbClr val="76BD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2856090" y="2693496"/>
            <a:ext cx="1528572" cy="1495957"/>
          </a:xfrm>
          <a:prstGeom prst="round1Rect">
            <a:avLst>
              <a:gd name="adj" fmla="val 10780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387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9367" y="2677056"/>
            <a:ext cx="7085456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375" y="3746847"/>
            <a:ext cx="7085457" cy="1284136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1069537" y="2069973"/>
            <a:ext cx="2843083" cy="2780164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504469" y="3352492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907182" y="1896409"/>
            <a:ext cx="3178591" cy="3134575"/>
          </a:xfrm>
          <a:prstGeom prst="round1Rect">
            <a:avLst>
              <a:gd name="adj" fmla="val 13199"/>
            </a:avLst>
          </a:prstGeom>
          <a:ln w="19050" cmpd="sng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9555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893" y="514632"/>
            <a:ext cx="7085456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375" y="2502996"/>
            <a:ext cx="7085457" cy="266719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84994" y="1134553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4994" y="2502487"/>
            <a:ext cx="3620849" cy="2667701"/>
          </a:xfrm>
        </p:spPr>
        <p:txBody>
          <a:bodyPr>
            <a:noAutofit/>
          </a:bodyPr>
          <a:lstStyle>
            <a:lvl1pPr algn="r">
              <a:lnSpc>
                <a:spcPct val="80000"/>
              </a:lnSpc>
              <a:defRPr sz="5333" baseline="0">
                <a:solidFill>
                  <a:srgbClr val="76BD45"/>
                </a:solidFill>
              </a:defRPr>
            </a:lvl1pPr>
          </a:lstStyle>
          <a:p>
            <a:pPr lvl="0"/>
            <a:r>
              <a:rPr lang="en-US" dirty="0"/>
              <a:t>Make a Big Statement</a:t>
            </a:r>
          </a:p>
        </p:txBody>
      </p:sp>
    </p:spTree>
    <p:extLst>
      <p:ext uri="{BB962C8B-B14F-4D97-AF65-F5344CB8AC3E}">
        <p14:creationId xmlns:p14="http://schemas.microsoft.com/office/powerpoint/2010/main" val="360921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893" y="514632"/>
            <a:ext cx="7085456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987" y="3315796"/>
            <a:ext cx="4950616" cy="266719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84994" y="1134553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4984" y="2502489"/>
            <a:ext cx="4950616" cy="528580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2667" b="1" baseline="0">
                <a:solidFill>
                  <a:srgbClr val="464749"/>
                </a:solidFill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863467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172" y="4320767"/>
            <a:ext cx="2423851" cy="675437"/>
          </a:xfrm>
        </p:spPr>
        <p:txBody>
          <a:bodyPr>
            <a:noAutofit/>
          </a:bodyPr>
          <a:lstStyle>
            <a:lvl1pPr>
              <a:defRPr sz="1867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263" y="4981311"/>
            <a:ext cx="2423852" cy="1284136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876090" y="2037083"/>
            <a:ext cx="2138693" cy="2091363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3709622" y="2037083"/>
            <a:ext cx="2138693" cy="2091363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537231" y="2037083"/>
            <a:ext cx="2138693" cy="2091363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9315516" y="2037083"/>
            <a:ext cx="2138693" cy="2091363"/>
          </a:xfrm>
          <a:prstGeom prst="round1Rect">
            <a:avLst>
              <a:gd name="adj" fmla="val 11509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5518144" y="968716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3560703" y="4320770"/>
            <a:ext cx="2423852" cy="67543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27" name="Text Placeholder 25"/>
          <p:cNvSpPr>
            <a:spLocks noGrp="1"/>
          </p:cNvSpPr>
          <p:nvPr>
            <p:ph type="body" sz="quarter" idx="18" hasCustomPrompt="1"/>
          </p:nvPr>
        </p:nvSpPr>
        <p:spPr>
          <a:xfrm>
            <a:off x="3560703" y="4981311"/>
            <a:ext cx="2423852" cy="1284136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28" name="Text Placeholder 25"/>
          <p:cNvSpPr>
            <a:spLocks noGrp="1"/>
          </p:cNvSpPr>
          <p:nvPr>
            <p:ph type="body" sz="quarter" idx="19" hasCustomPrompt="1"/>
          </p:nvPr>
        </p:nvSpPr>
        <p:spPr>
          <a:xfrm>
            <a:off x="6388313" y="4316806"/>
            <a:ext cx="2423852" cy="67543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6388313" y="4977349"/>
            <a:ext cx="2423852" cy="1284136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30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9158550" y="4312846"/>
            <a:ext cx="2423852" cy="67543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31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9158550" y="4996903"/>
            <a:ext cx="2423852" cy="1284136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23"/>
          </p:nvPr>
        </p:nvSpPr>
        <p:spPr>
          <a:xfrm>
            <a:off x="728134" y="266436"/>
            <a:ext cx="10862733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rgbClr val="464749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735262" y="1904835"/>
            <a:ext cx="2415428" cy="2357967"/>
          </a:xfrm>
          <a:prstGeom prst="round1Rect">
            <a:avLst>
              <a:gd name="adj" fmla="val 13199"/>
            </a:avLst>
          </a:prstGeom>
          <a:ln w="19050" cmpd="sng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2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3569129" y="1896409"/>
            <a:ext cx="2415428" cy="2357967"/>
          </a:xfrm>
          <a:prstGeom prst="round1Rect">
            <a:avLst>
              <a:gd name="adj" fmla="val 13199"/>
            </a:avLst>
          </a:prstGeom>
          <a:ln w="19050" cmpd="sng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3" name="Text Placeholder 1"/>
          <p:cNvSpPr>
            <a:spLocks noGrp="1"/>
          </p:cNvSpPr>
          <p:nvPr>
            <p:ph type="body" sz="quarter" idx="31" hasCustomPrompt="1"/>
          </p:nvPr>
        </p:nvSpPr>
        <p:spPr>
          <a:xfrm>
            <a:off x="6397771" y="1904835"/>
            <a:ext cx="2415428" cy="2357967"/>
          </a:xfrm>
          <a:prstGeom prst="round1Rect">
            <a:avLst>
              <a:gd name="adj" fmla="val 13199"/>
            </a:avLst>
          </a:prstGeom>
          <a:ln w="19050" cmpd="sng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5" name="Text Placeholder 1"/>
          <p:cNvSpPr>
            <a:spLocks noGrp="1"/>
          </p:cNvSpPr>
          <p:nvPr>
            <p:ph type="body" sz="quarter" idx="32" hasCustomPrompt="1"/>
          </p:nvPr>
        </p:nvSpPr>
        <p:spPr>
          <a:xfrm>
            <a:off x="9175442" y="1906602"/>
            <a:ext cx="2415428" cy="2357967"/>
          </a:xfrm>
          <a:prstGeom prst="round1Rect">
            <a:avLst>
              <a:gd name="adj" fmla="val 13199"/>
            </a:avLst>
          </a:prstGeom>
          <a:ln w="19050" cmpd="sng"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0879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735262" y="1913516"/>
            <a:ext cx="1169833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8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735262" y="3557636"/>
            <a:ext cx="1169833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9" name="Text Placeholder 1"/>
          <p:cNvSpPr>
            <a:spLocks noGrp="1"/>
          </p:cNvSpPr>
          <p:nvPr>
            <p:ph type="body" sz="quarter" idx="31" hasCustomPrompt="1"/>
          </p:nvPr>
        </p:nvSpPr>
        <p:spPr>
          <a:xfrm>
            <a:off x="727173" y="5227552"/>
            <a:ext cx="1169833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0" name="Text Placeholder 1"/>
          <p:cNvSpPr>
            <a:spLocks noGrp="1"/>
          </p:cNvSpPr>
          <p:nvPr>
            <p:ph type="body" sz="quarter" idx="32" hasCustomPrompt="1"/>
          </p:nvPr>
        </p:nvSpPr>
        <p:spPr>
          <a:xfrm>
            <a:off x="6512622" y="1903292"/>
            <a:ext cx="1169833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1" name="Text Placeholder 1"/>
          <p:cNvSpPr>
            <a:spLocks noGrp="1"/>
          </p:cNvSpPr>
          <p:nvPr>
            <p:ph type="body" sz="quarter" idx="33" hasCustomPrompt="1"/>
          </p:nvPr>
        </p:nvSpPr>
        <p:spPr>
          <a:xfrm>
            <a:off x="6512622" y="3557636"/>
            <a:ext cx="1169833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2" name="Text Placeholder 1"/>
          <p:cNvSpPr>
            <a:spLocks noGrp="1"/>
          </p:cNvSpPr>
          <p:nvPr>
            <p:ph type="body" sz="quarter" idx="34" hasCustomPrompt="1"/>
          </p:nvPr>
        </p:nvSpPr>
        <p:spPr>
          <a:xfrm>
            <a:off x="6512622" y="5255069"/>
            <a:ext cx="1169833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7789" y="2056970"/>
            <a:ext cx="4117880" cy="459303"/>
          </a:xfrm>
        </p:spPr>
        <p:txBody>
          <a:bodyPr>
            <a:noAutofit/>
          </a:bodyPr>
          <a:lstStyle>
            <a:lvl1pPr>
              <a:defRPr sz="2133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5881" y="2439700"/>
            <a:ext cx="4117883" cy="593936"/>
          </a:xfrm>
        </p:spPr>
        <p:txBody>
          <a:bodyPr>
            <a:normAutofit/>
          </a:bodyPr>
          <a:lstStyle>
            <a:lvl1pPr marL="0" indent="0" algn="l">
              <a:buNone/>
              <a:defRPr sz="1467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 userDrawn="1"/>
        </p:nvSpPr>
        <p:spPr>
          <a:xfrm>
            <a:off x="609600" y="274640"/>
            <a:ext cx="10972800" cy="939233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FFFFFF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667" dirty="0"/>
              <a:t>Click to edit Master title style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5518144" y="965893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2059695" y="3718427"/>
            <a:ext cx="4117880" cy="459303"/>
          </a:xfrm>
        </p:spPr>
        <p:txBody>
          <a:bodyPr anchor="t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1" name="Text Placeholder 25"/>
          <p:cNvSpPr>
            <a:spLocks noGrp="1"/>
          </p:cNvSpPr>
          <p:nvPr>
            <p:ph type="body" sz="quarter" idx="18" hasCustomPrompt="1"/>
          </p:nvPr>
        </p:nvSpPr>
        <p:spPr>
          <a:xfrm>
            <a:off x="2059695" y="4101158"/>
            <a:ext cx="4117880" cy="602381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67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2" name="Text Placeholder 25"/>
          <p:cNvSpPr>
            <a:spLocks noGrp="1"/>
          </p:cNvSpPr>
          <p:nvPr>
            <p:ph type="body" sz="quarter" idx="19" hasCustomPrompt="1"/>
          </p:nvPr>
        </p:nvSpPr>
        <p:spPr>
          <a:xfrm>
            <a:off x="2075881" y="5394751"/>
            <a:ext cx="4117880" cy="459303"/>
          </a:xfrm>
        </p:spPr>
        <p:txBody>
          <a:bodyPr anchor="t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3" name="Text Placeholder 25"/>
          <p:cNvSpPr>
            <a:spLocks noGrp="1"/>
          </p:cNvSpPr>
          <p:nvPr>
            <p:ph type="body" sz="quarter" idx="20" hasCustomPrompt="1"/>
          </p:nvPr>
        </p:nvSpPr>
        <p:spPr>
          <a:xfrm>
            <a:off x="2075881" y="5777482"/>
            <a:ext cx="4117880" cy="602381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67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4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7926160" y="2057202"/>
            <a:ext cx="4117880" cy="459303"/>
          </a:xfrm>
        </p:spPr>
        <p:txBody>
          <a:bodyPr anchor="t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5" name="Text Placeholder 25"/>
          <p:cNvSpPr>
            <a:spLocks noGrp="1"/>
          </p:cNvSpPr>
          <p:nvPr>
            <p:ph type="body" sz="quarter" idx="22" hasCustomPrompt="1"/>
          </p:nvPr>
        </p:nvSpPr>
        <p:spPr>
          <a:xfrm>
            <a:off x="7926160" y="2439932"/>
            <a:ext cx="4117880" cy="602381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67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6" name="Text Placeholder 25"/>
          <p:cNvSpPr>
            <a:spLocks noGrp="1"/>
          </p:cNvSpPr>
          <p:nvPr>
            <p:ph type="body" sz="quarter" idx="23" hasCustomPrompt="1"/>
          </p:nvPr>
        </p:nvSpPr>
        <p:spPr>
          <a:xfrm>
            <a:off x="7926160" y="3710215"/>
            <a:ext cx="4117880" cy="459303"/>
          </a:xfrm>
        </p:spPr>
        <p:txBody>
          <a:bodyPr anchor="t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7" name="Text Placeholder 25"/>
          <p:cNvSpPr>
            <a:spLocks noGrp="1"/>
          </p:cNvSpPr>
          <p:nvPr>
            <p:ph type="body" sz="quarter" idx="24" hasCustomPrompt="1"/>
          </p:nvPr>
        </p:nvSpPr>
        <p:spPr>
          <a:xfrm>
            <a:off x="7926160" y="4092946"/>
            <a:ext cx="4117880" cy="602381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67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8" name="Text Placeholder 25"/>
          <p:cNvSpPr>
            <a:spLocks noGrp="1"/>
          </p:cNvSpPr>
          <p:nvPr>
            <p:ph type="body" sz="quarter" idx="25" hasCustomPrompt="1"/>
          </p:nvPr>
        </p:nvSpPr>
        <p:spPr>
          <a:xfrm>
            <a:off x="7926160" y="5394751"/>
            <a:ext cx="4117880" cy="459303"/>
          </a:xfrm>
        </p:spPr>
        <p:txBody>
          <a:bodyPr anchor="t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solidFill>
                  <a:schemeClr val="accent4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49" name="Text Placeholder 25"/>
          <p:cNvSpPr>
            <a:spLocks noGrp="1"/>
          </p:cNvSpPr>
          <p:nvPr>
            <p:ph type="body" sz="quarter" idx="26" hasCustomPrompt="1"/>
          </p:nvPr>
        </p:nvSpPr>
        <p:spPr>
          <a:xfrm>
            <a:off x="7926160" y="5777482"/>
            <a:ext cx="4117880" cy="602381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67">
                <a:solidFill>
                  <a:schemeClr val="accent5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edit Master title style</a:t>
            </a:r>
          </a:p>
          <a:p>
            <a:pPr lvl="0"/>
            <a:endParaRPr lang="en-US" dirty="0"/>
          </a:p>
        </p:txBody>
      </p:sp>
      <p:sp>
        <p:nvSpPr>
          <p:cNvPr id="50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728134" y="266436"/>
            <a:ext cx="10862733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rgbClr val="464749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57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356351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815951" y="1964956"/>
            <a:ext cx="2742941" cy="2108929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504469" y="3352492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815951" y="4224996"/>
            <a:ext cx="2742941" cy="2108929"/>
          </a:xfrm>
          <a:prstGeom prst="rect">
            <a:avLst/>
          </a:prstGeom>
          <a:solidFill>
            <a:srgbClr val="464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endParaRPr lang="en-US" sz="24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707339" y="1964956"/>
            <a:ext cx="2742941" cy="21089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endParaRPr lang="en-US" sz="2400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3707339" y="4224987"/>
            <a:ext cx="2742940" cy="2108928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19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609652" y="1964946"/>
            <a:ext cx="4785485" cy="4391405"/>
          </a:xfrm>
          <a:prstGeom prst="round1Rect">
            <a:avLst>
              <a:gd name="adj" fmla="val 8784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/>
          </p:nvPr>
        </p:nvSpPr>
        <p:spPr>
          <a:xfrm>
            <a:off x="609600" y="1275729"/>
            <a:ext cx="10972800" cy="68921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707339" y="2186541"/>
            <a:ext cx="2733661" cy="705995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 title style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7" hasCustomPrompt="1"/>
          </p:nvPr>
        </p:nvSpPr>
        <p:spPr>
          <a:xfrm>
            <a:off x="3716363" y="2892537"/>
            <a:ext cx="2733919" cy="1181339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subtitle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15961" y="4446581"/>
            <a:ext cx="2733663" cy="705995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 title style</a:t>
            </a:r>
          </a:p>
        </p:txBody>
      </p:sp>
      <p:sp>
        <p:nvSpPr>
          <p:cNvPr id="34" name="Text Placeholder 31"/>
          <p:cNvSpPr>
            <a:spLocks noGrp="1"/>
          </p:cNvSpPr>
          <p:nvPr>
            <p:ph type="body" sz="quarter" idx="19" hasCustomPrompt="1"/>
          </p:nvPr>
        </p:nvSpPr>
        <p:spPr>
          <a:xfrm>
            <a:off x="824972" y="5176092"/>
            <a:ext cx="2733920" cy="1180259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subtitle text styles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5518144" y="965893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609600" y="266436"/>
            <a:ext cx="10981267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rgbClr val="464749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19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"/>
          <p:cNvSpPr>
            <a:spLocks noGrp="1"/>
          </p:cNvSpPr>
          <p:nvPr>
            <p:ph type="body" sz="quarter" idx="31" hasCustomPrompt="1"/>
          </p:nvPr>
        </p:nvSpPr>
        <p:spPr>
          <a:xfrm>
            <a:off x="3770371" y="294666"/>
            <a:ext cx="3224324" cy="3044039"/>
          </a:xfrm>
          <a:prstGeom prst="round1Rect">
            <a:avLst>
              <a:gd name="adj" fmla="val 0"/>
            </a:avLst>
          </a:prstGeom>
          <a:solidFill>
            <a:schemeClr val="accent4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6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300435" y="278903"/>
            <a:ext cx="3224324" cy="3044039"/>
          </a:xfrm>
          <a:prstGeom prst="round1Rect">
            <a:avLst>
              <a:gd name="adj" fmla="val 0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1" name="Text Placeholder 1"/>
          <p:cNvSpPr>
            <a:spLocks noGrp="1"/>
          </p:cNvSpPr>
          <p:nvPr>
            <p:ph type="body" sz="quarter" idx="32" hasCustomPrompt="1"/>
          </p:nvPr>
        </p:nvSpPr>
        <p:spPr>
          <a:xfrm>
            <a:off x="295773" y="3576043"/>
            <a:ext cx="3224324" cy="3044039"/>
          </a:xfrm>
          <a:prstGeom prst="round1Rect">
            <a:avLst>
              <a:gd name="adj" fmla="val 0"/>
            </a:avLst>
          </a:prstGeom>
          <a:solidFill>
            <a:schemeClr val="accent3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2" name="Text Placeholder 1"/>
          <p:cNvSpPr>
            <a:spLocks noGrp="1"/>
          </p:cNvSpPr>
          <p:nvPr>
            <p:ph type="body" sz="quarter" idx="33" hasCustomPrompt="1"/>
          </p:nvPr>
        </p:nvSpPr>
        <p:spPr>
          <a:xfrm>
            <a:off x="3770371" y="3576043"/>
            <a:ext cx="3224324" cy="3044039"/>
          </a:xfrm>
          <a:prstGeom prst="round1Rect">
            <a:avLst>
              <a:gd name="adj" fmla="val 0"/>
            </a:avLst>
          </a:prstGeom>
          <a:solidFill>
            <a:schemeClr val="accent2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9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7225784" y="278901"/>
            <a:ext cx="4698737" cy="6335059"/>
          </a:xfrm>
          <a:prstGeom prst="round1Rect">
            <a:avLst>
              <a:gd name="adj" fmla="val 8784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00426" y="1709272"/>
            <a:ext cx="3219661" cy="520641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295763" y="2229922"/>
            <a:ext cx="3228987" cy="1102644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765699" y="1699655"/>
            <a:ext cx="3219661" cy="520641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3761036" y="2220305"/>
            <a:ext cx="3228987" cy="1102644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00426" y="4993745"/>
            <a:ext cx="3219661" cy="520641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295763" y="5514394"/>
            <a:ext cx="3228987" cy="1102644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3770362" y="4993745"/>
            <a:ext cx="3219661" cy="520641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3765699" y="5514394"/>
            <a:ext cx="3228987" cy="1102644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"/>
          <p:cNvSpPr>
            <a:spLocks noGrp="1"/>
          </p:cNvSpPr>
          <p:nvPr>
            <p:ph type="body" sz="quarter" idx="29" hasCustomPrompt="1"/>
          </p:nvPr>
        </p:nvSpPr>
        <p:spPr>
          <a:xfrm>
            <a:off x="7421781" y="486982"/>
            <a:ext cx="4304928" cy="5909156"/>
          </a:xfrm>
          <a:prstGeom prst="round1Rect">
            <a:avLst>
              <a:gd name="adj" fmla="val 6879"/>
            </a:avLst>
          </a:prstGeom>
          <a:ln w="19050" cmpd="sng">
            <a:solidFill>
              <a:srgbClr val="FFFFFF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2023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0"/>
          <p:cNvSpPr>
            <a:spLocks noGrp="1"/>
          </p:cNvSpPr>
          <p:nvPr>
            <p:ph type="body" sz="quarter" idx="29" hasCustomPrompt="1"/>
          </p:nvPr>
        </p:nvSpPr>
        <p:spPr>
          <a:xfrm>
            <a:off x="3" y="3608112"/>
            <a:ext cx="12191999" cy="3249897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0" hasCustomPrompt="1"/>
          </p:nvPr>
        </p:nvSpPr>
        <p:spPr>
          <a:xfrm>
            <a:off x="5646879" y="2979363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31" hasCustomPrompt="1"/>
          </p:nvPr>
        </p:nvSpPr>
        <p:spPr>
          <a:xfrm>
            <a:off x="7987075" y="2969416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6" name="Text Placeholder 20"/>
          <p:cNvSpPr>
            <a:spLocks noGrp="1"/>
          </p:cNvSpPr>
          <p:nvPr>
            <p:ph type="body" sz="quarter" idx="32" hasCustomPrompt="1"/>
          </p:nvPr>
        </p:nvSpPr>
        <p:spPr>
          <a:xfrm>
            <a:off x="10275169" y="3000031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9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231014" y="278901"/>
            <a:ext cx="4698737" cy="6335059"/>
          </a:xfrm>
          <a:prstGeom prst="round1Rect">
            <a:avLst>
              <a:gd name="adj" fmla="val 8784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20" name="Round Single Corner Rectangle 19"/>
          <p:cNvSpPr/>
          <p:nvPr userDrawn="1"/>
        </p:nvSpPr>
        <p:spPr>
          <a:xfrm>
            <a:off x="468923" y="480822"/>
            <a:ext cx="4210315" cy="5836615"/>
          </a:xfrm>
          <a:prstGeom prst="round1Rect">
            <a:avLst>
              <a:gd name="adj" fmla="val 7619"/>
            </a:avLst>
          </a:prstGeom>
          <a:noFill/>
          <a:ln w="19050" cmpd="sng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5106546" y="992337"/>
            <a:ext cx="6811917" cy="163884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186133" y="4316583"/>
            <a:ext cx="2187392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5181471" y="5156400"/>
            <a:ext cx="2193728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7533443" y="4316583"/>
            <a:ext cx="2187392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7528780" y="5156400"/>
            <a:ext cx="2193728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824829" y="4316583"/>
            <a:ext cx="2187392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9820167" y="5156400"/>
            <a:ext cx="2193728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438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3" y="3461784"/>
            <a:ext cx="12191999" cy="3396216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20"/>
          <p:cNvSpPr>
            <a:spLocks noGrp="1"/>
          </p:cNvSpPr>
          <p:nvPr>
            <p:ph type="body" sz="quarter" idx="35" hasCustomPrompt="1"/>
          </p:nvPr>
        </p:nvSpPr>
        <p:spPr>
          <a:xfrm>
            <a:off x="997396" y="2698371"/>
            <a:ext cx="1478441" cy="147266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2" name="Text Placeholder 20"/>
          <p:cNvSpPr>
            <a:spLocks noGrp="1"/>
          </p:cNvSpPr>
          <p:nvPr>
            <p:ph type="body" sz="quarter" idx="36" hasCustomPrompt="1"/>
          </p:nvPr>
        </p:nvSpPr>
        <p:spPr>
          <a:xfrm>
            <a:off x="3831056" y="2697457"/>
            <a:ext cx="1478441" cy="147266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3" name="Text Placeholder 20"/>
          <p:cNvSpPr>
            <a:spLocks noGrp="1"/>
          </p:cNvSpPr>
          <p:nvPr>
            <p:ph type="body" sz="quarter" idx="37" hasCustomPrompt="1"/>
          </p:nvPr>
        </p:nvSpPr>
        <p:spPr>
          <a:xfrm>
            <a:off x="6664716" y="2704145"/>
            <a:ext cx="1478441" cy="147266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4" name="Text Placeholder 20"/>
          <p:cNvSpPr>
            <a:spLocks noGrp="1"/>
          </p:cNvSpPr>
          <p:nvPr>
            <p:ph type="body" sz="quarter" idx="38" hasCustomPrompt="1"/>
          </p:nvPr>
        </p:nvSpPr>
        <p:spPr>
          <a:xfrm>
            <a:off x="9543332" y="2704145"/>
            <a:ext cx="1478441" cy="147266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49432" y="4316583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444770" y="5156400"/>
            <a:ext cx="2588745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9600" y="1262998"/>
            <a:ext cx="10972800" cy="124054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3304938" y="4310577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0"/>
          </p:nvPr>
        </p:nvSpPr>
        <p:spPr>
          <a:xfrm>
            <a:off x="3304938" y="5150389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6175430" y="4316583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2"/>
          </p:nvPr>
        </p:nvSpPr>
        <p:spPr>
          <a:xfrm>
            <a:off x="6175432" y="5156400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9028290" y="4299150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9028292" y="5138967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518144" y="965893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609600" y="266436"/>
            <a:ext cx="10981267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rgbClr val="464749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7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3" y="3219950"/>
            <a:ext cx="12191999" cy="3638052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1133" y="5010349"/>
            <a:ext cx="10972800" cy="124054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509678" y="4713245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601133" y="4013789"/>
            <a:ext cx="10981267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32" name="Picture 31" descr="shutterstock_358521821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315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21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-9994" y="0"/>
            <a:ext cx="12201993" cy="3165939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9994" y="3219948"/>
            <a:ext cx="12201993" cy="363805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endParaRPr lang="en-US" sz="2400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4601" y="5010349"/>
            <a:ext cx="10972800" cy="124054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508931" y="4713245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600368" y="4013789"/>
            <a:ext cx="10981267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5481401" y="2601538"/>
            <a:ext cx="1219200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8276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-9994" y="-1"/>
            <a:ext cx="12201993" cy="4885437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1133" y="5371206"/>
            <a:ext cx="10972800" cy="111563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467" dirty="0" err="1">
                <a:solidFill>
                  <a:srgbClr val="8F9093"/>
                </a:solidFill>
              </a:rPr>
              <a:t>Lorem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ipsum</a:t>
            </a:r>
            <a:r>
              <a:rPr lang="en-US" sz="1467" dirty="0">
                <a:solidFill>
                  <a:srgbClr val="8F9093"/>
                </a:solidFill>
              </a:rPr>
              <a:t> dolor sit </a:t>
            </a:r>
            <a:r>
              <a:rPr lang="en-US" sz="1467" dirty="0" err="1">
                <a:solidFill>
                  <a:srgbClr val="8F9093"/>
                </a:solidFill>
              </a:rPr>
              <a:t>amet</a:t>
            </a:r>
            <a:r>
              <a:rPr lang="en-US" sz="1467" dirty="0">
                <a:solidFill>
                  <a:srgbClr val="8F9093"/>
                </a:solidFill>
              </a:rPr>
              <a:t>, </a:t>
            </a:r>
            <a:r>
              <a:rPr lang="en-US" sz="1467" dirty="0" err="1">
                <a:solidFill>
                  <a:srgbClr val="8F9093"/>
                </a:solidFill>
              </a:rPr>
              <a:t>consectetur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adipiscing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elit</a:t>
            </a:r>
            <a:r>
              <a:rPr lang="en-US" sz="1467" dirty="0">
                <a:solidFill>
                  <a:srgbClr val="8F9093"/>
                </a:solidFill>
              </a:rPr>
              <a:t>. </a:t>
            </a:r>
            <a:r>
              <a:rPr lang="en-US" sz="1467" dirty="0" err="1">
                <a:solidFill>
                  <a:srgbClr val="8F9093"/>
                </a:solidFill>
              </a:rPr>
              <a:t>Suspendisse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vestibulum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urna</a:t>
            </a:r>
            <a:r>
              <a:rPr lang="en-US" sz="1467" dirty="0">
                <a:solidFill>
                  <a:srgbClr val="8F9093"/>
                </a:solidFill>
              </a:rPr>
              <a:t> id </a:t>
            </a:r>
            <a:r>
              <a:rPr lang="en-US" sz="1467" dirty="0" err="1">
                <a:solidFill>
                  <a:srgbClr val="8F9093"/>
                </a:solidFill>
              </a:rPr>
              <a:t>risus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blandit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vestibulum</a:t>
            </a:r>
            <a:r>
              <a:rPr lang="en-US" sz="1467" dirty="0">
                <a:solidFill>
                  <a:srgbClr val="8F9093"/>
                </a:solidFill>
              </a:rPr>
              <a:t>. In </a:t>
            </a:r>
            <a:r>
              <a:rPr lang="en-US" sz="1467" dirty="0" err="1">
                <a:solidFill>
                  <a:srgbClr val="8F9093"/>
                </a:solidFill>
              </a:rPr>
              <a:t>hac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habitasse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platea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dictumst</a:t>
            </a:r>
            <a:r>
              <a:rPr lang="en-US" sz="1467" dirty="0">
                <a:solidFill>
                  <a:srgbClr val="8F9093"/>
                </a:solidFill>
              </a:rPr>
              <a:t>. Maecenas sit </a:t>
            </a:r>
            <a:r>
              <a:rPr lang="en-US" sz="1467" dirty="0" err="1">
                <a:solidFill>
                  <a:srgbClr val="8F9093"/>
                </a:solidFill>
              </a:rPr>
              <a:t>amet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dignissim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metus</a:t>
            </a:r>
            <a:r>
              <a:rPr lang="en-US" sz="1467" dirty="0">
                <a:solidFill>
                  <a:srgbClr val="8F9093"/>
                </a:solidFill>
              </a:rPr>
              <a:t>. </a:t>
            </a:r>
            <a:r>
              <a:rPr lang="en-US" sz="1467" dirty="0" err="1">
                <a:solidFill>
                  <a:srgbClr val="8F9093"/>
                </a:solidFill>
              </a:rPr>
              <a:t>Mauris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eu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libero</a:t>
            </a:r>
            <a:r>
              <a:rPr lang="en-US" sz="1467" dirty="0">
                <a:solidFill>
                  <a:srgbClr val="8F9093"/>
                </a:solidFill>
              </a:rPr>
              <a:t> sit </a:t>
            </a:r>
            <a:r>
              <a:rPr lang="en-US" sz="1467" dirty="0" err="1">
                <a:solidFill>
                  <a:srgbClr val="8F9093"/>
                </a:solidFill>
              </a:rPr>
              <a:t>amet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massa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tincidunt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elementum</a:t>
            </a:r>
            <a:r>
              <a:rPr lang="en-US" sz="1467" dirty="0">
                <a:solidFill>
                  <a:srgbClr val="8F9093"/>
                </a:solidFill>
              </a:rPr>
              <a:t> id sit </a:t>
            </a:r>
            <a:r>
              <a:rPr lang="en-US" sz="1467" dirty="0" err="1">
                <a:solidFill>
                  <a:srgbClr val="8F9093"/>
                </a:solidFill>
              </a:rPr>
              <a:t>amet</a:t>
            </a:r>
            <a:r>
              <a:rPr lang="en-US" sz="1467" dirty="0">
                <a:solidFill>
                  <a:srgbClr val="8F9093"/>
                </a:solidFill>
              </a:rPr>
              <a:t> ante. </a:t>
            </a:r>
            <a:r>
              <a:rPr lang="en-US" sz="1467" dirty="0" err="1">
                <a:solidFill>
                  <a:srgbClr val="8F9093"/>
                </a:solidFill>
              </a:rPr>
              <a:t>Aenean</a:t>
            </a:r>
            <a:r>
              <a:rPr lang="en-US" sz="1467" dirty="0">
                <a:solidFill>
                  <a:srgbClr val="8F9093"/>
                </a:solidFill>
              </a:rPr>
              <a:t> non </a:t>
            </a:r>
            <a:r>
              <a:rPr lang="en-US" sz="1467" dirty="0" err="1">
                <a:solidFill>
                  <a:srgbClr val="8F9093"/>
                </a:solidFill>
              </a:rPr>
              <a:t>diam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mollis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lectus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egestas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cursus</a:t>
            </a:r>
            <a:r>
              <a:rPr lang="en-US" sz="1467" dirty="0">
                <a:solidFill>
                  <a:srgbClr val="8F9093"/>
                </a:solidFill>
              </a:rPr>
              <a:t>. </a:t>
            </a:r>
            <a:r>
              <a:rPr lang="en-US" sz="1467" dirty="0" err="1">
                <a:solidFill>
                  <a:srgbClr val="8F9093"/>
                </a:solidFill>
              </a:rPr>
              <a:t>Ut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ullamcorper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ultricies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sem</a:t>
            </a:r>
            <a:r>
              <a:rPr lang="en-US" sz="1467" dirty="0">
                <a:solidFill>
                  <a:srgbClr val="8F9093"/>
                </a:solidFill>
              </a:rPr>
              <a:t>, id </a:t>
            </a:r>
            <a:r>
              <a:rPr lang="en-US" sz="1467" dirty="0" err="1">
                <a:solidFill>
                  <a:srgbClr val="8F9093"/>
                </a:solidFill>
              </a:rPr>
              <a:t>commodo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mauris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r>
              <a:rPr lang="en-US" sz="1467" dirty="0" err="1">
                <a:solidFill>
                  <a:srgbClr val="8F9093"/>
                </a:solidFill>
              </a:rPr>
              <a:t>vestibulum</a:t>
            </a:r>
            <a:r>
              <a:rPr lang="en-US" sz="1467" dirty="0">
                <a:solidFill>
                  <a:srgbClr val="8F9093"/>
                </a:solidFill>
              </a:rPr>
              <a:t> 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4719272" y="2483475"/>
            <a:ext cx="2438400" cy="2401961"/>
          </a:xfrm>
          <a:prstGeom prst="round1Rect">
            <a:avLst>
              <a:gd name="adj" fmla="val 13199"/>
            </a:avLst>
          </a:prstGeom>
          <a:solidFill>
            <a:srgbClr val="76BD45">
              <a:alpha val="81000"/>
            </a:srgbClr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9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4719261" y="3534473"/>
            <a:ext cx="2438411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707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3" y="3461784"/>
            <a:ext cx="12191999" cy="3396216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5" name="Text Placeholder 1"/>
          <p:cNvSpPr>
            <a:spLocks noGrp="1"/>
          </p:cNvSpPr>
          <p:nvPr>
            <p:ph type="body" sz="quarter" idx="42" hasCustomPrompt="1"/>
          </p:nvPr>
        </p:nvSpPr>
        <p:spPr>
          <a:xfrm>
            <a:off x="1060813" y="2783456"/>
            <a:ext cx="1359565" cy="1356653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3" name="Text Placeholder 1"/>
          <p:cNvSpPr>
            <a:spLocks noGrp="1"/>
          </p:cNvSpPr>
          <p:nvPr>
            <p:ph type="body" sz="quarter" idx="43" hasCustomPrompt="1"/>
          </p:nvPr>
        </p:nvSpPr>
        <p:spPr>
          <a:xfrm>
            <a:off x="3915739" y="2783458"/>
            <a:ext cx="1359565" cy="1356653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4" name="Text Placeholder 1"/>
          <p:cNvSpPr>
            <a:spLocks noGrp="1"/>
          </p:cNvSpPr>
          <p:nvPr>
            <p:ph type="body" sz="quarter" idx="44" hasCustomPrompt="1"/>
          </p:nvPr>
        </p:nvSpPr>
        <p:spPr>
          <a:xfrm>
            <a:off x="6789143" y="2783458"/>
            <a:ext cx="1359565" cy="1356653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5" name="Text Placeholder 1"/>
          <p:cNvSpPr>
            <a:spLocks noGrp="1"/>
          </p:cNvSpPr>
          <p:nvPr>
            <p:ph type="body" sz="quarter" idx="45" hasCustomPrompt="1"/>
          </p:nvPr>
        </p:nvSpPr>
        <p:spPr>
          <a:xfrm>
            <a:off x="9627072" y="2783456"/>
            <a:ext cx="1359565" cy="1356653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48505" y="4316583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444770" y="5156400"/>
            <a:ext cx="2588745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9600" y="1290756"/>
            <a:ext cx="10972800" cy="121278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3306343" y="4310577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0"/>
          </p:nvPr>
        </p:nvSpPr>
        <p:spPr>
          <a:xfrm>
            <a:off x="3304938" y="5150389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6176836" y="4316583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2"/>
          </p:nvPr>
        </p:nvSpPr>
        <p:spPr>
          <a:xfrm>
            <a:off x="6175432" y="5156400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9028290" y="4299150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9028292" y="5138967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5518144" y="965893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609600" y="266436"/>
            <a:ext cx="10981267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rgbClr val="464749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76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3" y="3461793"/>
            <a:ext cx="12191999" cy="3396217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48505" y="4316583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444770" y="5156400"/>
            <a:ext cx="2588745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9600" y="1533398"/>
            <a:ext cx="10972800" cy="97015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3306343" y="4310577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0"/>
          </p:nvPr>
        </p:nvSpPr>
        <p:spPr>
          <a:xfrm>
            <a:off x="3304938" y="5150389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6176836" y="4316583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2"/>
          </p:nvPr>
        </p:nvSpPr>
        <p:spPr>
          <a:xfrm>
            <a:off x="6175432" y="5156400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9028290" y="4299150"/>
            <a:ext cx="2581269" cy="765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9028292" y="5138967"/>
            <a:ext cx="2584081" cy="1533683"/>
          </a:xfrm>
        </p:spPr>
        <p:txBody>
          <a:bodyPr>
            <a:normAutofit/>
          </a:bodyPr>
          <a:lstStyle>
            <a:lvl1pPr algn="ctr">
              <a:defRPr sz="14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518144" y="965893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7"/>
          <p:cNvSpPr>
            <a:spLocks noGrp="1"/>
          </p:cNvSpPr>
          <p:nvPr>
            <p:ph type="body" sz="quarter" idx="27"/>
          </p:nvPr>
        </p:nvSpPr>
        <p:spPr>
          <a:xfrm>
            <a:off x="609600" y="266436"/>
            <a:ext cx="10981267" cy="702281"/>
          </a:xfrm>
        </p:spPr>
        <p:txBody>
          <a:bodyPr>
            <a:normAutofit/>
          </a:bodyPr>
          <a:lstStyle>
            <a:lvl1pPr algn="ctr">
              <a:defRPr sz="2667">
                <a:solidFill>
                  <a:srgbClr val="464749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482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0"/>
          <p:cNvSpPr>
            <a:spLocks noGrp="1"/>
          </p:cNvSpPr>
          <p:nvPr>
            <p:ph type="body" sz="quarter" idx="41" hasCustomPrompt="1"/>
          </p:nvPr>
        </p:nvSpPr>
        <p:spPr>
          <a:xfrm>
            <a:off x="-9990" y="3"/>
            <a:ext cx="6692279" cy="6857999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7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6175429" y="644252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8" name="Text Placeholder 1"/>
          <p:cNvSpPr>
            <a:spLocks noGrp="1"/>
          </p:cNvSpPr>
          <p:nvPr>
            <p:ph type="body" sz="quarter" idx="42" hasCustomPrompt="1"/>
          </p:nvPr>
        </p:nvSpPr>
        <p:spPr>
          <a:xfrm>
            <a:off x="6175429" y="2149965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9" name="Text Placeholder 1"/>
          <p:cNvSpPr>
            <a:spLocks noGrp="1"/>
          </p:cNvSpPr>
          <p:nvPr>
            <p:ph type="body" sz="quarter" idx="43" hasCustomPrompt="1"/>
          </p:nvPr>
        </p:nvSpPr>
        <p:spPr>
          <a:xfrm>
            <a:off x="6175429" y="3660525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0" name="Text Placeholder 1"/>
          <p:cNvSpPr>
            <a:spLocks noGrp="1"/>
          </p:cNvSpPr>
          <p:nvPr>
            <p:ph type="body" sz="quarter" idx="44" hasCustomPrompt="1"/>
          </p:nvPr>
        </p:nvSpPr>
        <p:spPr>
          <a:xfrm>
            <a:off x="6168732" y="5184078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7452485" y="756759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7454578" y="1049026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833820"/>
            <a:ext cx="5279419" cy="9392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09600" y="1773051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9600" y="2018466"/>
            <a:ext cx="5279419" cy="4278999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7450391" y="2264896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6"/>
          </p:nvPr>
        </p:nvSpPr>
        <p:spPr>
          <a:xfrm>
            <a:off x="7452485" y="2557164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448298" y="3773032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38"/>
          </p:nvPr>
        </p:nvSpPr>
        <p:spPr>
          <a:xfrm>
            <a:off x="7450392" y="4065304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7454578" y="5273805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7456672" y="5566073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5540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2149985" y="725853"/>
            <a:ext cx="9574704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2152077" y="1018124"/>
            <a:ext cx="9570216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2147892" y="2233992"/>
            <a:ext cx="9574704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6"/>
          </p:nvPr>
        </p:nvSpPr>
        <p:spPr>
          <a:xfrm>
            <a:off x="2149984" y="2526260"/>
            <a:ext cx="9570216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2145799" y="3742129"/>
            <a:ext cx="9574704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38"/>
          </p:nvPr>
        </p:nvSpPr>
        <p:spPr>
          <a:xfrm>
            <a:off x="2147891" y="4034397"/>
            <a:ext cx="9570216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152079" y="5242900"/>
            <a:ext cx="9574704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2154171" y="5535170"/>
            <a:ext cx="9570216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0"/>
          <p:cNvSpPr>
            <a:spLocks noGrp="1"/>
          </p:cNvSpPr>
          <p:nvPr>
            <p:ph type="body" sz="quarter" idx="41" hasCustomPrompt="1"/>
          </p:nvPr>
        </p:nvSpPr>
        <p:spPr>
          <a:xfrm>
            <a:off x="0" y="3"/>
            <a:ext cx="1392672" cy="6857999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7" name="Text Placeholder 1"/>
          <p:cNvSpPr>
            <a:spLocks noGrp="1"/>
          </p:cNvSpPr>
          <p:nvPr>
            <p:ph type="body" sz="quarter" idx="30" hasCustomPrompt="1"/>
          </p:nvPr>
        </p:nvSpPr>
        <p:spPr>
          <a:xfrm>
            <a:off x="885816" y="644252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1" name="Text Placeholder 1"/>
          <p:cNvSpPr>
            <a:spLocks noGrp="1"/>
          </p:cNvSpPr>
          <p:nvPr>
            <p:ph type="body" sz="quarter" idx="42" hasCustomPrompt="1"/>
          </p:nvPr>
        </p:nvSpPr>
        <p:spPr>
          <a:xfrm>
            <a:off x="885816" y="2149965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6" name="Text Placeholder 1"/>
          <p:cNvSpPr>
            <a:spLocks noGrp="1"/>
          </p:cNvSpPr>
          <p:nvPr>
            <p:ph type="body" sz="quarter" idx="43" hasCustomPrompt="1"/>
          </p:nvPr>
        </p:nvSpPr>
        <p:spPr>
          <a:xfrm>
            <a:off x="885816" y="3660525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7" name="Text Placeholder 1"/>
          <p:cNvSpPr>
            <a:spLocks noGrp="1"/>
          </p:cNvSpPr>
          <p:nvPr>
            <p:ph type="body" sz="quarter" idx="44" hasCustomPrompt="1"/>
          </p:nvPr>
        </p:nvSpPr>
        <p:spPr>
          <a:xfrm>
            <a:off x="879119" y="5184078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969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1"/>
          <p:cNvSpPr>
            <a:spLocks noGrp="1"/>
          </p:cNvSpPr>
          <p:nvPr>
            <p:ph type="body" sz="quarter" idx="42" hasCustomPrompt="1"/>
          </p:nvPr>
        </p:nvSpPr>
        <p:spPr>
          <a:xfrm>
            <a:off x="549412" y="2119062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2" name="Text Placeholder 1"/>
          <p:cNvSpPr>
            <a:spLocks noGrp="1"/>
          </p:cNvSpPr>
          <p:nvPr>
            <p:ph type="body" sz="quarter" idx="43" hasCustomPrompt="1"/>
          </p:nvPr>
        </p:nvSpPr>
        <p:spPr>
          <a:xfrm>
            <a:off x="549412" y="3624776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3" name="Text Placeholder 1"/>
          <p:cNvSpPr>
            <a:spLocks noGrp="1"/>
          </p:cNvSpPr>
          <p:nvPr>
            <p:ph type="body" sz="quarter" idx="44" hasCustomPrompt="1"/>
          </p:nvPr>
        </p:nvSpPr>
        <p:spPr>
          <a:xfrm>
            <a:off x="549412" y="5135336"/>
            <a:ext cx="1131224" cy="1128801"/>
          </a:xfrm>
          <a:prstGeom prst="round1Rect">
            <a:avLst>
              <a:gd name="adj" fmla="val 13199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6" name="Text Placeholder 20"/>
          <p:cNvSpPr>
            <a:spLocks noGrp="1"/>
          </p:cNvSpPr>
          <p:nvPr>
            <p:ph type="body" sz="quarter" idx="41" hasCustomPrompt="1"/>
          </p:nvPr>
        </p:nvSpPr>
        <p:spPr>
          <a:xfrm>
            <a:off x="7823735" y="11077"/>
            <a:ext cx="3903047" cy="6857999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1826475" y="2233992"/>
            <a:ext cx="5809663" cy="427144"/>
          </a:xfrm>
        </p:spPr>
        <p:txBody>
          <a:bodyPr/>
          <a:lstStyle>
            <a:lvl1pPr algn="l">
              <a:defRPr b="1" baseline="0">
                <a:solidFill>
                  <a:schemeClr val="accent4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1828559" y="2609533"/>
            <a:ext cx="5806940" cy="640753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1824382" y="3742129"/>
            <a:ext cx="5809663" cy="427144"/>
          </a:xfrm>
        </p:spPr>
        <p:txBody>
          <a:bodyPr/>
          <a:lstStyle>
            <a:lvl1pPr algn="l">
              <a:defRPr b="1" baseline="0">
                <a:solidFill>
                  <a:schemeClr val="accent4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6"/>
          </p:nvPr>
        </p:nvSpPr>
        <p:spPr>
          <a:xfrm>
            <a:off x="1826466" y="4117669"/>
            <a:ext cx="5806940" cy="640753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1822289" y="5250265"/>
            <a:ext cx="5809663" cy="427144"/>
          </a:xfrm>
        </p:spPr>
        <p:txBody>
          <a:bodyPr/>
          <a:lstStyle>
            <a:lvl1pPr algn="l">
              <a:defRPr b="1" baseline="0">
                <a:solidFill>
                  <a:schemeClr val="accent4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38"/>
          </p:nvPr>
        </p:nvSpPr>
        <p:spPr>
          <a:xfrm>
            <a:off x="1824373" y="5625806"/>
            <a:ext cx="5806940" cy="640753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8289677" y="1310177"/>
            <a:ext cx="3158705" cy="3650223"/>
          </a:xfrm>
        </p:spPr>
        <p:txBody>
          <a:bodyPr>
            <a:normAutofit/>
          </a:bodyPr>
          <a:lstStyle>
            <a:lvl1pPr marL="0" indent="0" algn="r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10940917" y="5485988"/>
            <a:ext cx="507465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8289677" y="5677409"/>
            <a:ext cx="3158705" cy="427144"/>
          </a:xfrm>
        </p:spPr>
        <p:txBody>
          <a:bodyPr/>
          <a:lstStyle>
            <a:lvl1pPr algn="r">
              <a:defRPr b="0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Jonathan Doe</a:t>
            </a:r>
          </a:p>
        </p:txBody>
      </p:sp>
      <p:sp>
        <p:nvSpPr>
          <p:cNvPr id="28" name="Title 1"/>
          <p:cNvSpPr>
            <a:spLocks noGrp="1"/>
          </p:cNvSpPr>
          <p:nvPr>
            <p:ph type="ctrTitle"/>
          </p:nvPr>
        </p:nvSpPr>
        <p:spPr>
          <a:xfrm>
            <a:off x="482600" y="506552"/>
            <a:ext cx="6149944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597702" y="1181989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40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0"/>
          <p:cNvSpPr>
            <a:spLocks noGrp="1"/>
          </p:cNvSpPr>
          <p:nvPr>
            <p:ph type="body" sz="quarter" idx="41" hasCustomPrompt="1"/>
          </p:nvPr>
        </p:nvSpPr>
        <p:spPr>
          <a:xfrm>
            <a:off x="2" y="3"/>
            <a:ext cx="6682287" cy="6857999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30" hasCustomPrompt="1"/>
          </p:nvPr>
        </p:nvSpPr>
        <p:spPr>
          <a:xfrm>
            <a:off x="6069246" y="580803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20"/>
          <p:cNvSpPr>
            <a:spLocks noGrp="1"/>
          </p:cNvSpPr>
          <p:nvPr>
            <p:ph type="body" sz="quarter" idx="42" hasCustomPrompt="1"/>
          </p:nvPr>
        </p:nvSpPr>
        <p:spPr>
          <a:xfrm>
            <a:off x="6069246" y="2065047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0" name="Text Placeholder 20"/>
          <p:cNvSpPr>
            <a:spLocks noGrp="1"/>
          </p:cNvSpPr>
          <p:nvPr>
            <p:ph type="body" sz="quarter" idx="43" hasCustomPrompt="1"/>
          </p:nvPr>
        </p:nvSpPr>
        <p:spPr>
          <a:xfrm>
            <a:off x="6069246" y="3573184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1" name="Text Placeholder 20"/>
          <p:cNvSpPr>
            <a:spLocks noGrp="1"/>
          </p:cNvSpPr>
          <p:nvPr>
            <p:ph type="body" sz="quarter" idx="44" hasCustomPrompt="1"/>
          </p:nvPr>
        </p:nvSpPr>
        <p:spPr>
          <a:xfrm>
            <a:off x="6069246" y="5092878"/>
            <a:ext cx="1226087" cy="1216141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7452485" y="756759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7454578" y="1049026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833820"/>
            <a:ext cx="5279419" cy="9392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09600" y="1773051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09600" y="2018466"/>
            <a:ext cx="5279419" cy="4278999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7450391" y="2264896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6"/>
          </p:nvPr>
        </p:nvSpPr>
        <p:spPr>
          <a:xfrm>
            <a:off x="7452485" y="2557164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448298" y="3773032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38"/>
          </p:nvPr>
        </p:nvSpPr>
        <p:spPr>
          <a:xfrm>
            <a:off x="7450392" y="4065304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7454578" y="5273805"/>
            <a:ext cx="4466255" cy="427144"/>
          </a:xfrm>
        </p:spPr>
        <p:txBody>
          <a:bodyPr/>
          <a:lstStyle>
            <a:lvl1pPr algn="l">
              <a:defRPr b="1" baseline="0">
                <a:solidFill>
                  <a:srgbClr val="464749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7454578" y="5566073"/>
            <a:ext cx="4464161" cy="724025"/>
          </a:xfrm>
        </p:spPr>
        <p:txBody>
          <a:bodyPr>
            <a:normAutofit/>
          </a:bodyPr>
          <a:lstStyle>
            <a:lvl1pPr algn="l">
              <a:defRPr sz="1467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626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"/>
          <p:cNvSpPr>
            <a:spLocks noGrp="1"/>
          </p:cNvSpPr>
          <p:nvPr>
            <p:ph type="body" sz="quarter" idx="41" hasCustomPrompt="1"/>
          </p:nvPr>
        </p:nvSpPr>
        <p:spPr>
          <a:xfrm>
            <a:off x="0" y="2610334"/>
            <a:ext cx="12192000" cy="4247669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9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957636" y="0"/>
            <a:ext cx="4698737" cy="6858000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82600" y="964683"/>
            <a:ext cx="6149944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82600" y="2916047"/>
            <a:ext cx="6149944" cy="3598024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97702" y="1804731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8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957636" y="0"/>
            <a:ext cx="4698737" cy="6858000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82600" y="626963"/>
            <a:ext cx="6149944" cy="675437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82600" y="2916047"/>
            <a:ext cx="6149944" cy="3598024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97702" y="1467012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3861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/>
          <p:cNvSpPr>
            <a:spLocks noGrp="1"/>
          </p:cNvSpPr>
          <p:nvPr>
            <p:ph type="body" sz="quarter" idx="31" hasCustomPrompt="1"/>
          </p:nvPr>
        </p:nvSpPr>
        <p:spPr>
          <a:xfrm>
            <a:off x="457368" y="4312620"/>
            <a:ext cx="2742941" cy="2103496"/>
          </a:xfrm>
          <a:prstGeom prst="round1Rect">
            <a:avLst>
              <a:gd name="adj" fmla="val 0"/>
            </a:avLst>
          </a:prstGeom>
          <a:solidFill>
            <a:schemeClr val="accent4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5" name="Text Placeholder 1"/>
          <p:cNvSpPr>
            <a:spLocks noGrp="1"/>
          </p:cNvSpPr>
          <p:nvPr>
            <p:ph type="body" sz="quarter" idx="32" hasCustomPrompt="1"/>
          </p:nvPr>
        </p:nvSpPr>
        <p:spPr>
          <a:xfrm>
            <a:off x="3348765" y="2044633"/>
            <a:ext cx="2705663" cy="2101905"/>
          </a:xfrm>
          <a:prstGeom prst="round1Rect">
            <a:avLst>
              <a:gd name="adj" fmla="val 0"/>
            </a:avLst>
          </a:prstGeom>
          <a:solidFill>
            <a:srgbClr val="76BD45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2" name="Text Placeholder 1"/>
          <p:cNvSpPr>
            <a:spLocks noGrp="1"/>
          </p:cNvSpPr>
          <p:nvPr>
            <p:ph type="body" sz="quarter" idx="35" hasCustomPrompt="1"/>
          </p:nvPr>
        </p:nvSpPr>
        <p:spPr>
          <a:xfrm>
            <a:off x="6235007" y="4300036"/>
            <a:ext cx="2742941" cy="2103496"/>
          </a:xfrm>
          <a:prstGeom prst="round1Rect">
            <a:avLst>
              <a:gd name="adj" fmla="val 0"/>
            </a:avLst>
          </a:prstGeom>
          <a:solidFill>
            <a:schemeClr val="accent3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3" name="Text Placeholder 1"/>
          <p:cNvSpPr>
            <a:spLocks noGrp="1"/>
          </p:cNvSpPr>
          <p:nvPr>
            <p:ph type="body" sz="quarter" idx="36" hasCustomPrompt="1"/>
          </p:nvPr>
        </p:nvSpPr>
        <p:spPr>
          <a:xfrm>
            <a:off x="9126394" y="2050064"/>
            <a:ext cx="2742941" cy="2103496"/>
          </a:xfrm>
          <a:prstGeom prst="round1Rect">
            <a:avLst>
              <a:gd name="adj" fmla="val 0"/>
            </a:avLst>
          </a:prstGeom>
          <a:solidFill>
            <a:schemeClr val="accent2"/>
          </a:solidFill>
          <a:ln w="19050" cmpd="sng">
            <a:noFill/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89640" y="6416115"/>
            <a:ext cx="34544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457367" y="2044641"/>
            <a:ext cx="2742941" cy="2108929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4145885" y="3432177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3348755" y="4304672"/>
            <a:ext cx="2742940" cy="2108928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09600" y="274649"/>
            <a:ext cx="10972800" cy="601911"/>
          </a:xfrm>
        </p:spPr>
        <p:txBody>
          <a:bodyPr/>
          <a:lstStyle>
            <a:lvl1pPr algn="ctr">
              <a:defRPr>
                <a:solidFill>
                  <a:srgbClr val="46474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5518144" y="876549"/>
            <a:ext cx="1164141" cy="0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ubtitle 2"/>
          <p:cNvSpPr>
            <a:spLocks noGrp="1"/>
          </p:cNvSpPr>
          <p:nvPr>
            <p:ph type="subTitle" idx="1"/>
          </p:nvPr>
        </p:nvSpPr>
        <p:spPr>
          <a:xfrm>
            <a:off x="609600" y="1275730"/>
            <a:ext cx="10972800" cy="5371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235007" y="2044641"/>
            <a:ext cx="2742941" cy="2108929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cxnSp>
        <p:nvCxnSpPr>
          <p:cNvPr id="28" name="Straight Connector 27"/>
          <p:cNvCxnSpPr/>
          <p:nvPr userDrawn="1"/>
        </p:nvCxnSpPr>
        <p:spPr>
          <a:xfrm>
            <a:off x="9923525" y="3432177"/>
            <a:ext cx="855129" cy="0"/>
          </a:xfrm>
          <a:prstGeom prst="line">
            <a:avLst/>
          </a:prstGeom>
          <a:ln w="190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9126395" y="4304672"/>
            <a:ext cx="2742940" cy="2108928"/>
          </a:xfrm>
          <a:prstGeom prst="round1Rect">
            <a:avLst>
              <a:gd name="adj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aseline="0"/>
            </a:lvl1pPr>
          </a:lstStyle>
          <a:p>
            <a:endParaRPr lang="en-US" dirty="0"/>
          </a:p>
          <a:p>
            <a:r>
              <a:rPr lang="en-US" dirty="0"/>
              <a:t>     Insert </a:t>
            </a:r>
          </a:p>
          <a:p>
            <a:r>
              <a:rPr lang="en-US" dirty="0"/>
              <a:t>     Picture here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97579" y="4528170"/>
            <a:ext cx="2664715" cy="876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497580" y="5404729"/>
            <a:ext cx="2663465" cy="1011388"/>
          </a:xfrm>
        </p:spPr>
        <p:txBody>
          <a:bodyPr>
            <a:normAutofit/>
          </a:bodyPr>
          <a:lstStyle>
            <a:lvl1pPr algn="ctr">
              <a:defRPr sz="1467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3390952" y="2258593"/>
            <a:ext cx="2664715" cy="876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3390953" y="3135151"/>
            <a:ext cx="2663465" cy="1011388"/>
          </a:xfrm>
        </p:spPr>
        <p:txBody>
          <a:bodyPr>
            <a:normAutofit/>
          </a:bodyPr>
          <a:lstStyle>
            <a:lvl1pPr algn="ctr">
              <a:defRPr sz="1467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6281636" y="4515586"/>
            <a:ext cx="2664715" cy="876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6281637" y="5392145"/>
            <a:ext cx="2663465" cy="1011388"/>
          </a:xfrm>
        </p:spPr>
        <p:txBody>
          <a:bodyPr>
            <a:normAutofit/>
          </a:bodyPr>
          <a:lstStyle>
            <a:lvl1pPr algn="ctr">
              <a:defRPr sz="1467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9174432" y="2258593"/>
            <a:ext cx="2664715" cy="876559"/>
          </a:xfrm>
        </p:spPr>
        <p:txBody>
          <a:bodyPr/>
          <a:lstStyle>
            <a:lvl1pPr algn="ctr">
              <a:defRPr b="1" baseline="0">
                <a:solidFill>
                  <a:srgbClr val="FFFFFF"/>
                </a:solidFill>
              </a:defRPr>
            </a:lvl1pPr>
            <a:lvl2pPr>
              <a:defRPr b="1">
                <a:solidFill>
                  <a:srgbClr val="FFFFFF"/>
                </a:solidFill>
              </a:defRPr>
            </a:lvl2pPr>
            <a:lvl3pPr>
              <a:defRPr b="1">
                <a:solidFill>
                  <a:srgbClr val="FFFFFF"/>
                </a:solidFill>
              </a:defRPr>
            </a:lvl3pPr>
            <a:lvl4pPr>
              <a:defRPr b="1">
                <a:solidFill>
                  <a:srgbClr val="FFFFFF"/>
                </a:solidFill>
              </a:defRPr>
            </a:lvl4pPr>
            <a:lvl5pPr>
              <a:defRPr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30"/>
          </p:nvPr>
        </p:nvSpPr>
        <p:spPr>
          <a:xfrm>
            <a:off x="9174433" y="3135151"/>
            <a:ext cx="2663465" cy="1011388"/>
          </a:xfrm>
        </p:spPr>
        <p:txBody>
          <a:bodyPr>
            <a:normAutofit/>
          </a:bodyPr>
          <a:lstStyle>
            <a:lvl1pPr algn="ctr">
              <a:defRPr sz="1467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516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1566816"/>
            <a:ext cx="4874833" cy="6383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2615842"/>
            <a:ext cx="4874833" cy="3714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640" y="6416115"/>
            <a:ext cx="3454400" cy="365125"/>
          </a:xfrm>
          <a:prstGeom prst="rect">
            <a:avLst/>
          </a:prstGeom>
        </p:spPr>
        <p:txBody>
          <a:bodyPr lIns="91440" tIns="45720" rIns="91440" bIns="45720"/>
          <a:lstStyle>
            <a:lvl1pPr algn="r">
              <a:defRPr sz="1600"/>
            </a:lvl1pPr>
          </a:lstStyle>
          <a:p>
            <a:r>
              <a:rPr lang="en-US" dirty="0">
                <a:solidFill>
                  <a:schemeClr val="tx2"/>
                </a:solidFill>
              </a:rPr>
              <a:t>| </a:t>
            </a:r>
            <a:r>
              <a:rPr lang="en-US" dirty="0"/>
              <a:t> </a:t>
            </a:r>
            <a:fld id="{C49B64AA-6A48-F14E-9A59-925DAAEA33AD}" type="slidenum">
              <a:rPr lang="en-US" smtClean="0">
                <a:solidFill>
                  <a:srgbClr val="96999D"/>
                </a:solidFill>
              </a:rPr>
              <a:pPr/>
              <a:t>‹#›</a:t>
            </a:fld>
            <a:endParaRPr lang="en-US" dirty="0">
              <a:solidFill>
                <a:srgbClr val="9699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62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609585" rtl="0" eaLnBrk="1" latinLnBrk="0" hangingPunct="1">
        <a:spcBef>
          <a:spcPct val="0"/>
        </a:spcBef>
        <a:buNone/>
        <a:defRPr sz="2667" kern="1200">
          <a:solidFill>
            <a:srgbClr val="FFFFFF"/>
          </a:solidFill>
          <a:latin typeface="Calibri"/>
          <a:ea typeface="+mj-ea"/>
          <a:cs typeface="Calibri"/>
        </a:defRPr>
      </a:lvl1pPr>
    </p:titleStyle>
    <p:bodyStyle>
      <a:lvl1pPr marL="0" indent="0" algn="l" defTabSz="609585" rtl="0" eaLnBrk="1" latinLnBrk="0" hangingPunct="1">
        <a:lnSpc>
          <a:spcPct val="120000"/>
        </a:lnSpc>
        <a:spcBef>
          <a:spcPct val="20000"/>
        </a:spcBef>
        <a:buFont typeface="Arial"/>
        <a:buNone/>
        <a:defRPr sz="1867" kern="1200">
          <a:solidFill>
            <a:srgbClr val="FFFFFF"/>
          </a:solidFill>
          <a:latin typeface="Calibri"/>
          <a:ea typeface="+mn-ea"/>
          <a:cs typeface="Calibri"/>
        </a:defRPr>
      </a:lvl1pPr>
      <a:lvl2pPr marL="609585" indent="0" algn="l" defTabSz="609585" rtl="0" eaLnBrk="1" latinLnBrk="0" hangingPunct="1">
        <a:spcBef>
          <a:spcPct val="20000"/>
        </a:spcBef>
        <a:buFont typeface="Arial"/>
        <a:buNone/>
        <a:defRPr sz="2667" kern="1200">
          <a:solidFill>
            <a:srgbClr val="FFFFFF"/>
          </a:solidFill>
          <a:latin typeface="Calibri"/>
          <a:ea typeface="+mn-ea"/>
          <a:cs typeface="Calibri"/>
        </a:defRPr>
      </a:lvl2pPr>
      <a:lvl3pPr marL="1219170" indent="0" algn="l" defTabSz="609585" rtl="0" eaLnBrk="1" latinLnBrk="0" hangingPunct="1">
        <a:spcBef>
          <a:spcPct val="20000"/>
        </a:spcBef>
        <a:buFont typeface="Arial"/>
        <a:buNone/>
        <a:defRPr sz="2667" kern="1200">
          <a:solidFill>
            <a:srgbClr val="FFFFFF"/>
          </a:solidFill>
          <a:latin typeface="Calibri"/>
          <a:ea typeface="+mn-ea"/>
          <a:cs typeface="Calibri"/>
        </a:defRPr>
      </a:lvl3pPr>
      <a:lvl4pPr marL="1828754" indent="0" algn="l" defTabSz="609585" rtl="0" eaLnBrk="1" latinLnBrk="0" hangingPunct="1">
        <a:spcBef>
          <a:spcPct val="20000"/>
        </a:spcBef>
        <a:buFont typeface="Arial"/>
        <a:buNone/>
        <a:defRPr sz="2667" kern="1200">
          <a:solidFill>
            <a:srgbClr val="FFFFFF"/>
          </a:solidFill>
          <a:latin typeface="Calibri"/>
          <a:ea typeface="+mn-ea"/>
          <a:cs typeface="Calibri"/>
        </a:defRPr>
      </a:lvl4pPr>
      <a:lvl5pPr marL="2438339" indent="0" algn="l" defTabSz="609585" rtl="0" eaLnBrk="1" latinLnBrk="0" hangingPunct="1">
        <a:spcBef>
          <a:spcPct val="20000"/>
        </a:spcBef>
        <a:buFont typeface="Arial"/>
        <a:buNone/>
        <a:defRPr sz="2667" kern="1200">
          <a:solidFill>
            <a:srgbClr val="FFFFFF"/>
          </a:solidFill>
          <a:latin typeface="Calibri"/>
          <a:ea typeface="+mn-ea"/>
          <a:cs typeface="Calibri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/>
        </p:nvSpPr>
        <p:spPr>
          <a:xfrm rot="16200000">
            <a:off x="2863750" y="1229044"/>
            <a:ext cx="3455872" cy="3077641"/>
          </a:xfrm>
          <a:prstGeom prst="roundRect">
            <a:avLst>
              <a:gd name="adj" fmla="val 3214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defTabSz="457189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Rounded Rectangle 53"/>
          <p:cNvSpPr/>
          <p:nvPr/>
        </p:nvSpPr>
        <p:spPr>
          <a:xfrm rot="16200000">
            <a:off x="6112355" y="1233266"/>
            <a:ext cx="3444845" cy="3080221"/>
          </a:xfrm>
          <a:prstGeom prst="roundRect">
            <a:avLst>
              <a:gd name="adj" fmla="val 3214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defTabSz="457189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7"/>
          </p:nvPr>
        </p:nvSpPr>
        <p:spPr>
          <a:xfrm>
            <a:off x="609600" y="266436"/>
            <a:ext cx="10981267" cy="702281"/>
          </a:xfrm>
        </p:spPr>
        <p:txBody>
          <a:bodyPr/>
          <a:lstStyle/>
          <a:p>
            <a:r>
              <a:rPr lang="en-US" b="1" dirty="0"/>
              <a:t>Humana </a:t>
            </a:r>
            <a:r>
              <a:rPr lang="en-US" b="1" dirty="0" err="1"/>
              <a:t>Copado</a:t>
            </a:r>
            <a:r>
              <a:rPr lang="en-US" b="1" dirty="0"/>
              <a:t> Operating Model Framework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2496419" y="1184739"/>
            <a:ext cx="625412" cy="625412"/>
            <a:chOff x="706185" y="2517039"/>
            <a:chExt cx="469059" cy="469059"/>
          </a:xfrm>
          <a:solidFill>
            <a:srgbClr val="5F9924"/>
          </a:solidFill>
        </p:grpSpPr>
        <p:sp>
          <p:nvSpPr>
            <p:cNvPr id="23" name="Ellipse 80"/>
            <p:cNvSpPr/>
            <p:nvPr/>
          </p:nvSpPr>
          <p:spPr bwMode="auto">
            <a:xfrm>
              <a:off x="706185" y="2517039"/>
              <a:ext cx="469059" cy="469059"/>
            </a:xfrm>
            <a:prstGeom prst="ellipse">
              <a:avLst/>
            </a:prstGeom>
            <a:grpFill/>
            <a:ln w="12700">
              <a:noFill/>
              <a:round/>
              <a:headEnd/>
              <a:tailEnd/>
            </a:ln>
          </p:spPr>
          <p:txBody>
            <a:bodyPr rtlCol="0" anchor="ctr"/>
            <a:lstStyle/>
            <a:p>
              <a:pPr algn="ctr" defTabSz="1219170"/>
              <a:endParaRPr lang="de-DE" sz="2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Rechteck 177"/>
            <p:cNvSpPr/>
            <p:nvPr/>
          </p:nvSpPr>
          <p:spPr bwMode="gray">
            <a:xfrm>
              <a:off x="737715" y="2644343"/>
              <a:ext cx="380427" cy="246317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ctr" defTabSz="609585"/>
              <a:r>
                <a:rPr lang="en-US" sz="1067" b="1" dirty="0">
                  <a:solidFill>
                    <a:prstClr val="white"/>
                  </a:solidFill>
                  <a:latin typeface="Calibri"/>
                </a:rPr>
                <a:t>P4</a:t>
              </a:r>
            </a:p>
            <a:p>
              <a:pPr algn="ctr" defTabSz="609585"/>
              <a:r>
                <a:rPr lang="en-US" sz="1067" b="1" dirty="0">
                  <a:solidFill>
                    <a:prstClr val="white"/>
                  </a:solidFill>
                  <a:latin typeface="Calibri"/>
                </a:rPr>
                <a:t>R. </a:t>
              </a:r>
              <a:r>
                <a:rPr lang="en-US" sz="1067" b="1" dirty="0" err="1">
                  <a:solidFill>
                    <a:prstClr val="white"/>
                  </a:solidFill>
                  <a:latin typeface="Calibri"/>
                </a:rPr>
                <a:t>Eng</a:t>
              </a:r>
              <a:endParaRPr lang="en-US" sz="1067" b="1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7" name="Text Placeholder 1"/>
          <p:cNvSpPr txBox="1">
            <a:spLocks/>
          </p:cNvSpPr>
          <p:nvPr/>
        </p:nvSpPr>
        <p:spPr>
          <a:xfrm>
            <a:off x="3244918" y="1154833"/>
            <a:ext cx="2825245" cy="31377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37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3247" indent="-128585" algn="l" defTabSz="514337" rtl="0" eaLnBrk="1" latinLnBrk="0" hangingPunct="1">
              <a:spcBef>
                <a:spcPct val="20000"/>
              </a:spcBef>
              <a:buClrTx/>
              <a:buSzPct val="100000"/>
              <a:buFont typeface="Courier New" panose="02070309020205020404" pitchFamily="49" charset="0"/>
              <a:buChar char="o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7" indent="-128585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4185" indent="-131264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7422" indent="-129478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28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4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66"/>
            <a:r>
              <a:rPr lang="en-US" sz="1067" b="1" dirty="0">
                <a:solidFill>
                  <a:srgbClr val="504E26"/>
                </a:solidFill>
                <a:latin typeface="Calibri"/>
              </a:rPr>
              <a:t>Platform Engineering (Foster)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Staffed by Enterprise Engineering Enablement (E3).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Enable engineering teams with knowledge &amp; training.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Support engineering teams as they adopt </a:t>
            </a:r>
            <a:r>
              <a:rPr lang="en-US" sz="1000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00" dirty="0">
                <a:solidFill>
                  <a:srgbClr val="504E26"/>
                </a:solidFill>
                <a:latin typeface="Calibri"/>
              </a:rPr>
              <a:t> for source code </a:t>
            </a:r>
            <a:r>
              <a:rPr lang="en-US" sz="1000" dirty="0" err="1">
                <a:solidFill>
                  <a:srgbClr val="504E26"/>
                </a:solidFill>
                <a:latin typeface="Calibri"/>
              </a:rPr>
              <a:t>mgmnt</a:t>
            </a:r>
            <a:r>
              <a:rPr lang="en-US" sz="1000" dirty="0">
                <a:solidFill>
                  <a:srgbClr val="504E26"/>
                </a:solidFill>
                <a:latin typeface="Calibri"/>
              </a:rPr>
              <a:t> and build DevOps pipelines using the platform.</a:t>
            </a:r>
            <a:endParaRPr lang="en-US" sz="1000" b="1" dirty="0">
              <a:solidFill>
                <a:srgbClr val="504E26"/>
              </a:solidFill>
              <a:latin typeface="Calibri"/>
            </a:endParaRP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Establish best practices, guidance , and governance consistent with Enterprise DevOps direction.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Enable and standardize the integration with Azure DevOps.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Manage </a:t>
            </a:r>
            <a:r>
              <a:rPr lang="en-US" sz="1000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00" dirty="0">
                <a:solidFill>
                  <a:srgbClr val="504E26"/>
                </a:solidFill>
                <a:latin typeface="Calibri"/>
              </a:rPr>
              <a:t> platform cost, consumption (user provisioning), and measure adoption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Manage the </a:t>
            </a:r>
            <a:r>
              <a:rPr lang="en-US" sz="1000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00" dirty="0">
                <a:solidFill>
                  <a:srgbClr val="504E26"/>
                </a:solidFill>
                <a:latin typeface="Calibri"/>
              </a:rPr>
              <a:t> vendor relationship.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00" dirty="0">
                <a:solidFill>
                  <a:srgbClr val="504E26"/>
                </a:solidFill>
                <a:latin typeface="Calibri"/>
              </a:rPr>
              <a:t> regression testing after package upgrades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04E26"/>
                </a:solidFill>
                <a:latin typeface="Calibri"/>
              </a:rPr>
              <a:t>Escalate application-specific issues to Humana Salesforce Center, </a:t>
            </a:r>
            <a:r>
              <a:rPr lang="en-US" sz="1000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00" dirty="0">
                <a:solidFill>
                  <a:srgbClr val="504E26"/>
                </a:solidFill>
                <a:latin typeface="Calibri"/>
              </a:rPr>
              <a:t>, and PSM as needed</a:t>
            </a:r>
          </a:p>
          <a:p>
            <a:pPr defTabSz="685766"/>
            <a:endParaRPr lang="en-US" sz="1067" dirty="0">
              <a:solidFill>
                <a:srgbClr val="504E26"/>
              </a:solidFill>
              <a:latin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 rot="16200000">
            <a:off x="3691872" y="4007943"/>
            <a:ext cx="1832244" cy="3045021"/>
          </a:xfrm>
          <a:prstGeom prst="roundRect">
            <a:avLst>
              <a:gd name="adj" fmla="val 3214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defTabSz="457189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Text Placeholder 1"/>
          <p:cNvSpPr txBox="1">
            <a:spLocks/>
          </p:cNvSpPr>
          <p:nvPr/>
        </p:nvSpPr>
        <p:spPr>
          <a:xfrm>
            <a:off x="3306055" y="4746164"/>
            <a:ext cx="2654037" cy="17004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37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3247" indent="-128585" algn="l" defTabSz="514337" rtl="0" eaLnBrk="1" latinLnBrk="0" hangingPunct="1">
              <a:spcBef>
                <a:spcPct val="20000"/>
              </a:spcBef>
              <a:buClrTx/>
              <a:buSzPct val="100000"/>
              <a:buFont typeface="Courier New" panose="02070309020205020404" pitchFamily="49" charset="0"/>
              <a:buChar char="o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7" indent="-128585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4185" indent="-131264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7422" indent="-129478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28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4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66"/>
            <a:r>
              <a:rPr lang="en-US" sz="1067" b="1" dirty="0">
                <a:solidFill>
                  <a:srgbClr val="504E26"/>
                </a:solidFill>
                <a:latin typeface="Calibri"/>
              </a:rPr>
              <a:t>Salesforce DevOps Champions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Led by Humana Salesforce Center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Collaborate and align on new </a:t>
            </a:r>
            <a:r>
              <a:rPr lang="en-US" sz="1067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67" dirty="0">
                <a:solidFill>
                  <a:srgbClr val="504E26"/>
                </a:solidFill>
                <a:latin typeface="Calibri"/>
              </a:rPr>
              <a:t> features and capabilities.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Aligning </a:t>
            </a:r>
            <a:r>
              <a:rPr lang="en-US" sz="1067" dirty="0" err="1">
                <a:solidFill>
                  <a:srgbClr val="504E26"/>
                </a:solidFill>
                <a:latin typeface="Calibri"/>
              </a:rPr>
              <a:t>Copado</a:t>
            </a:r>
            <a:r>
              <a:rPr lang="en-US" sz="1067" dirty="0">
                <a:solidFill>
                  <a:srgbClr val="504E26"/>
                </a:solidFill>
                <a:latin typeface="Calibri"/>
              </a:rPr>
              <a:t> platform objectives &amp; engineering standards across all Salesforce organizations. 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496419" y="1803219"/>
            <a:ext cx="625412" cy="625412"/>
            <a:chOff x="706185" y="2517039"/>
            <a:chExt cx="469059" cy="469059"/>
          </a:xfrm>
          <a:solidFill>
            <a:srgbClr val="5F9924"/>
          </a:solidFill>
        </p:grpSpPr>
        <p:sp>
          <p:nvSpPr>
            <p:cNvPr id="46" name="Ellipse 80"/>
            <p:cNvSpPr/>
            <p:nvPr/>
          </p:nvSpPr>
          <p:spPr bwMode="auto">
            <a:xfrm>
              <a:off x="706185" y="2517039"/>
              <a:ext cx="469059" cy="469059"/>
            </a:xfrm>
            <a:prstGeom prst="ellipse">
              <a:avLst/>
            </a:prstGeom>
            <a:grpFill/>
            <a:ln w="12700">
              <a:noFill/>
              <a:round/>
              <a:headEnd/>
              <a:tailEnd/>
            </a:ln>
          </p:spPr>
          <p:txBody>
            <a:bodyPr rtlCol="0" anchor="ctr"/>
            <a:lstStyle/>
            <a:p>
              <a:pPr algn="ctr" defTabSz="1219170"/>
              <a:endParaRPr lang="de-DE" sz="2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Rechteck 177"/>
            <p:cNvSpPr/>
            <p:nvPr/>
          </p:nvSpPr>
          <p:spPr bwMode="gray">
            <a:xfrm>
              <a:off x="737715" y="2644343"/>
              <a:ext cx="380427" cy="123159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ctr" defTabSz="609585"/>
              <a:r>
                <a:rPr lang="en-US" sz="1067" b="1" dirty="0" err="1">
                  <a:solidFill>
                    <a:prstClr val="white"/>
                  </a:solidFill>
                  <a:latin typeface="Calibri"/>
                </a:rPr>
                <a:t>Eng</a:t>
              </a:r>
              <a:endParaRPr lang="en-US" sz="1067" b="1" dirty="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496419" y="2424483"/>
            <a:ext cx="625412" cy="625412"/>
            <a:chOff x="706185" y="2517039"/>
            <a:chExt cx="469059" cy="469059"/>
          </a:xfrm>
          <a:solidFill>
            <a:srgbClr val="5F9924"/>
          </a:solidFill>
        </p:grpSpPr>
        <p:sp>
          <p:nvSpPr>
            <p:cNvPr id="52" name="Ellipse 80"/>
            <p:cNvSpPr/>
            <p:nvPr/>
          </p:nvSpPr>
          <p:spPr bwMode="auto">
            <a:xfrm>
              <a:off x="706185" y="2517039"/>
              <a:ext cx="469059" cy="469059"/>
            </a:xfrm>
            <a:prstGeom prst="ellipse">
              <a:avLst/>
            </a:prstGeom>
            <a:grpFill/>
            <a:ln w="12700">
              <a:noFill/>
              <a:round/>
              <a:headEnd/>
              <a:tailEnd/>
            </a:ln>
          </p:spPr>
          <p:txBody>
            <a:bodyPr rtlCol="0" anchor="ctr"/>
            <a:lstStyle/>
            <a:p>
              <a:pPr algn="ctr" defTabSz="1219170"/>
              <a:endParaRPr lang="de-DE" sz="2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Rechteck 177"/>
            <p:cNvSpPr/>
            <p:nvPr/>
          </p:nvSpPr>
          <p:spPr bwMode="gray">
            <a:xfrm>
              <a:off x="737715" y="2644343"/>
              <a:ext cx="380427" cy="123159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ctr" defTabSz="609585"/>
              <a:r>
                <a:rPr lang="en-US" sz="1067" b="1" dirty="0" err="1">
                  <a:solidFill>
                    <a:prstClr val="white"/>
                  </a:solidFill>
                  <a:latin typeface="Calibri"/>
                </a:rPr>
                <a:t>Eng</a:t>
              </a:r>
              <a:endParaRPr lang="en-US" sz="1067" b="1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55" name="Text Placeholder 1"/>
          <p:cNvSpPr txBox="1">
            <a:spLocks/>
          </p:cNvSpPr>
          <p:nvPr/>
        </p:nvSpPr>
        <p:spPr>
          <a:xfrm>
            <a:off x="6617376" y="1154833"/>
            <a:ext cx="2587189" cy="22906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37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3247" indent="-128585" algn="l" defTabSz="514337" rtl="0" eaLnBrk="1" latinLnBrk="0" hangingPunct="1">
              <a:spcBef>
                <a:spcPct val="20000"/>
              </a:spcBef>
              <a:buClrTx/>
              <a:buSzPct val="100000"/>
              <a:buFont typeface="Courier New" panose="02070309020205020404" pitchFamily="49" charset="0"/>
              <a:buChar char="o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7" indent="-128585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4185" indent="-131264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7422" indent="-129478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28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4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66"/>
            <a:r>
              <a:rPr lang="en-US" sz="1067" b="1" dirty="0">
                <a:solidFill>
                  <a:srgbClr val="504E26"/>
                </a:solidFill>
                <a:latin typeface="Calibri"/>
              </a:rPr>
              <a:t>Host Salesforce Org Administrators (Wiebe)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Staffed by Humana Salesforce Center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</a:rPr>
              <a:t>Install &amp; update the </a:t>
            </a:r>
            <a:r>
              <a:rPr lang="en-US" sz="1067" dirty="0" err="1">
                <a:solidFill>
                  <a:srgbClr val="504E26"/>
                </a:solidFill>
              </a:rPr>
              <a:t>Copado</a:t>
            </a:r>
            <a:r>
              <a:rPr lang="en-US" sz="1067" dirty="0">
                <a:solidFill>
                  <a:srgbClr val="504E26"/>
                </a:solidFill>
              </a:rPr>
              <a:t> application in multiple environments including sandbox all the way to production.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</a:rPr>
              <a:t>Manage host salesforce org cost and </a:t>
            </a:r>
            <a:r>
              <a:rPr lang="en-US" sz="1067" dirty="0">
                <a:solidFill>
                  <a:srgbClr val="504E26"/>
                </a:solidFill>
                <a:latin typeface="Calibri"/>
              </a:rPr>
              <a:t>consumption (user provisioning).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Manage Salesforce vendor relationship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Provide support for salesforce org issues.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Enable necessary access for PSM and Platform Engineering to create tickets and  triage issues specific to the application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endParaRPr lang="en-US" sz="1067" dirty="0">
              <a:solidFill>
                <a:srgbClr val="504E26"/>
              </a:solidFill>
              <a:latin typeface="Calibri"/>
            </a:endParaRPr>
          </a:p>
        </p:txBody>
      </p:sp>
      <p:sp>
        <p:nvSpPr>
          <p:cNvPr id="71" name="Rounded Rectangle 70"/>
          <p:cNvSpPr/>
          <p:nvPr/>
        </p:nvSpPr>
        <p:spPr>
          <a:xfrm rot="16200000">
            <a:off x="6909361" y="3985324"/>
            <a:ext cx="1836523" cy="3094535"/>
          </a:xfrm>
          <a:prstGeom prst="roundRect">
            <a:avLst>
              <a:gd name="adj" fmla="val 3214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defTabSz="457189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Text Placeholder 1"/>
          <p:cNvSpPr txBox="1">
            <a:spLocks/>
          </p:cNvSpPr>
          <p:nvPr/>
        </p:nvSpPr>
        <p:spPr>
          <a:xfrm>
            <a:off x="6432964" y="4746164"/>
            <a:ext cx="2735827" cy="9476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37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15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3247" indent="-128585" algn="l" defTabSz="514337" rtl="0" eaLnBrk="1" latinLnBrk="0" hangingPunct="1">
              <a:spcBef>
                <a:spcPct val="20000"/>
              </a:spcBef>
              <a:buClrTx/>
              <a:buSzPct val="100000"/>
              <a:buFont typeface="Courier New" panose="02070309020205020404" pitchFamily="49" charset="0"/>
              <a:buChar char="o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7" indent="-128585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4185" indent="-131264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7422" indent="-129478" algn="l" defTabSz="514337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28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4" indent="-128585" algn="l" defTabSz="51433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66"/>
            <a:r>
              <a:rPr lang="en-US" sz="1067" b="1" dirty="0">
                <a:solidFill>
                  <a:srgbClr val="504E26"/>
                </a:solidFill>
                <a:latin typeface="Calibri"/>
              </a:rPr>
              <a:t>Platform &amp; Host Org Security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Staffed by Humana Salesforce Center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Provide identity &amp; access management.</a:t>
            </a:r>
          </a:p>
          <a:p>
            <a:pPr marL="171446" indent="-171446" defTabSz="685766">
              <a:buFont typeface="Arial" panose="020B0604020202020204" pitchFamily="34" charset="0"/>
              <a:buChar char="•"/>
            </a:pPr>
            <a:r>
              <a:rPr lang="en-US" sz="1067" dirty="0">
                <a:solidFill>
                  <a:srgbClr val="504E26"/>
                </a:solidFill>
                <a:latin typeface="Calibri"/>
              </a:rPr>
              <a:t>Ensure information is protected within platform, including platform integrations.</a:t>
            </a:r>
          </a:p>
        </p:txBody>
      </p:sp>
      <p:grpSp>
        <p:nvGrpSpPr>
          <p:cNvPr id="80" name="Gruppieren 184"/>
          <p:cNvGrpSpPr>
            <a:grpSpLocks noChangeAspect="1"/>
          </p:cNvGrpSpPr>
          <p:nvPr/>
        </p:nvGrpSpPr>
        <p:grpSpPr bwMode="gray">
          <a:xfrm>
            <a:off x="1012270" y="1324498"/>
            <a:ext cx="165013" cy="378777"/>
            <a:chOff x="10625592" y="1535985"/>
            <a:chExt cx="1929937" cy="4430037"/>
          </a:xfrm>
          <a:solidFill>
            <a:srgbClr val="92D050"/>
          </a:solidFill>
        </p:grpSpPr>
        <p:sp>
          <p:nvSpPr>
            <p:cNvPr id="81" name="Freeform 5"/>
            <p:cNvSpPr>
              <a:spLocks/>
            </p:cNvSpPr>
            <p:nvPr/>
          </p:nvSpPr>
          <p:spPr bwMode="gray">
            <a:xfrm>
              <a:off x="11129760" y="1535985"/>
              <a:ext cx="921600" cy="919848"/>
            </a:xfrm>
            <a:prstGeom prst="ellipse">
              <a:avLst/>
            </a:pr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Freeform 6"/>
            <p:cNvSpPr>
              <a:spLocks/>
            </p:cNvSpPr>
            <p:nvPr/>
          </p:nvSpPr>
          <p:spPr bwMode="gray">
            <a:xfrm>
              <a:off x="10625592" y="2516336"/>
              <a:ext cx="1929937" cy="3449686"/>
            </a:xfrm>
            <a:custGeom>
              <a:avLst/>
              <a:gdLst>
                <a:gd name="T0" fmla="*/ 928 w 959"/>
                <a:gd name="T1" fmla="*/ 219 h 1715"/>
                <a:gd name="T2" fmla="*/ 670 w 959"/>
                <a:gd name="T3" fmla="*/ 0 h 1715"/>
                <a:gd name="T4" fmla="*/ 480 w 959"/>
                <a:gd name="T5" fmla="*/ 72 h 1715"/>
                <a:gd name="T6" fmla="*/ 290 w 959"/>
                <a:gd name="T7" fmla="*/ 0 h 1715"/>
                <a:gd name="T8" fmla="*/ 32 w 959"/>
                <a:gd name="T9" fmla="*/ 219 h 1715"/>
                <a:gd name="T10" fmla="*/ 0 w 959"/>
                <a:gd name="T11" fmla="*/ 777 h 1715"/>
                <a:gd name="T12" fmla="*/ 96 w 959"/>
                <a:gd name="T13" fmla="*/ 872 h 1715"/>
                <a:gd name="T14" fmla="*/ 191 w 959"/>
                <a:gd name="T15" fmla="*/ 777 h 1715"/>
                <a:gd name="T16" fmla="*/ 210 w 959"/>
                <a:gd name="T17" fmla="*/ 293 h 1715"/>
                <a:gd name="T18" fmla="*/ 230 w 959"/>
                <a:gd name="T19" fmla="*/ 273 h 1715"/>
                <a:gd name="T20" fmla="*/ 250 w 959"/>
                <a:gd name="T21" fmla="*/ 293 h 1715"/>
                <a:gd name="T22" fmla="*/ 250 w 959"/>
                <a:gd name="T23" fmla="*/ 855 h 1715"/>
                <a:gd name="T24" fmla="*/ 250 w 959"/>
                <a:gd name="T25" fmla="*/ 902 h 1715"/>
                <a:gd name="T26" fmla="*/ 191 w 959"/>
                <a:gd name="T27" fmla="*/ 1602 h 1715"/>
                <a:gd name="T28" fmla="*/ 305 w 959"/>
                <a:gd name="T29" fmla="*/ 1715 h 1715"/>
                <a:gd name="T30" fmla="*/ 418 w 959"/>
                <a:gd name="T31" fmla="*/ 1602 h 1715"/>
                <a:gd name="T32" fmla="*/ 460 w 959"/>
                <a:gd name="T33" fmla="*/ 902 h 1715"/>
                <a:gd name="T34" fmla="*/ 480 w 959"/>
                <a:gd name="T35" fmla="*/ 882 h 1715"/>
                <a:gd name="T36" fmla="*/ 500 w 959"/>
                <a:gd name="T37" fmla="*/ 902 h 1715"/>
                <a:gd name="T38" fmla="*/ 541 w 959"/>
                <a:gd name="T39" fmla="*/ 1602 h 1715"/>
                <a:gd name="T40" fmla="*/ 655 w 959"/>
                <a:gd name="T41" fmla="*/ 1715 h 1715"/>
                <a:gd name="T42" fmla="*/ 769 w 959"/>
                <a:gd name="T43" fmla="*/ 1602 h 1715"/>
                <a:gd name="T44" fmla="*/ 710 w 959"/>
                <a:gd name="T45" fmla="*/ 902 h 1715"/>
                <a:gd name="T46" fmla="*/ 710 w 959"/>
                <a:gd name="T47" fmla="*/ 855 h 1715"/>
                <a:gd name="T48" fmla="*/ 710 w 959"/>
                <a:gd name="T49" fmla="*/ 293 h 1715"/>
                <a:gd name="T50" fmla="*/ 730 w 959"/>
                <a:gd name="T51" fmla="*/ 273 h 1715"/>
                <a:gd name="T52" fmla="*/ 750 w 959"/>
                <a:gd name="T53" fmla="*/ 293 h 1715"/>
                <a:gd name="T54" fmla="*/ 769 w 959"/>
                <a:gd name="T55" fmla="*/ 777 h 1715"/>
                <a:gd name="T56" fmla="*/ 864 w 959"/>
                <a:gd name="T57" fmla="*/ 872 h 1715"/>
                <a:gd name="T58" fmla="*/ 959 w 959"/>
                <a:gd name="T59" fmla="*/ 777 h 1715"/>
                <a:gd name="T60" fmla="*/ 928 w 959"/>
                <a:gd name="T61" fmla="*/ 219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9" h="1715">
                  <a:moveTo>
                    <a:pt x="928" y="219"/>
                  </a:moveTo>
                  <a:cubicBezTo>
                    <a:pt x="928" y="65"/>
                    <a:pt x="768" y="0"/>
                    <a:pt x="670" y="0"/>
                  </a:cubicBezTo>
                  <a:cubicBezTo>
                    <a:pt x="572" y="0"/>
                    <a:pt x="557" y="72"/>
                    <a:pt x="480" y="72"/>
                  </a:cubicBezTo>
                  <a:cubicBezTo>
                    <a:pt x="403" y="72"/>
                    <a:pt x="367" y="0"/>
                    <a:pt x="290" y="0"/>
                  </a:cubicBezTo>
                  <a:cubicBezTo>
                    <a:pt x="213" y="0"/>
                    <a:pt x="32" y="65"/>
                    <a:pt x="32" y="219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829"/>
                    <a:pt x="43" y="872"/>
                    <a:pt x="96" y="872"/>
                  </a:cubicBezTo>
                  <a:cubicBezTo>
                    <a:pt x="148" y="872"/>
                    <a:pt x="191" y="829"/>
                    <a:pt x="191" y="777"/>
                  </a:cubicBezTo>
                  <a:cubicBezTo>
                    <a:pt x="210" y="293"/>
                    <a:pt x="210" y="293"/>
                    <a:pt x="210" y="293"/>
                  </a:cubicBezTo>
                  <a:cubicBezTo>
                    <a:pt x="210" y="282"/>
                    <a:pt x="219" y="273"/>
                    <a:pt x="230" y="273"/>
                  </a:cubicBezTo>
                  <a:cubicBezTo>
                    <a:pt x="241" y="273"/>
                    <a:pt x="250" y="282"/>
                    <a:pt x="250" y="293"/>
                  </a:cubicBezTo>
                  <a:cubicBezTo>
                    <a:pt x="250" y="855"/>
                    <a:pt x="250" y="855"/>
                    <a:pt x="250" y="855"/>
                  </a:cubicBezTo>
                  <a:cubicBezTo>
                    <a:pt x="250" y="902"/>
                    <a:pt x="250" y="902"/>
                    <a:pt x="250" y="902"/>
                  </a:cubicBezTo>
                  <a:cubicBezTo>
                    <a:pt x="191" y="1602"/>
                    <a:pt x="191" y="1602"/>
                    <a:pt x="191" y="1602"/>
                  </a:cubicBezTo>
                  <a:cubicBezTo>
                    <a:pt x="191" y="1664"/>
                    <a:pt x="242" y="1715"/>
                    <a:pt x="305" y="1715"/>
                  </a:cubicBezTo>
                  <a:cubicBezTo>
                    <a:pt x="367" y="1715"/>
                    <a:pt x="418" y="1664"/>
                    <a:pt x="418" y="1602"/>
                  </a:cubicBezTo>
                  <a:cubicBezTo>
                    <a:pt x="460" y="902"/>
                    <a:pt x="460" y="902"/>
                    <a:pt x="460" y="902"/>
                  </a:cubicBezTo>
                  <a:cubicBezTo>
                    <a:pt x="460" y="891"/>
                    <a:pt x="469" y="882"/>
                    <a:pt x="480" y="882"/>
                  </a:cubicBezTo>
                  <a:cubicBezTo>
                    <a:pt x="491" y="882"/>
                    <a:pt x="500" y="891"/>
                    <a:pt x="500" y="902"/>
                  </a:cubicBezTo>
                  <a:cubicBezTo>
                    <a:pt x="541" y="1602"/>
                    <a:pt x="541" y="1602"/>
                    <a:pt x="541" y="1602"/>
                  </a:cubicBezTo>
                  <a:cubicBezTo>
                    <a:pt x="541" y="1664"/>
                    <a:pt x="592" y="1715"/>
                    <a:pt x="655" y="1715"/>
                  </a:cubicBezTo>
                  <a:cubicBezTo>
                    <a:pt x="718" y="1715"/>
                    <a:pt x="769" y="1664"/>
                    <a:pt x="769" y="1602"/>
                  </a:cubicBezTo>
                  <a:cubicBezTo>
                    <a:pt x="710" y="902"/>
                    <a:pt x="710" y="902"/>
                    <a:pt x="710" y="902"/>
                  </a:cubicBezTo>
                  <a:cubicBezTo>
                    <a:pt x="710" y="855"/>
                    <a:pt x="710" y="855"/>
                    <a:pt x="710" y="855"/>
                  </a:cubicBezTo>
                  <a:cubicBezTo>
                    <a:pt x="710" y="293"/>
                    <a:pt x="710" y="293"/>
                    <a:pt x="710" y="293"/>
                  </a:cubicBezTo>
                  <a:cubicBezTo>
                    <a:pt x="710" y="282"/>
                    <a:pt x="719" y="273"/>
                    <a:pt x="730" y="273"/>
                  </a:cubicBezTo>
                  <a:cubicBezTo>
                    <a:pt x="741" y="273"/>
                    <a:pt x="750" y="282"/>
                    <a:pt x="750" y="293"/>
                  </a:cubicBezTo>
                  <a:cubicBezTo>
                    <a:pt x="769" y="777"/>
                    <a:pt x="769" y="777"/>
                    <a:pt x="769" y="777"/>
                  </a:cubicBezTo>
                  <a:cubicBezTo>
                    <a:pt x="769" y="829"/>
                    <a:pt x="811" y="872"/>
                    <a:pt x="864" y="872"/>
                  </a:cubicBezTo>
                  <a:cubicBezTo>
                    <a:pt x="917" y="872"/>
                    <a:pt x="959" y="829"/>
                    <a:pt x="959" y="777"/>
                  </a:cubicBezTo>
                  <a:lnTo>
                    <a:pt x="928" y="219"/>
                  </a:lnTo>
                  <a:close/>
                </a:path>
              </a:pathLst>
            </a:cu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3" name="Gruppieren 184"/>
          <p:cNvGrpSpPr>
            <a:grpSpLocks noChangeAspect="1"/>
          </p:cNvGrpSpPr>
          <p:nvPr/>
        </p:nvGrpSpPr>
        <p:grpSpPr bwMode="gray">
          <a:xfrm>
            <a:off x="1012270" y="1907346"/>
            <a:ext cx="165013" cy="378777"/>
            <a:chOff x="10625592" y="1535985"/>
            <a:chExt cx="1929937" cy="4430037"/>
          </a:xfrm>
          <a:solidFill>
            <a:srgbClr val="92D050"/>
          </a:solidFill>
        </p:grpSpPr>
        <p:sp>
          <p:nvSpPr>
            <p:cNvPr id="84" name="Freeform 5"/>
            <p:cNvSpPr>
              <a:spLocks/>
            </p:cNvSpPr>
            <p:nvPr/>
          </p:nvSpPr>
          <p:spPr bwMode="gray">
            <a:xfrm>
              <a:off x="11129760" y="1535985"/>
              <a:ext cx="921600" cy="919848"/>
            </a:xfrm>
            <a:prstGeom prst="ellipse">
              <a:avLst/>
            </a:pr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Freeform 6"/>
            <p:cNvSpPr>
              <a:spLocks/>
            </p:cNvSpPr>
            <p:nvPr/>
          </p:nvSpPr>
          <p:spPr bwMode="gray">
            <a:xfrm>
              <a:off x="10625592" y="2516336"/>
              <a:ext cx="1929937" cy="3449686"/>
            </a:xfrm>
            <a:custGeom>
              <a:avLst/>
              <a:gdLst>
                <a:gd name="T0" fmla="*/ 928 w 959"/>
                <a:gd name="T1" fmla="*/ 219 h 1715"/>
                <a:gd name="T2" fmla="*/ 670 w 959"/>
                <a:gd name="T3" fmla="*/ 0 h 1715"/>
                <a:gd name="T4" fmla="*/ 480 w 959"/>
                <a:gd name="T5" fmla="*/ 72 h 1715"/>
                <a:gd name="T6" fmla="*/ 290 w 959"/>
                <a:gd name="T7" fmla="*/ 0 h 1715"/>
                <a:gd name="T8" fmla="*/ 32 w 959"/>
                <a:gd name="T9" fmla="*/ 219 h 1715"/>
                <a:gd name="T10" fmla="*/ 0 w 959"/>
                <a:gd name="T11" fmla="*/ 777 h 1715"/>
                <a:gd name="T12" fmla="*/ 96 w 959"/>
                <a:gd name="T13" fmla="*/ 872 h 1715"/>
                <a:gd name="T14" fmla="*/ 191 w 959"/>
                <a:gd name="T15" fmla="*/ 777 h 1715"/>
                <a:gd name="T16" fmla="*/ 210 w 959"/>
                <a:gd name="T17" fmla="*/ 293 h 1715"/>
                <a:gd name="T18" fmla="*/ 230 w 959"/>
                <a:gd name="T19" fmla="*/ 273 h 1715"/>
                <a:gd name="T20" fmla="*/ 250 w 959"/>
                <a:gd name="T21" fmla="*/ 293 h 1715"/>
                <a:gd name="T22" fmla="*/ 250 w 959"/>
                <a:gd name="T23" fmla="*/ 855 h 1715"/>
                <a:gd name="T24" fmla="*/ 250 w 959"/>
                <a:gd name="T25" fmla="*/ 902 h 1715"/>
                <a:gd name="T26" fmla="*/ 191 w 959"/>
                <a:gd name="T27" fmla="*/ 1602 h 1715"/>
                <a:gd name="T28" fmla="*/ 305 w 959"/>
                <a:gd name="T29" fmla="*/ 1715 h 1715"/>
                <a:gd name="T30" fmla="*/ 418 w 959"/>
                <a:gd name="T31" fmla="*/ 1602 h 1715"/>
                <a:gd name="T32" fmla="*/ 460 w 959"/>
                <a:gd name="T33" fmla="*/ 902 h 1715"/>
                <a:gd name="T34" fmla="*/ 480 w 959"/>
                <a:gd name="T35" fmla="*/ 882 h 1715"/>
                <a:gd name="T36" fmla="*/ 500 w 959"/>
                <a:gd name="T37" fmla="*/ 902 h 1715"/>
                <a:gd name="T38" fmla="*/ 541 w 959"/>
                <a:gd name="T39" fmla="*/ 1602 h 1715"/>
                <a:gd name="T40" fmla="*/ 655 w 959"/>
                <a:gd name="T41" fmla="*/ 1715 h 1715"/>
                <a:gd name="T42" fmla="*/ 769 w 959"/>
                <a:gd name="T43" fmla="*/ 1602 h 1715"/>
                <a:gd name="T44" fmla="*/ 710 w 959"/>
                <a:gd name="T45" fmla="*/ 902 h 1715"/>
                <a:gd name="T46" fmla="*/ 710 w 959"/>
                <a:gd name="T47" fmla="*/ 855 h 1715"/>
                <a:gd name="T48" fmla="*/ 710 w 959"/>
                <a:gd name="T49" fmla="*/ 293 h 1715"/>
                <a:gd name="T50" fmla="*/ 730 w 959"/>
                <a:gd name="T51" fmla="*/ 273 h 1715"/>
                <a:gd name="T52" fmla="*/ 750 w 959"/>
                <a:gd name="T53" fmla="*/ 293 h 1715"/>
                <a:gd name="T54" fmla="*/ 769 w 959"/>
                <a:gd name="T55" fmla="*/ 777 h 1715"/>
                <a:gd name="T56" fmla="*/ 864 w 959"/>
                <a:gd name="T57" fmla="*/ 872 h 1715"/>
                <a:gd name="T58" fmla="*/ 959 w 959"/>
                <a:gd name="T59" fmla="*/ 777 h 1715"/>
                <a:gd name="T60" fmla="*/ 928 w 959"/>
                <a:gd name="T61" fmla="*/ 219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9" h="1715">
                  <a:moveTo>
                    <a:pt x="928" y="219"/>
                  </a:moveTo>
                  <a:cubicBezTo>
                    <a:pt x="928" y="65"/>
                    <a:pt x="768" y="0"/>
                    <a:pt x="670" y="0"/>
                  </a:cubicBezTo>
                  <a:cubicBezTo>
                    <a:pt x="572" y="0"/>
                    <a:pt x="557" y="72"/>
                    <a:pt x="480" y="72"/>
                  </a:cubicBezTo>
                  <a:cubicBezTo>
                    <a:pt x="403" y="72"/>
                    <a:pt x="367" y="0"/>
                    <a:pt x="290" y="0"/>
                  </a:cubicBezTo>
                  <a:cubicBezTo>
                    <a:pt x="213" y="0"/>
                    <a:pt x="32" y="65"/>
                    <a:pt x="32" y="219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829"/>
                    <a:pt x="43" y="872"/>
                    <a:pt x="96" y="872"/>
                  </a:cubicBezTo>
                  <a:cubicBezTo>
                    <a:pt x="148" y="872"/>
                    <a:pt x="191" y="829"/>
                    <a:pt x="191" y="777"/>
                  </a:cubicBezTo>
                  <a:cubicBezTo>
                    <a:pt x="210" y="293"/>
                    <a:pt x="210" y="293"/>
                    <a:pt x="210" y="293"/>
                  </a:cubicBezTo>
                  <a:cubicBezTo>
                    <a:pt x="210" y="282"/>
                    <a:pt x="219" y="273"/>
                    <a:pt x="230" y="273"/>
                  </a:cubicBezTo>
                  <a:cubicBezTo>
                    <a:pt x="241" y="273"/>
                    <a:pt x="250" y="282"/>
                    <a:pt x="250" y="293"/>
                  </a:cubicBezTo>
                  <a:cubicBezTo>
                    <a:pt x="250" y="855"/>
                    <a:pt x="250" y="855"/>
                    <a:pt x="250" y="855"/>
                  </a:cubicBezTo>
                  <a:cubicBezTo>
                    <a:pt x="250" y="902"/>
                    <a:pt x="250" y="902"/>
                    <a:pt x="250" y="902"/>
                  </a:cubicBezTo>
                  <a:cubicBezTo>
                    <a:pt x="191" y="1602"/>
                    <a:pt x="191" y="1602"/>
                    <a:pt x="191" y="1602"/>
                  </a:cubicBezTo>
                  <a:cubicBezTo>
                    <a:pt x="191" y="1664"/>
                    <a:pt x="242" y="1715"/>
                    <a:pt x="305" y="1715"/>
                  </a:cubicBezTo>
                  <a:cubicBezTo>
                    <a:pt x="367" y="1715"/>
                    <a:pt x="418" y="1664"/>
                    <a:pt x="418" y="1602"/>
                  </a:cubicBezTo>
                  <a:cubicBezTo>
                    <a:pt x="460" y="902"/>
                    <a:pt x="460" y="902"/>
                    <a:pt x="460" y="902"/>
                  </a:cubicBezTo>
                  <a:cubicBezTo>
                    <a:pt x="460" y="891"/>
                    <a:pt x="469" y="882"/>
                    <a:pt x="480" y="882"/>
                  </a:cubicBezTo>
                  <a:cubicBezTo>
                    <a:pt x="491" y="882"/>
                    <a:pt x="500" y="891"/>
                    <a:pt x="500" y="902"/>
                  </a:cubicBezTo>
                  <a:cubicBezTo>
                    <a:pt x="541" y="1602"/>
                    <a:pt x="541" y="1602"/>
                    <a:pt x="541" y="1602"/>
                  </a:cubicBezTo>
                  <a:cubicBezTo>
                    <a:pt x="541" y="1664"/>
                    <a:pt x="592" y="1715"/>
                    <a:pt x="655" y="1715"/>
                  </a:cubicBezTo>
                  <a:cubicBezTo>
                    <a:pt x="718" y="1715"/>
                    <a:pt x="769" y="1664"/>
                    <a:pt x="769" y="1602"/>
                  </a:cubicBezTo>
                  <a:cubicBezTo>
                    <a:pt x="710" y="902"/>
                    <a:pt x="710" y="902"/>
                    <a:pt x="710" y="902"/>
                  </a:cubicBezTo>
                  <a:cubicBezTo>
                    <a:pt x="710" y="855"/>
                    <a:pt x="710" y="855"/>
                    <a:pt x="710" y="855"/>
                  </a:cubicBezTo>
                  <a:cubicBezTo>
                    <a:pt x="710" y="293"/>
                    <a:pt x="710" y="293"/>
                    <a:pt x="710" y="293"/>
                  </a:cubicBezTo>
                  <a:cubicBezTo>
                    <a:pt x="710" y="282"/>
                    <a:pt x="719" y="273"/>
                    <a:pt x="730" y="273"/>
                  </a:cubicBezTo>
                  <a:cubicBezTo>
                    <a:pt x="741" y="273"/>
                    <a:pt x="750" y="282"/>
                    <a:pt x="750" y="293"/>
                  </a:cubicBezTo>
                  <a:cubicBezTo>
                    <a:pt x="769" y="777"/>
                    <a:pt x="769" y="777"/>
                    <a:pt x="769" y="777"/>
                  </a:cubicBezTo>
                  <a:cubicBezTo>
                    <a:pt x="769" y="829"/>
                    <a:pt x="811" y="872"/>
                    <a:pt x="864" y="872"/>
                  </a:cubicBezTo>
                  <a:cubicBezTo>
                    <a:pt x="917" y="872"/>
                    <a:pt x="959" y="829"/>
                    <a:pt x="959" y="777"/>
                  </a:cubicBezTo>
                  <a:lnTo>
                    <a:pt x="928" y="219"/>
                  </a:lnTo>
                  <a:close/>
                </a:path>
              </a:pathLst>
            </a:cu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6" name="Gruppieren 184"/>
          <p:cNvGrpSpPr>
            <a:grpSpLocks noChangeAspect="1"/>
          </p:cNvGrpSpPr>
          <p:nvPr/>
        </p:nvGrpSpPr>
        <p:grpSpPr bwMode="gray">
          <a:xfrm>
            <a:off x="1012270" y="2527609"/>
            <a:ext cx="165013" cy="378777"/>
            <a:chOff x="10625592" y="1535985"/>
            <a:chExt cx="1929937" cy="4430037"/>
          </a:xfrm>
          <a:solidFill>
            <a:srgbClr val="92D050"/>
          </a:solidFill>
        </p:grpSpPr>
        <p:sp>
          <p:nvSpPr>
            <p:cNvPr id="87" name="Freeform 5"/>
            <p:cNvSpPr>
              <a:spLocks/>
            </p:cNvSpPr>
            <p:nvPr/>
          </p:nvSpPr>
          <p:spPr bwMode="gray">
            <a:xfrm>
              <a:off x="11129760" y="1535985"/>
              <a:ext cx="921600" cy="919848"/>
            </a:xfrm>
            <a:prstGeom prst="ellipse">
              <a:avLst/>
            </a:pr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Freeform 6"/>
            <p:cNvSpPr>
              <a:spLocks/>
            </p:cNvSpPr>
            <p:nvPr/>
          </p:nvSpPr>
          <p:spPr bwMode="gray">
            <a:xfrm>
              <a:off x="10625592" y="2516336"/>
              <a:ext cx="1929937" cy="3449686"/>
            </a:xfrm>
            <a:custGeom>
              <a:avLst/>
              <a:gdLst>
                <a:gd name="T0" fmla="*/ 928 w 959"/>
                <a:gd name="T1" fmla="*/ 219 h 1715"/>
                <a:gd name="T2" fmla="*/ 670 w 959"/>
                <a:gd name="T3" fmla="*/ 0 h 1715"/>
                <a:gd name="T4" fmla="*/ 480 w 959"/>
                <a:gd name="T5" fmla="*/ 72 h 1715"/>
                <a:gd name="T6" fmla="*/ 290 w 959"/>
                <a:gd name="T7" fmla="*/ 0 h 1715"/>
                <a:gd name="T8" fmla="*/ 32 w 959"/>
                <a:gd name="T9" fmla="*/ 219 h 1715"/>
                <a:gd name="T10" fmla="*/ 0 w 959"/>
                <a:gd name="T11" fmla="*/ 777 h 1715"/>
                <a:gd name="T12" fmla="*/ 96 w 959"/>
                <a:gd name="T13" fmla="*/ 872 h 1715"/>
                <a:gd name="T14" fmla="*/ 191 w 959"/>
                <a:gd name="T15" fmla="*/ 777 h 1715"/>
                <a:gd name="T16" fmla="*/ 210 w 959"/>
                <a:gd name="T17" fmla="*/ 293 h 1715"/>
                <a:gd name="T18" fmla="*/ 230 w 959"/>
                <a:gd name="T19" fmla="*/ 273 h 1715"/>
                <a:gd name="T20" fmla="*/ 250 w 959"/>
                <a:gd name="T21" fmla="*/ 293 h 1715"/>
                <a:gd name="T22" fmla="*/ 250 w 959"/>
                <a:gd name="T23" fmla="*/ 855 h 1715"/>
                <a:gd name="T24" fmla="*/ 250 w 959"/>
                <a:gd name="T25" fmla="*/ 902 h 1715"/>
                <a:gd name="T26" fmla="*/ 191 w 959"/>
                <a:gd name="T27" fmla="*/ 1602 h 1715"/>
                <a:gd name="T28" fmla="*/ 305 w 959"/>
                <a:gd name="T29" fmla="*/ 1715 h 1715"/>
                <a:gd name="T30" fmla="*/ 418 w 959"/>
                <a:gd name="T31" fmla="*/ 1602 h 1715"/>
                <a:gd name="T32" fmla="*/ 460 w 959"/>
                <a:gd name="T33" fmla="*/ 902 h 1715"/>
                <a:gd name="T34" fmla="*/ 480 w 959"/>
                <a:gd name="T35" fmla="*/ 882 h 1715"/>
                <a:gd name="T36" fmla="*/ 500 w 959"/>
                <a:gd name="T37" fmla="*/ 902 h 1715"/>
                <a:gd name="T38" fmla="*/ 541 w 959"/>
                <a:gd name="T39" fmla="*/ 1602 h 1715"/>
                <a:gd name="T40" fmla="*/ 655 w 959"/>
                <a:gd name="T41" fmla="*/ 1715 h 1715"/>
                <a:gd name="T42" fmla="*/ 769 w 959"/>
                <a:gd name="T43" fmla="*/ 1602 h 1715"/>
                <a:gd name="T44" fmla="*/ 710 w 959"/>
                <a:gd name="T45" fmla="*/ 902 h 1715"/>
                <a:gd name="T46" fmla="*/ 710 w 959"/>
                <a:gd name="T47" fmla="*/ 855 h 1715"/>
                <a:gd name="T48" fmla="*/ 710 w 959"/>
                <a:gd name="T49" fmla="*/ 293 h 1715"/>
                <a:gd name="T50" fmla="*/ 730 w 959"/>
                <a:gd name="T51" fmla="*/ 273 h 1715"/>
                <a:gd name="T52" fmla="*/ 750 w 959"/>
                <a:gd name="T53" fmla="*/ 293 h 1715"/>
                <a:gd name="T54" fmla="*/ 769 w 959"/>
                <a:gd name="T55" fmla="*/ 777 h 1715"/>
                <a:gd name="T56" fmla="*/ 864 w 959"/>
                <a:gd name="T57" fmla="*/ 872 h 1715"/>
                <a:gd name="T58" fmla="*/ 959 w 959"/>
                <a:gd name="T59" fmla="*/ 777 h 1715"/>
                <a:gd name="T60" fmla="*/ 928 w 959"/>
                <a:gd name="T61" fmla="*/ 219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9" h="1715">
                  <a:moveTo>
                    <a:pt x="928" y="219"/>
                  </a:moveTo>
                  <a:cubicBezTo>
                    <a:pt x="928" y="65"/>
                    <a:pt x="768" y="0"/>
                    <a:pt x="670" y="0"/>
                  </a:cubicBezTo>
                  <a:cubicBezTo>
                    <a:pt x="572" y="0"/>
                    <a:pt x="557" y="72"/>
                    <a:pt x="480" y="72"/>
                  </a:cubicBezTo>
                  <a:cubicBezTo>
                    <a:pt x="403" y="72"/>
                    <a:pt x="367" y="0"/>
                    <a:pt x="290" y="0"/>
                  </a:cubicBezTo>
                  <a:cubicBezTo>
                    <a:pt x="213" y="0"/>
                    <a:pt x="32" y="65"/>
                    <a:pt x="32" y="219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829"/>
                    <a:pt x="43" y="872"/>
                    <a:pt x="96" y="872"/>
                  </a:cubicBezTo>
                  <a:cubicBezTo>
                    <a:pt x="148" y="872"/>
                    <a:pt x="191" y="829"/>
                    <a:pt x="191" y="777"/>
                  </a:cubicBezTo>
                  <a:cubicBezTo>
                    <a:pt x="210" y="293"/>
                    <a:pt x="210" y="293"/>
                    <a:pt x="210" y="293"/>
                  </a:cubicBezTo>
                  <a:cubicBezTo>
                    <a:pt x="210" y="282"/>
                    <a:pt x="219" y="273"/>
                    <a:pt x="230" y="273"/>
                  </a:cubicBezTo>
                  <a:cubicBezTo>
                    <a:pt x="241" y="273"/>
                    <a:pt x="250" y="282"/>
                    <a:pt x="250" y="293"/>
                  </a:cubicBezTo>
                  <a:cubicBezTo>
                    <a:pt x="250" y="855"/>
                    <a:pt x="250" y="855"/>
                    <a:pt x="250" y="855"/>
                  </a:cubicBezTo>
                  <a:cubicBezTo>
                    <a:pt x="250" y="902"/>
                    <a:pt x="250" y="902"/>
                    <a:pt x="250" y="902"/>
                  </a:cubicBezTo>
                  <a:cubicBezTo>
                    <a:pt x="191" y="1602"/>
                    <a:pt x="191" y="1602"/>
                    <a:pt x="191" y="1602"/>
                  </a:cubicBezTo>
                  <a:cubicBezTo>
                    <a:pt x="191" y="1664"/>
                    <a:pt x="242" y="1715"/>
                    <a:pt x="305" y="1715"/>
                  </a:cubicBezTo>
                  <a:cubicBezTo>
                    <a:pt x="367" y="1715"/>
                    <a:pt x="418" y="1664"/>
                    <a:pt x="418" y="1602"/>
                  </a:cubicBezTo>
                  <a:cubicBezTo>
                    <a:pt x="460" y="902"/>
                    <a:pt x="460" y="902"/>
                    <a:pt x="460" y="902"/>
                  </a:cubicBezTo>
                  <a:cubicBezTo>
                    <a:pt x="460" y="891"/>
                    <a:pt x="469" y="882"/>
                    <a:pt x="480" y="882"/>
                  </a:cubicBezTo>
                  <a:cubicBezTo>
                    <a:pt x="491" y="882"/>
                    <a:pt x="500" y="891"/>
                    <a:pt x="500" y="902"/>
                  </a:cubicBezTo>
                  <a:cubicBezTo>
                    <a:pt x="541" y="1602"/>
                    <a:pt x="541" y="1602"/>
                    <a:pt x="541" y="1602"/>
                  </a:cubicBezTo>
                  <a:cubicBezTo>
                    <a:pt x="541" y="1664"/>
                    <a:pt x="592" y="1715"/>
                    <a:pt x="655" y="1715"/>
                  </a:cubicBezTo>
                  <a:cubicBezTo>
                    <a:pt x="718" y="1715"/>
                    <a:pt x="769" y="1664"/>
                    <a:pt x="769" y="1602"/>
                  </a:cubicBezTo>
                  <a:cubicBezTo>
                    <a:pt x="710" y="902"/>
                    <a:pt x="710" y="902"/>
                    <a:pt x="710" y="902"/>
                  </a:cubicBezTo>
                  <a:cubicBezTo>
                    <a:pt x="710" y="855"/>
                    <a:pt x="710" y="855"/>
                    <a:pt x="710" y="855"/>
                  </a:cubicBezTo>
                  <a:cubicBezTo>
                    <a:pt x="710" y="293"/>
                    <a:pt x="710" y="293"/>
                    <a:pt x="710" y="293"/>
                  </a:cubicBezTo>
                  <a:cubicBezTo>
                    <a:pt x="710" y="282"/>
                    <a:pt x="719" y="273"/>
                    <a:pt x="730" y="273"/>
                  </a:cubicBezTo>
                  <a:cubicBezTo>
                    <a:pt x="741" y="273"/>
                    <a:pt x="750" y="282"/>
                    <a:pt x="750" y="293"/>
                  </a:cubicBezTo>
                  <a:cubicBezTo>
                    <a:pt x="769" y="777"/>
                    <a:pt x="769" y="777"/>
                    <a:pt x="769" y="777"/>
                  </a:cubicBezTo>
                  <a:cubicBezTo>
                    <a:pt x="769" y="829"/>
                    <a:pt x="811" y="872"/>
                    <a:pt x="864" y="872"/>
                  </a:cubicBezTo>
                  <a:cubicBezTo>
                    <a:pt x="917" y="872"/>
                    <a:pt x="959" y="829"/>
                    <a:pt x="959" y="777"/>
                  </a:cubicBezTo>
                  <a:lnTo>
                    <a:pt x="928" y="219"/>
                  </a:lnTo>
                  <a:close/>
                </a:path>
              </a:pathLst>
            </a:cu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2" name="Rechteck 177"/>
          <p:cNvSpPr/>
          <p:nvPr/>
        </p:nvSpPr>
        <p:spPr bwMode="gray">
          <a:xfrm>
            <a:off x="1284118" y="1431650"/>
            <a:ext cx="845552" cy="2051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defTabSz="609585"/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Barry Chase</a:t>
            </a:r>
          </a:p>
        </p:txBody>
      </p:sp>
      <p:sp>
        <p:nvSpPr>
          <p:cNvPr id="93" name="Rechteck 177"/>
          <p:cNvSpPr/>
          <p:nvPr/>
        </p:nvSpPr>
        <p:spPr bwMode="gray">
          <a:xfrm>
            <a:off x="1284118" y="1997175"/>
            <a:ext cx="1212704" cy="2051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defTabSz="609585"/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Sid </a:t>
            </a:r>
            <a:r>
              <a:rPr lang="en-US" sz="1333" b="1" dirty="0" err="1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Velishala</a:t>
            </a:r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 (on)</a:t>
            </a:r>
          </a:p>
        </p:txBody>
      </p:sp>
      <p:sp>
        <p:nvSpPr>
          <p:cNvPr id="94" name="Rechteck 177"/>
          <p:cNvSpPr/>
          <p:nvPr/>
        </p:nvSpPr>
        <p:spPr bwMode="gray">
          <a:xfrm>
            <a:off x="1284118" y="2606258"/>
            <a:ext cx="731867" cy="2051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defTabSz="609585"/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Open (off)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3F08078-1D57-2E42-8AB0-CDB5CD7EFF8F}"/>
              </a:ext>
            </a:extLst>
          </p:cNvPr>
          <p:cNvGrpSpPr/>
          <p:nvPr/>
        </p:nvGrpSpPr>
        <p:grpSpPr>
          <a:xfrm>
            <a:off x="9168791" y="1205983"/>
            <a:ext cx="625412" cy="625412"/>
            <a:chOff x="706185" y="2517039"/>
            <a:chExt cx="469059" cy="469059"/>
          </a:xfrm>
          <a:solidFill>
            <a:srgbClr val="5F9924"/>
          </a:solidFill>
        </p:grpSpPr>
        <p:sp>
          <p:nvSpPr>
            <p:cNvPr id="102" name="Ellipse 80">
              <a:extLst>
                <a:ext uri="{FF2B5EF4-FFF2-40B4-BE49-F238E27FC236}">
                  <a16:creationId xmlns:a16="http://schemas.microsoft.com/office/drawing/2014/main" id="{4810C7FB-91B6-6E4A-B37F-48F5FD00FF59}"/>
                </a:ext>
              </a:extLst>
            </p:cNvPr>
            <p:cNvSpPr/>
            <p:nvPr/>
          </p:nvSpPr>
          <p:spPr bwMode="auto">
            <a:xfrm>
              <a:off x="706185" y="2517039"/>
              <a:ext cx="469059" cy="469059"/>
            </a:xfrm>
            <a:prstGeom prst="ellipse">
              <a:avLst/>
            </a:prstGeom>
            <a:grpFill/>
            <a:ln w="12700">
              <a:noFill/>
              <a:round/>
              <a:headEnd/>
              <a:tailEnd/>
            </a:ln>
          </p:spPr>
          <p:txBody>
            <a:bodyPr rtlCol="0" anchor="ctr"/>
            <a:lstStyle/>
            <a:p>
              <a:pPr algn="ctr" defTabSz="1219170"/>
              <a:endParaRPr lang="de-DE" sz="2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Rechteck 177">
              <a:extLst>
                <a:ext uri="{FF2B5EF4-FFF2-40B4-BE49-F238E27FC236}">
                  <a16:creationId xmlns:a16="http://schemas.microsoft.com/office/drawing/2014/main" id="{2BAEC27C-81EA-5D4D-9845-611DD0169C70}"/>
                </a:ext>
              </a:extLst>
            </p:cNvPr>
            <p:cNvSpPr/>
            <p:nvPr/>
          </p:nvSpPr>
          <p:spPr bwMode="gray">
            <a:xfrm>
              <a:off x="753530" y="2628303"/>
              <a:ext cx="380427" cy="246317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ctr" defTabSz="609585"/>
              <a:r>
                <a:rPr lang="en-US" sz="1050" b="1" dirty="0">
                  <a:solidFill>
                    <a:schemeClr val="bg1"/>
                  </a:solidFill>
                  <a:latin typeface="Calibri"/>
                </a:rPr>
                <a:t>P4</a:t>
              </a:r>
              <a:br>
                <a:rPr lang="en-US" sz="1050" b="1" dirty="0">
                  <a:solidFill>
                    <a:schemeClr val="bg1"/>
                  </a:solidFill>
                  <a:latin typeface="Calibri"/>
                </a:rPr>
              </a:br>
              <a:r>
                <a:rPr lang="en-US" sz="1050" b="1" dirty="0">
                  <a:solidFill>
                    <a:schemeClr val="bg1"/>
                  </a:solidFill>
                  <a:latin typeface="Calibri"/>
                </a:rPr>
                <a:t>Arch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44A31BD-C6BB-8F47-9195-A40CC945A6B2}"/>
              </a:ext>
            </a:extLst>
          </p:cNvPr>
          <p:cNvGrpSpPr/>
          <p:nvPr/>
        </p:nvGrpSpPr>
        <p:grpSpPr>
          <a:xfrm>
            <a:off x="9169029" y="1906234"/>
            <a:ext cx="625412" cy="625412"/>
            <a:chOff x="706185" y="2517039"/>
            <a:chExt cx="469059" cy="469059"/>
          </a:xfrm>
          <a:solidFill>
            <a:srgbClr val="5F9924"/>
          </a:solidFill>
        </p:grpSpPr>
        <p:sp>
          <p:nvSpPr>
            <p:cNvPr id="105" name="Ellipse 80">
              <a:extLst>
                <a:ext uri="{FF2B5EF4-FFF2-40B4-BE49-F238E27FC236}">
                  <a16:creationId xmlns:a16="http://schemas.microsoft.com/office/drawing/2014/main" id="{6B980E1E-75B2-7842-9016-01B6B9D8FB24}"/>
                </a:ext>
              </a:extLst>
            </p:cNvPr>
            <p:cNvSpPr/>
            <p:nvPr/>
          </p:nvSpPr>
          <p:spPr bwMode="auto">
            <a:xfrm>
              <a:off x="706185" y="2517039"/>
              <a:ext cx="469059" cy="469059"/>
            </a:xfrm>
            <a:prstGeom prst="ellipse">
              <a:avLst/>
            </a:prstGeom>
            <a:grpFill/>
            <a:ln w="12700">
              <a:noFill/>
              <a:round/>
              <a:headEnd/>
              <a:tailEnd/>
            </a:ln>
          </p:spPr>
          <p:txBody>
            <a:bodyPr rtlCol="0" anchor="ctr"/>
            <a:lstStyle/>
            <a:p>
              <a:pPr algn="ctr" defTabSz="1219170"/>
              <a:endParaRPr lang="de-DE" sz="2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Rechteck 177">
              <a:extLst>
                <a:ext uri="{FF2B5EF4-FFF2-40B4-BE49-F238E27FC236}">
                  <a16:creationId xmlns:a16="http://schemas.microsoft.com/office/drawing/2014/main" id="{953494B7-3CB0-F145-944E-D2CB51708281}"/>
                </a:ext>
              </a:extLst>
            </p:cNvPr>
            <p:cNvSpPr/>
            <p:nvPr/>
          </p:nvSpPr>
          <p:spPr bwMode="gray">
            <a:xfrm>
              <a:off x="747307" y="2673116"/>
              <a:ext cx="380427" cy="123159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ctr" defTabSz="609585"/>
              <a:r>
                <a:rPr lang="en-US" sz="1067" b="1" dirty="0" err="1">
                  <a:solidFill>
                    <a:prstClr val="white"/>
                  </a:solidFill>
                  <a:latin typeface="Calibri"/>
                </a:rPr>
                <a:t>Eng</a:t>
              </a:r>
              <a:endParaRPr lang="en-US" sz="1067" b="1" dirty="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110" name="Gruppieren 184">
            <a:extLst>
              <a:ext uri="{FF2B5EF4-FFF2-40B4-BE49-F238E27FC236}">
                <a16:creationId xmlns:a16="http://schemas.microsoft.com/office/drawing/2014/main" id="{5342EF17-DDD8-B14D-937A-D130A02CFAA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993664" y="1288094"/>
            <a:ext cx="165013" cy="378777"/>
            <a:chOff x="10625592" y="1535985"/>
            <a:chExt cx="1929937" cy="4430037"/>
          </a:xfrm>
          <a:solidFill>
            <a:srgbClr val="92D050"/>
          </a:solidFill>
        </p:grpSpPr>
        <p:sp>
          <p:nvSpPr>
            <p:cNvPr id="111" name="Freeform 5">
              <a:extLst>
                <a:ext uri="{FF2B5EF4-FFF2-40B4-BE49-F238E27FC236}">
                  <a16:creationId xmlns:a16="http://schemas.microsoft.com/office/drawing/2014/main" id="{DCF89894-CB7C-B848-BA79-A85B7E2407F5}"/>
                </a:ext>
              </a:extLst>
            </p:cNvPr>
            <p:cNvSpPr>
              <a:spLocks/>
            </p:cNvSpPr>
            <p:nvPr/>
          </p:nvSpPr>
          <p:spPr bwMode="gray">
            <a:xfrm>
              <a:off x="11129760" y="1535985"/>
              <a:ext cx="921600" cy="919848"/>
            </a:xfrm>
            <a:prstGeom prst="ellipse">
              <a:avLst/>
            </a:pr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Freeform 6">
              <a:extLst>
                <a:ext uri="{FF2B5EF4-FFF2-40B4-BE49-F238E27FC236}">
                  <a16:creationId xmlns:a16="http://schemas.microsoft.com/office/drawing/2014/main" id="{B6F70CEB-D1BE-9D46-9EF0-33D2C63B9C33}"/>
                </a:ext>
              </a:extLst>
            </p:cNvPr>
            <p:cNvSpPr>
              <a:spLocks/>
            </p:cNvSpPr>
            <p:nvPr/>
          </p:nvSpPr>
          <p:spPr bwMode="gray">
            <a:xfrm>
              <a:off x="10625592" y="2516336"/>
              <a:ext cx="1929937" cy="3449686"/>
            </a:xfrm>
            <a:custGeom>
              <a:avLst/>
              <a:gdLst>
                <a:gd name="T0" fmla="*/ 928 w 959"/>
                <a:gd name="T1" fmla="*/ 219 h 1715"/>
                <a:gd name="T2" fmla="*/ 670 w 959"/>
                <a:gd name="T3" fmla="*/ 0 h 1715"/>
                <a:gd name="T4" fmla="*/ 480 w 959"/>
                <a:gd name="T5" fmla="*/ 72 h 1715"/>
                <a:gd name="T6" fmla="*/ 290 w 959"/>
                <a:gd name="T7" fmla="*/ 0 h 1715"/>
                <a:gd name="T8" fmla="*/ 32 w 959"/>
                <a:gd name="T9" fmla="*/ 219 h 1715"/>
                <a:gd name="T10" fmla="*/ 0 w 959"/>
                <a:gd name="T11" fmla="*/ 777 h 1715"/>
                <a:gd name="T12" fmla="*/ 96 w 959"/>
                <a:gd name="T13" fmla="*/ 872 h 1715"/>
                <a:gd name="T14" fmla="*/ 191 w 959"/>
                <a:gd name="T15" fmla="*/ 777 h 1715"/>
                <a:gd name="T16" fmla="*/ 210 w 959"/>
                <a:gd name="T17" fmla="*/ 293 h 1715"/>
                <a:gd name="T18" fmla="*/ 230 w 959"/>
                <a:gd name="T19" fmla="*/ 273 h 1715"/>
                <a:gd name="T20" fmla="*/ 250 w 959"/>
                <a:gd name="T21" fmla="*/ 293 h 1715"/>
                <a:gd name="T22" fmla="*/ 250 w 959"/>
                <a:gd name="T23" fmla="*/ 855 h 1715"/>
                <a:gd name="T24" fmla="*/ 250 w 959"/>
                <a:gd name="T25" fmla="*/ 902 h 1715"/>
                <a:gd name="T26" fmla="*/ 191 w 959"/>
                <a:gd name="T27" fmla="*/ 1602 h 1715"/>
                <a:gd name="T28" fmla="*/ 305 w 959"/>
                <a:gd name="T29" fmla="*/ 1715 h 1715"/>
                <a:gd name="T30" fmla="*/ 418 w 959"/>
                <a:gd name="T31" fmla="*/ 1602 h 1715"/>
                <a:gd name="T32" fmla="*/ 460 w 959"/>
                <a:gd name="T33" fmla="*/ 902 h 1715"/>
                <a:gd name="T34" fmla="*/ 480 w 959"/>
                <a:gd name="T35" fmla="*/ 882 h 1715"/>
                <a:gd name="T36" fmla="*/ 500 w 959"/>
                <a:gd name="T37" fmla="*/ 902 h 1715"/>
                <a:gd name="T38" fmla="*/ 541 w 959"/>
                <a:gd name="T39" fmla="*/ 1602 h 1715"/>
                <a:gd name="T40" fmla="*/ 655 w 959"/>
                <a:gd name="T41" fmla="*/ 1715 h 1715"/>
                <a:gd name="T42" fmla="*/ 769 w 959"/>
                <a:gd name="T43" fmla="*/ 1602 h 1715"/>
                <a:gd name="T44" fmla="*/ 710 w 959"/>
                <a:gd name="T45" fmla="*/ 902 h 1715"/>
                <a:gd name="T46" fmla="*/ 710 w 959"/>
                <a:gd name="T47" fmla="*/ 855 h 1715"/>
                <a:gd name="T48" fmla="*/ 710 w 959"/>
                <a:gd name="T49" fmla="*/ 293 h 1715"/>
                <a:gd name="T50" fmla="*/ 730 w 959"/>
                <a:gd name="T51" fmla="*/ 273 h 1715"/>
                <a:gd name="T52" fmla="*/ 750 w 959"/>
                <a:gd name="T53" fmla="*/ 293 h 1715"/>
                <a:gd name="T54" fmla="*/ 769 w 959"/>
                <a:gd name="T55" fmla="*/ 777 h 1715"/>
                <a:gd name="T56" fmla="*/ 864 w 959"/>
                <a:gd name="T57" fmla="*/ 872 h 1715"/>
                <a:gd name="T58" fmla="*/ 959 w 959"/>
                <a:gd name="T59" fmla="*/ 777 h 1715"/>
                <a:gd name="T60" fmla="*/ 928 w 959"/>
                <a:gd name="T61" fmla="*/ 219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9" h="1715">
                  <a:moveTo>
                    <a:pt x="928" y="219"/>
                  </a:moveTo>
                  <a:cubicBezTo>
                    <a:pt x="928" y="65"/>
                    <a:pt x="768" y="0"/>
                    <a:pt x="670" y="0"/>
                  </a:cubicBezTo>
                  <a:cubicBezTo>
                    <a:pt x="572" y="0"/>
                    <a:pt x="557" y="72"/>
                    <a:pt x="480" y="72"/>
                  </a:cubicBezTo>
                  <a:cubicBezTo>
                    <a:pt x="403" y="72"/>
                    <a:pt x="367" y="0"/>
                    <a:pt x="290" y="0"/>
                  </a:cubicBezTo>
                  <a:cubicBezTo>
                    <a:pt x="213" y="0"/>
                    <a:pt x="32" y="65"/>
                    <a:pt x="32" y="219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829"/>
                    <a:pt x="43" y="872"/>
                    <a:pt x="96" y="872"/>
                  </a:cubicBezTo>
                  <a:cubicBezTo>
                    <a:pt x="148" y="872"/>
                    <a:pt x="191" y="829"/>
                    <a:pt x="191" y="777"/>
                  </a:cubicBezTo>
                  <a:cubicBezTo>
                    <a:pt x="210" y="293"/>
                    <a:pt x="210" y="293"/>
                    <a:pt x="210" y="293"/>
                  </a:cubicBezTo>
                  <a:cubicBezTo>
                    <a:pt x="210" y="282"/>
                    <a:pt x="219" y="273"/>
                    <a:pt x="230" y="273"/>
                  </a:cubicBezTo>
                  <a:cubicBezTo>
                    <a:pt x="241" y="273"/>
                    <a:pt x="250" y="282"/>
                    <a:pt x="250" y="293"/>
                  </a:cubicBezTo>
                  <a:cubicBezTo>
                    <a:pt x="250" y="855"/>
                    <a:pt x="250" y="855"/>
                    <a:pt x="250" y="855"/>
                  </a:cubicBezTo>
                  <a:cubicBezTo>
                    <a:pt x="250" y="902"/>
                    <a:pt x="250" y="902"/>
                    <a:pt x="250" y="902"/>
                  </a:cubicBezTo>
                  <a:cubicBezTo>
                    <a:pt x="191" y="1602"/>
                    <a:pt x="191" y="1602"/>
                    <a:pt x="191" y="1602"/>
                  </a:cubicBezTo>
                  <a:cubicBezTo>
                    <a:pt x="191" y="1664"/>
                    <a:pt x="242" y="1715"/>
                    <a:pt x="305" y="1715"/>
                  </a:cubicBezTo>
                  <a:cubicBezTo>
                    <a:pt x="367" y="1715"/>
                    <a:pt x="418" y="1664"/>
                    <a:pt x="418" y="1602"/>
                  </a:cubicBezTo>
                  <a:cubicBezTo>
                    <a:pt x="460" y="902"/>
                    <a:pt x="460" y="902"/>
                    <a:pt x="460" y="902"/>
                  </a:cubicBezTo>
                  <a:cubicBezTo>
                    <a:pt x="460" y="891"/>
                    <a:pt x="469" y="882"/>
                    <a:pt x="480" y="882"/>
                  </a:cubicBezTo>
                  <a:cubicBezTo>
                    <a:pt x="491" y="882"/>
                    <a:pt x="500" y="891"/>
                    <a:pt x="500" y="902"/>
                  </a:cubicBezTo>
                  <a:cubicBezTo>
                    <a:pt x="541" y="1602"/>
                    <a:pt x="541" y="1602"/>
                    <a:pt x="541" y="1602"/>
                  </a:cubicBezTo>
                  <a:cubicBezTo>
                    <a:pt x="541" y="1664"/>
                    <a:pt x="592" y="1715"/>
                    <a:pt x="655" y="1715"/>
                  </a:cubicBezTo>
                  <a:cubicBezTo>
                    <a:pt x="718" y="1715"/>
                    <a:pt x="769" y="1664"/>
                    <a:pt x="769" y="1602"/>
                  </a:cubicBezTo>
                  <a:cubicBezTo>
                    <a:pt x="710" y="902"/>
                    <a:pt x="710" y="902"/>
                    <a:pt x="710" y="902"/>
                  </a:cubicBezTo>
                  <a:cubicBezTo>
                    <a:pt x="710" y="855"/>
                    <a:pt x="710" y="855"/>
                    <a:pt x="710" y="855"/>
                  </a:cubicBezTo>
                  <a:cubicBezTo>
                    <a:pt x="710" y="293"/>
                    <a:pt x="710" y="293"/>
                    <a:pt x="710" y="293"/>
                  </a:cubicBezTo>
                  <a:cubicBezTo>
                    <a:pt x="710" y="282"/>
                    <a:pt x="719" y="273"/>
                    <a:pt x="730" y="273"/>
                  </a:cubicBezTo>
                  <a:cubicBezTo>
                    <a:pt x="741" y="273"/>
                    <a:pt x="750" y="282"/>
                    <a:pt x="750" y="293"/>
                  </a:cubicBezTo>
                  <a:cubicBezTo>
                    <a:pt x="769" y="777"/>
                    <a:pt x="769" y="777"/>
                    <a:pt x="769" y="777"/>
                  </a:cubicBezTo>
                  <a:cubicBezTo>
                    <a:pt x="769" y="829"/>
                    <a:pt x="811" y="872"/>
                    <a:pt x="864" y="872"/>
                  </a:cubicBezTo>
                  <a:cubicBezTo>
                    <a:pt x="917" y="872"/>
                    <a:pt x="959" y="829"/>
                    <a:pt x="959" y="777"/>
                  </a:cubicBezTo>
                  <a:lnTo>
                    <a:pt x="928" y="219"/>
                  </a:lnTo>
                  <a:close/>
                </a:path>
              </a:pathLst>
            </a:cu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3" name="Gruppieren 184">
            <a:extLst>
              <a:ext uri="{FF2B5EF4-FFF2-40B4-BE49-F238E27FC236}">
                <a16:creationId xmlns:a16="http://schemas.microsoft.com/office/drawing/2014/main" id="{7FFC1D80-8409-0949-BDC8-BD9D1E0DDB4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993664" y="1997198"/>
            <a:ext cx="165013" cy="378777"/>
            <a:chOff x="10625592" y="1535985"/>
            <a:chExt cx="1929937" cy="4430037"/>
          </a:xfrm>
          <a:solidFill>
            <a:srgbClr val="92D050"/>
          </a:solidFill>
        </p:grpSpPr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8E7882E7-6004-7E4E-B9E6-7841F02BBCBD}"/>
                </a:ext>
              </a:extLst>
            </p:cNvPr>
            <p:cNvSpPr>
              <a:spLocks/>
            </p:cNvSpPr>
            <p:nvPr/>
          </p:nvSpPr>
          <p:spPr bwMode="gray">
            <a:xfrm>
              <a:off x="11129760" y="1535985"/>
              <a:ext cx="921600" cy="919848"/>
            </a:xfrm>
            <a:prstGeom prst="ellipse">
              <a:avLst/>
            </a:pr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92139CD3-DC96-A34D-AFA9-02E26A50A2A5}"/>
                </a:ext>
              </a:extLst>
            </p:cNvPr>
            <p:cNvSpPr>
              <a:spLocks/>
            </p:cNvSpPr>
            <p:nvPr/>
          </p:nvSpPr>
          <p:spPr bwMode="gray">
            <a:xfrm>
              <a:off x="10625592" y="2516336"/>
              <a:ext cx="1929937" cy="3449686"/>
            </a:xfrm>
            <a:custGeom>
              <a:avLst/>
              <a:gdLst>
                <a:gd name="T0" fmla="*/ 928 w 959"/>
                <a:gd name="T1" fmla="*/ 219 h 1715"/>
                <a:gd name="T2" fmla="*/ 670 w 959"/>
                <a:gd name="T3" fmla="*/ 0 h 1715"/>
                <a:gd name="T4" fmla="*/ 480 w 959"/>
                <a:gd name="T5" fmla="*/ 72 h 1715"/>
                <a:gd name="T6" fmla="*/ 290 w 959"/>
                <a:gd name="T7" fmla="*/ 0 h 1715"/>
                <a:gd name="T8" fmla="*/ 32 w 959"/>
                <a:gd name="T9" fmla="*/ 219 h 1715"/>
                <a:gd name="T10" fmla="*/ 0 w 959"/>
                <a:gd name="T11" fmla="*/ 777 h 1715"/>
                <a:gd name="T12" fmla="*/ 96 w 959"/>
                <a:gd name="T13" fmla="*/ 872 h 1715"/>
                <a:gd name="T14" fmla="*/ 191 w 959"/>
                <a:gd name="T15" fmla="*/ 777 h 1715"/>
                <a:gd name="T16" fmla="*/ 210 w 959"/>
                <a:gd name="T17" fmla="*/ 293 h 1715"/>
                <a:gd name="T18" fmla="*/ 230 w 959"/>
                <a:gd name="T19" fmla="*/ 273 h 1715"/>
                <a:gd name="T20" fmla="*/ 250 w 959"/>
                <a:gd name="T21" fmla="*/ 293 h 1715"/>
                <a:gd name="T22" fmla="*/ 250 w 959"/>
                <a:gd name="T23" fmla="*/ 855 h 1715"/>
                <a:gd name="T24" fmla="*/ 250 w 959"/>
                <a:gd name="T25" fmla="*/ 902 h 1715"/>
                <a:gd name="T26" fmla="*/ 191 w 959"/>
                <a:gd name="T27" fmla="*/ 1602 h 1715"/>
                <a:gd name="T28" fmla="*/ 305 w 959"/>
                <a:gd name="T29" fmla="*/ 1715 h 1715"/>
                <a:gd name="T30" fmla="*/ 418 w 959"/>
                <a:gd name="T31" fmla="*/ 1602 h 1715"/>
                <a:gd name="T32" fmla="*/ 460 w 959"/>
                <a:gd name="T33" fmla="*/ 902 h 1715"/>
                <a:gd name="T34" fmla="*/ 480 w 959"/>
                <a:gd name="T35" fmla="*/ 882 h 1715"/>
                <a:gd name="T36" fmla="*/ 500 w 959"/>
                <a:gd name="T37" fmla="*/ 902 h 1715"/>
                <a:gd name="T38" fmla="*/ 541 w 959"/>
                <a:gd name="T39" fmla="*/ 1602 h 1715"/>
                <a:gd name="T40" fmla="*/ 655 w 959"/>
                <a:gd name="T41" fmla="*/ 1715 h 1715"/>
                <a:gd name="T42" fmla="*/ 769 w 959"/>
                <a:gd name="T43" fmla="*/ 1602 h 1715"/>
                <a:gd name="T44" fmla="*/ 710 w 959"/>
                <a:gd name="T45" fmla="*/ 902 h 1715"/>
                <a:gd name="T46" fmla="*/ 710 w 959"/>
                <a:gd name="T47" fmla="*/ 855 h 1715"/>
                <a:gd name="T48" fmla="*/ 710 w 959"/>
                <a:gd name="T49" fmla="*/ 293 h 1715"/>
                <a:gd name="T50" fmla="*/ 730 w 959"/>
                <a:gd name="T51" fmla="*/ 273 h 1715"/>
                <a:gd name="T52" fmla="*/ 750 w 959"/>
                <a:gd name="T53" fmla="*/ 293 h 1715"/>
                <a:gd name="T54" fmla="*/ 769 w 959"/>
                <a:gd name="T55" fmla="*/ 777 h 1715"/>
                <a:gd name="T56" fmla="*/ 864 w 959"/>
                <a:gd name="T57" fmla="*/ 872 h 1715"/>
                <a:gd name="T58" fmla="*/ 959 w 959"/>
                <a:gd name="T59" fmla="*/ 777 h 1715"/>
                <a:gd name="T60" fmla="*/ 928 w 959"/>
                <a:gd name="T61" fmla="*/ 219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9" h="1715">
                  <a:moveTo>
                    <a:pt x="928" y="219"/>
                  </a:moveTo>
                  <a:cubicBezTo>
                    <a:pt x="928" y="65"/>
                    <a:pt x="768" y="0"/>
                    <a:pt x="670" y="0"/>
                  </a:cubicBezTo>
                  <a:cubicBezTo>
                    <a:pt x="572" y="0"/>
                    <a:pt x="557" y="72"/>
                    <a:pt x="480" y="72"/>
                  </a:cubicBezTo>
                  <a:cubicBezTo>
                    <a:pt x="403" y="72"/>
                    <a:pt x="367" y="0"/>
                    <a:pt x="290" y="0"/>
                  </a:cubicBezTo>
                  <a:cubicBezTo>
                    <a:pt x="213" y="0"/>
                    <a:pt x="32" y="65"/>
                    <a:pt x="32" y="219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829"/>
                    <a:pt x="43" y="872"/>
                    <a:pt x="96" y="872"/>
                  </a:cubicBezTo>
                  <a:cubicBezTo>
                    <a:pt x="148" y="872"/>
                    <a:pt x="191" y="829"/>
                    <a:pt x="191" y="777"/>
                  </a:cubicBezTo>
                  <a:cubicBezTo>
                    <a:pt x="210" y="293"/>
                    <a:pt x="210" y="293"/>
                    <a:pt x="210" y="293"/>
                  </a:cubicBezTo>
                  <a:cubicBezTo>
                    <a:pt x="210" y="282"/>
                    <a:pt x="219" y="273"/>
                    <a:pt x="230" y="273"/>
                  </a:cubicBezTo>
                  <a:cubicBezTo>
                    <a:pt x="241" y="273"/>
                    <a:pt x="250" y="282"/>
                    <a:pt x="250" y="293"/>
                  </a:cubicBezTo>
                  <a:cubicBezTo>
                    <a:pt x="250" y="855"/>
                    <a:pt x="250" y="855"/>
                    <a:pt x="250" y="855"/>
                  </a:cubicBezTo>
                  <a:cubicBezTo>
                    <a:pt x="250" y="902"/>
                    <a:pt x="250" y="902"/>
                    <a:pt x="250" y="902"/>
                  </a:cubicBezTo>
                  <a:cubicBezTo>
                    <a:pt x="191" y="1602"/>
                    <a:pt x="191" y="1602"/>
                    <a:pt x="191" y="1602"/>
                  </a:cubicBezTo>
                  <a:cubicBezTo>
                    <a:pt x="191" y="1664"/>
                    <a:pt x="242" y="1715"/>
                    <a:pt x="305" y="1715"/>
                  </a:cubicBezTo>
                  <a:cubicBezTo>
                    <a:pt x="367" y="1715"/>
                    <a:pt x="418" y="1664"/>
                    <a:pt x="418" y="1602"/>
                  </a:cubicBezTo>
                  <a:cubicBezTo>
                    <a:pt x="460" y="902"/>
                    <a:pt x="460" y="902"/>
                    <a:pt x="460" y="902"/>
                  </a:cubicBezTo>
                  <a:cubicBezTo>
                    <a:pt x="460" y="891"/>
                    <a:pt x="469" y="882"/>
                    <a:pt x="480" y="882"/>
                  </a:cubicBezTo>
                  <a:cubicBezTo>
                    <a:pt x="491" y="882"/>
                    <a:pt x="500" y="891"/>
                    <a:pt x="500" y="902"/>
                  </a:cubicBezTo>
                  <a:cubicBezTo>
                    <a:pt x="541" y="1602"/>
                    <a:pt x="541" y="1602"/>
                    <a:pt x="541" y="1602"/>
                  </a:cubicBezTo>
                  <a:cubicBezTo>
                    <a:pt x="541" y="1664"/>
                    <a:pt x="592" y="1715"/>
                    <a:pt x="655" y="1715"/>
                  </a:cubicBezTo>
                  <a:cubicBezTo>
                    <a:pt x="718" y="1715"/>
                    <a:pt x="769" y="1664"/>
                    <a:pt x="769" y="1602"/>
                  </a:cubicBezTo>
                  <a:cubicBezTo>
                    <a:pt x="710" y="902"/>
                    <a:pt x="710" y="902"/>
                    <a:pt x="710" y="902"/>
                  </a:cubicBezTo>
                  <a:cubicBezTo>
                    <a:pt x="710" y="855"/>
                    <a:pt x="710" y="855"/>
                    <a:pt x="710" y="855"/>
                  </a:cubicBezTo>
                  <a:cubicBezTo>
                    <a:pt x="710" y="293"/>
                    <a:pt x="710" y="293"/>
                    <a:pt x="710" y="293"/>
                  </a:cubicBezTo>
                  <a:cubicBezTo>
                    <a:pt x="710" y="282"/>
                    <a:pt x="719" y="273"/>
                    <a:pt x="730" y="273"/>
                  </a:cubicBezTo>
                  <a:cubicBezTo>
                    <a:pt x="741" y="273"/>
                    <a:pt x="750" y="282"/>
                    <a:pt x="750" y="293"/>
                  </a:cubicBezTo>
                  <a:cubicBezTo>
                    <a:pt x="769" y="777"/>
                    <a:pt x="769" y="777"/>
                    <a:pt x="769" y="777"/>
                  </a:cubicBezTo>
                  <a:cubicBezTo>
                    <a:pt x="769" y="829"/>
                    <a:pt x="811" y="872"/>
                    <a:pt x="864" y="872"/>
                  </a:cubicBezTo>
                  <a:cubicBezTo>
                    <a:pt x="917" y="872"/>
                    <a:pt x="959" y="829"/>
                    <a:pt x="959" y="777"/>
                  </a:cubicBezTo>
                  <a:lnTo>
                    <a:pt x="928" y="219"/>
                  </a:lnTo>
                  <a:close/>
                </a:path>
              </a:pathLst>
            </a:cu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1" name="Rechteck 177">
            <a:extLst>
              <a:ext uri="{FF2B5EF4-FFF2-40B4-BE49-F238E27FC236}">
                <a16:creationId xmlns:a16="http://schemas.microsoft.com/office/drawing/2014/main" id="{C16C5D78-1310-C347-92B3-F1FB81583CC9}"/>
              </a:ext>
            </a:extLst>
          </p:cNvPr>
          <p:cNvSpPr/>
          <p:nvPr/>
        </p:nvSpPr>
        <p:spPr bwMode="gray">
          <a:xfrm>
            <a:off x="10357900" y="2095906"/>
            <a:ext cx="731162" cy="2051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defTabSz="609585"/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Sai </a:t>
            </a:r>
            <a:r>
              <a:rPr lang="en-US" sz="1333" b="1" dirty="0" err="1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Kavuri</a:t>
            </a:r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 </a:t>
            </a:r>
          </a:p>
        </p:txBody>
      </p:sp>
      <p:sp>
        <p:nvSpPr>
          <p:cNvPr id="122" name="Rechteck 177">
            <a:extLst>
              <a:ext uri="{FF2B5EF4-FFF2-40B4-BE49-F238E27FC236}">
                <a16:creationId xmlns:a16="http://schemas.microsoft.com/office/drawing/2014/main" id="{A9E18A10-EEFA-394A-9F4F-92ABA2FD2E08}"/>
              </a:ext>
            </a:extLst>
          </p:cNvPr>
          <p:cNvSpPr/>
          <p:nvPr/>
        </p:nvSpPr>
        <p:spPr bwMode="gray">
          <a:xfrm>
            <a:off x="10364031" y="1400419"/>
            <a:ext cx="1027333" cy="2051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defTabSz="609585"/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Jeremy Thiede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CFC618-5AAD-7044-8614-3ECC871DA05D}"/>
              </a:ext>
            </a:extLst>
          </p:cNvPr>
          <p:cNvSpPr txBox="1"/>
          <p:nvPr/>
        </p:nvSpPr>
        <p:spPr>
          <a:xfrm>
            <a:off x="6432964" y="6184966"/>
            <a:ext cx="28312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*In process of transitioning to EIP – Access Management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64D9E15-D90E-B442-B0CC-89DC8911E159}"/>
              </a:ext>
            </a:extLst>
          </p:cNvPr>
          <p:cNvGrpSpPr/>
          <p:nvPr/>
        </p:nvGrpSpPr>
        <p:grpSpPr>
          <a:xfrm>
            <a:off x="9168791" y="2604388"/>
            <a:ext cx="625412" cy="625412"/>
            <a:chOff x="706185" y="2517039"/>
            <a:chExt cx="469059" cy="469059"/>
          </a:xfrm>
          <a:solidFill>
            <a:srgbClr val="5F9924"/>
          </a:solidFill>
        </p:grpSpPr>
        <p:sp>
          <p:nvSpPr>
            <p:cNvPr id="61" name="Ellipse 80">
              <a:extLst>
                <a:ext uri="{FF2B5EF4-FFF2-40B4-BE49-F238E27FC236}">
                  <a16:creationId xmlns:a16="http://schemas.microsoft.com/office/drawing/2014/main" id="{56CAF301-8846-B049-8F52-16837DE46905}"/>
                </a:ext>
              </a:extLst>
            </p:cNvPr>
            <p:cNvSpPr/>
            <p:nvPr/>
          </p:nvSpPr>
          <p:spPr bwMode="auto">
            <a:xfrm>
              <a:off x="706185" y="2517039"/>
              <a:ext cx="469059" cy="469059"/>
            </a:xfrm>
            <a:prstGeom prst="ellipse">
              <a:avLst/>
            </a:prstGeom>
            <a:grpFill/>
            <a:ln w="12700">
              <a:noFill/>
              <a:round/>
              <a:headEnd/>
              <a:tailEnd/>
            </a:ln>
          </p:spPr>
          <p:txBody>
            <a:bodyPr rtlCol="0" anchor="ctr"/>
            <a:lstStyle/>
            <a:p>
              <a:pPr algn="ctr" defTabSz="1219170"/>
              <a:endParaRPr lang="de-DE" sz="2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Rechteck 177">
              <a:extLst>
                <a:ext uri="{FF2B5EF4-FFF2-40B4-BE49-F238E27FC236}">
                  <a16:creationId xmlns:a16="http://schemas.microsoft.com/office/drawing/2014/main" id="{1E92D126-2D83-BA4D-8055-E39C3A412E47}"/>
                </a:ext>
              </a:extLst>
            </p:cNvPr>
            <p:cNvSpPr/>
            <p:nvPr/>
          </p:nvSpPr>
          <p:spPr bwMode="gray">
            <a:xfrm>
              <a:off x="747307" y="2673116"/>
              <a:ext cx="380427" cy="123159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ctr" defTabSz="609585"/>
              <a:r>
                <a:rPr lang="en-US" sz="1067" b="1" dirty="0" err="1">
                  <a:solidFill>
                    <a:prstClr val="white"/>
                  </a:solidFill>
                  <a:latin typeface="Calibri"/>
                </a:rPr>
                <a:t>Eng</a:t>
              </a:r>
              <a:endParaRPr lang="en-US" sz="1067" b="1" dirty="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63" name="Gruppieren 184">
            <a:extLst>
              <a:ext uri="{FF2B5EF4-FFF2-40B4-BE49-F238E27FC236}">
                <a16:creationId xmlns:a16="http://schemas.microsoft.com/office/drawing/2014/main" id="{5337CF36-A3A2-CB43-BC4E-39A8A381309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993426" y="2695352"/>
            <a:ext cx="165013" cy="378777"/>
            <a:chOff x="10625592" y="1535985"/>
            <a:chExt cx="1929937" cy="4430037"/>
          </a:xfrm>
          <a:solidFill>
            <a:srgbClr val="92D050"/>
          </a:solidFill>
        </p:grpSpPr>
        <p:sp>
          <p:nvSpPr>
            <p:cNvPr id="64" name="Freeform 5">
              <a:extLst>
                <a:ext uri="{FF2B5EF4-FFF2-40B4-BE49-F238E27FC236}">
                  <a16:creationId xmlns:a16="http://schemas.microsoft.com/office/drawing/2014/main" id="{05B93D1C-5B77-2146-B37A-6AE5CC43F339}"/>
                </a:ext>
              </a:extLst>
            </p:cNvPr>
            <p:cNvSpPr>
              <a:spLocks/>
            </p:cNvSpPr>
            <p:nvPr/>
          </p:nvSpPr>
          <p:spPr bwMode="gray">
            <a:xfrm>
              <a:off x="11129760" y="1535985"/>
              <a:ext cx="921600" cy="919848"/>
            </a:xfrm>
            <a:prstGeom prst="ellipse">
              <a:avLst/>
            </a:pr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E0A64EAF-71FC-8444-A292-48AB9C3DD28E}"/>
                </a:ext>
              </a:extLst>
            </p:cNvPr>
            <p:cNvSpPr>
              <a:spLocks/>
            </p:cNvSpPr>
            <p:nvPr/>
          </p:nvSpPr>
          <p:spPr bwMode="gray">
            <a:xfrm>
              <a:off x="10625592" y="2516336"/>
              <a:ext cx="1929937" cy="3449686"/>
            </a:xfrm>
            <a:custGeom>
              <a:avLst/>
              <a:gdLst>
                <a:gd name="T0" fmla="*/ 928 w 959"/>
                <a:gd name="T1" fmla="*/ 219 h 1715"/>
                <a:gd name="T2" fmla="*/ 670 w 959"/>
                <a:gd name="T3" fmla="*/ 0 h 1715"/>
                <a:gd name="T4" fmla="*/ 480 w 959"/>
                <a:gd name="T5" fmla="*/ 72 h 1715"/>
                <a:gd name="T6" fmla="*/ 290 w 959"/>
                <a:gd name="T7" fmla="*/ 0 h 1715"/>
                <a:gd name="T8" fmla="*/ 32 w 959"/>
                <a:gd name="T9" fmla="*/ 219 h 1715"/>
                <a:gd name="T10" fmla="*/ 0 w 959"/>
                <a:gd name="T11" fmla="*/ 777 h 1715"/>
                <a:gd name="T12" fmla="*/ 96 w 959"/>
                <a:gd name="T13" fmla="*/ 872 h 1715"/>
                <a:gd name="T14" fmla="*/ 191 w 959"/>
                <a:gd name="T15" fmla="*/ 777 h 1715"/>
                <a:gd name="T16" fmla="*/ 210 w 959"/>
                <a:gd name="T17" fmla="*/ 293 h 1715"/>
                <a:gd name="T18" fmla="*/ 230 w 959"/>
                <a:gd name="T19" fmla="*/ 273 h 1715"/>
                <a:gd name="T20" fmla="*/ 250 w 959"/>
                <a:gd name="T21" fmla="*/ 293 h 1715"/>
                <a:gd name="T22" fmla="*/ 250 w 959"/>
                <a:gd name="T23" fmla="*/ 855 h 1715"/>
                <a:gd name="T24" fmla="*/ 250 w 959"/>
                <a:gd name="T25" fmla="*/ 902 h 1715"/>
                <a:gd name="T26" fmla="*/ 191 w 959"/>
                <a:gd name="T27" fmla="*/ 1602 h 1715"/>
                <a:gd name="T28" fmla="*/ 305 w 959"/>
                <a:gd name="T29" fmla="*/ 1715 h 1715"/>
                <a:gd name="T30" fmla="*/ 418 w 959"/>
                <a:gd name="T31" fmla="*/ 1602 h 1715"/>
                <a:gd name="T32" fmla="*/ 460 w 959"/>
                <a:gd name="T33" fmla="*/ 902 h 1715"/>
                <a:gd name="T34" fmla="*/ 480 w 959"/>
                <a:gd name="T35" fmla="*/ 882 h 1715"/>
                <a:gd name="T36" fmla="*/ 500 w 959"/>
                <a:gd name="T37" fmla="*/ 902 h 1715"/>
                <a:gd name="T38" fmla="*/ 541 w 959"/>
                <a:gd name="T39" fmla="*/ 1602 h 1715"/>
                <a:gd name="T40" fmla="*/ 655 w 959"/>
                <a:gd name="T41" fmla="*/ 1715 h 1715"/>
                <a:gd name="T42" fmla="*/ 769 w 959"/>
                <a:gd name="T43" fmla="*/ 1602 h 1715"/>
                <a:gd name="T44" fmla="*/ 710 w 959"/>
                <a:gd name="T45" fmla="*/ 902 h 1715"/>
                <a:gd name="T46" fmla="*/ 710 w 959"/>
                <a:gd name="T47" fmla="*/ 855 h 1715"/>
                <a:gd name="T48" fmla="*/ 710 w 959"/>
                <a:gd name="T49" fmla="*/ 293 h 1715"/>
                <a:gd name="T50" fmla="*/ 730 w 959"/>
                <a:gd name="T51" fmla="*/ 273 h 1715"/>
                <a:gd name="T52" fmla="*/ 750 w 959"/>
                <a:gd name="T53" fmla="*/ 293 h 1715"/>
                <a:gd name="T54" fmla="*/ 769 w 959"/>
                <a:gd name="T55" fmla="*/ 777 h 1715"/>
                <a:gd name="T56" fmla="*/ 864 w 959"/>
                <a:gd name="T57" fmla="*/ 872 h 1715"/>
                <a:gd name="T58" fmla="*/ 959 w 959"/>
                <a:gd name="T59" fmla="*/ 777 h 1715"/>
                <a:gd name="T60" fmla="*/ 928 w 959"/>
                <a:gd name="T61" fmla="*/ 219 h 1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9" h="1715">
                  <a:moveTo>
                    <a:pt x="928" y="219"/>
                  </a:moveTo>
                  <a:cubicBezTo>
                    <a:pt x="928" y="65"/>
                    <a:pt x="768" y="0"/>
                    <a:pt x="670" y="0"/>
                  </a:cubicBezTo>
                  <a:cubicBezTo>
                    <a:pt x="572" y="0"/>
                    <a:pt x="557" y="72"/>
                    <a:pt x="480" y="72"/>
                  </a:cubicBezTo>
                  <a:cubicBezTo>
                    <a:pt x="403" y="72"/>
                    <a:pt x="367" y="0"/>
                    <a:pt x="290" y="0"/>
                  </a:cubicBezTo>
                  <a:cubicBezTo>
                    <a:pt x="213" y="0"/>
                    <a:pt x="32" y="65"/>
                    <a:pt x="32" y="219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0" y="829"/>
                    <a:pt x="43" y="872"/>
                    <a:pt x="96" y="872"/>
                  </a:cubicBezTo>
                  <a:cubicBezTo>
                    <a:pt x="148" y="872"/>
                    <a:pt x="191" y="829"/>
                    <a:pt x="191" y="777"/>
                  </a:cubicBezTo>
                  <a:cubicBezTo>
                    <a:pt x="210" y="293"/>
                    <a:pt x="210" y="293"/>
                    <a:pt x="210" y="293"/>
                  </a:cubicBezTo>
                  <a:cubicBezTo>
                    <a:pt x="210" y="282"/>
                    <a:pt x="219" y="273"/>
                    <a:pt x="230" y="273"/>
                  </a:cubicBezTo>
                  <a:cubicBezTo>
                    <a:pt x="241" y="273"/>
                    <a:pt x="250" y="282"/>
                    <a:pt x="250" y="293"/>
                  </a:cubicBezTo>
                  <a:cubicBezTo>
                    <a:pt x="250" y="855"/>
                    <a:pt x="250" y="855"/>
                    <a:pt x="250" y="855"/>
                  </a:cubicBezTo>
                  <a:cubicBezTo>
                    <a:pt x="250" y="902"/>
                    <a:pt x="250" y="902"/>
                    <a:pt x="250" y="902"/>
                  </a:cubicBezTo>
                  <a:cubicBezTo>
                    <a:pt x="191" y="1602"/>
                    <a:pt x="191" y="1602"/>
                    <a:pt x="191" y="1602"/>
                  </a:cubicBezTo>
                  <a:cubicBezTo>
                    <a:pt x="191" y="1664"/>
                    <a:pt x="242" y="1715"/>
                    <a:pt x="305" y="1715"/>
                  </a:cubicBezTo>
                  <a:cubicBezTo>
                    <a:pt x="367" y="1715"/>
                    <a:pt x="418" y="1664"/>
                    <a:pt x="418" y="1602"/>
                  </a:cubicBezTo>
                  <a:cubicBezTo>
                    <a:pt x="460" y="902"/>
                    <a:pt x="460" y="902"/>
                    <a:pt x="460" y="902"/>
                  </a:cubicBezTo>
                  <a:cubicBezTo>
                    <a:pt x="460" y="891"/>
                    <a:pt x="469" y="882"/>
                    <a:pt x="480" y="882"/>
                  </a:cubicBezTo>
                  <a:cubicBezTo>
                    <a:pt x="491" y="882"/>
                    <a:pt x="500" y="891"/>
                    <a:pt x="500" y="902"/>
                  </a:cubicBezTo>
                  <a:cubicBezTo>
                    <a:pt x="541" y="1602"/>
                    <a:pt x="541" y="1602"/>
                    <a:pt x="541" y="1602"/>
                  </a:cubicBezTo>
                  <a:cubicBezTo>
                    <a:pt x="541" y="1664"/>
                    <a:pt x="592" y="1715"/>
                    <a:pt x="655" y="1715"/>
                  </a:cubicBezTo>
                  <a:cubicBezTo>
                    <a:pt x="718" y="1715"/>
                    <a:pt x="769" y="1664"/>
                    <a:pt x="769" y="1602"/>
                  </a:cubicBezTo>
                  <a:cubicBezTo>
                    <a:pt x="710" y="902"/>
                    <a:pt x="710" y="902"/>
                    <a:pt x="710" y="902"/>
                  </a:cubicBezTo>
                  <a:cubicBezTo>
                    <a:pt x="710" y="855"/>
                    <a:pt x="710" y="855"/>
                    <a:pt x="710" y="855"/>
                  </a:cubicBezTo>
                  <a:cubicBezTo>
                    <a:pt x="710" y="293"/>
                    <a:pt x="710" y="293"/>
                    <a:pt x="710" y="293"/>
                  </a:cubicBezTo>
                  <a:cubicBezTo>
                    <a:pt x="710" y="282"/>
                    <a:pt x="719" y="273"/>
                    <a:pt x="730" y="273"/>
                  </a:cubicBezTo>
                  <a:cubicBezTo>
                    <a:pt x="741" y="273"/>
                    <a:pt x="750" y="282"/>
                    <a:pt x="750" y="293"/>
                  </a:cubicBezTo>
                  <a:cubicBezTo>
                    <a:pt x="769" y="777"/>
                    <a:pt x="769" y="777"/>
                    <a:pt x="769" y="777"/>
                  </a:cubicBezTo>
                  <a:cubicBezTo>
                    <a:pt x="769" y="829"/>
                    <a:pt x="811" y="872"/>
                    <a:pt x="864" y="872"/>
                  </a:cubicBezTo>
                  <a:cubicBezTo>
                    <a:pt x="917" y="872"/>
                    <a:pt x="959" y="829"/>
                    <a:pt x="959" y="777"/>
                  </a:cubicBezTo>
                  <a:lnTo>
                    <a:pt x="928" y="219"/>
                  </a:lnTo>
                  <a:close/>
                </a:path>
              </a:pathLst>
            </a:custGeom>
            <a:solidFill>
              <a:srgbClr val="5F9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>
                <a:defRPr/>
              </a:pPr>
              <a:endParaRPr lang="en-US" sz="240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6" name="Rechteck 177">
            <a:extLst>
              <a:ext uri="{FF2B5EF4-FFF2-40B4-BE49-F238E27FC236}">
                <a16:creationId xmlns:a16="http://schemas.microsoft.com/office/drawing/2014/main" id="{C0FD0F76-80BA-C149-A19D-7C07C643D979}"/>
              </a:ext>
            </a:extLst>
          </p:cNvPr>
          <p:cNvSpPr/>
          <p:nvPr/>
        </p:nvSpPr>
        <p:spPr bwMode="gray">
          <a:xfrm>
            <a:off x="10357662" y="2794060"/>
            <a:ext cx="384721" cy="2051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defTabSz="609585"/>
            <a:r>
              <a:rPr lang="en-US" sz="1333" b="1" dirty="0">
                <a:solidFill>
                  <a:srgbClr val="504E26">
                    <a:lumMod val="75000"/>
                    <a:lumOff val="25000"/>
                  </a:srgbClr>
                </a:solidFill>
                <a:latin typeface="Calibri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58192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5_Office Theme">
  <a:themeElements>
    <a:clrScheme name="Custom 2">
      <a:dk1>
        <a:srgbClr val="504E26"/>
      </a:dk1>
      <a:lt1>
        <a:sysClr val="window" lastClr="FFFFFF"/>
      </a:lt1>
      <a:dk2>
        <a:srgbClr val="76BD45"/>
      </a:dk2>
      <a:lt2>
        <a:srgbClr val="2C5F25"/>
      </a:lt2>
      <a:accent1>
        <a:srgbClr val="76BD45"/>
      </a:accent1>
      <a:accent2>
        <a:srgbClr val="2C5F25"/>
      </a:accent2>
      <a:accent3>
        <a:srgbClr val="AB0056"/>
      </a:accent3>
      <a:accent4>
        <a:srgbClr val="464749"/>
      </a:accent4>
      <a:accent5>
        <a:srgbClr val="96999D"/>
      </a:accent5>
      <a:accent6>
        <a:srgbClr val="C7C9CF"/>
      </a:accent6>
      <a:hlink>
        <a:srgbClr val="76BD45"/>
      </a:hlink>
      <a:folHlink>
        <a:srgbClr val="2C5F2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25d0d8-811f-43c0-80e5-70547b61a235" xsi:nil="true"/>
    <lcf76f155ced4ddcb4097134ff3c332f xmlns="b3440a03-e197-4d93-8960-2b4cb6b3a39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04D5648BFB784E81ED1C21915F6D2B" ma:contentTypeVersion="16" ma:contentTypeDescription="Create a new document." ma:contentTypeScope="" ma:versionID="edf71a981cbba7a678b3a11eed09442c">
  <xsd:schema xmlns:xsd="http://www.w3.org/2001/XMLSchema" xmlns:xs="http://www.w3.org/2001/XMLSchema" xmlns:p="http://schemas.microsoft.com/office/2006/metadata/properties" xmlns:ns2="b3440a03-e197-4d93-8960-2b4cb6b3a391" xmlns:ns3="0525d0d8-811f-43c0-80e5-70547b61a235" targetNamespace="http://schemas.microsoft.com/office/2006/metadata/properties" ma:root="true" ma:fieldsID="96e8bbd8beffccfa3cd0d48b46f02879" ns2:_="" ns3:_="">
    <xsd:import namespace="b3440a03-e197-4d93-8960-2b4cb6b3a391"/>
    <xsd:import namespace="0525d0d8-811f-43c0-80e5-70547b61a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40a03-e197-4d93-8960-2b4cb6b3a3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c8387f8-82b2-4441-b1a6-93bd58f47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5d0d8-811f-43c0-80e5-70547b61a23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bbe1eae-2d22-4b5c-9d60-481c5ca461b8}" ma:internalName="TaxCatchAll" ma:showField="CatchAllData" ma:web="0525d0d8-811f-43c0-80e5-70547b61a2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8B0771-0395-4B73-8923-EA572257E99C}">
  <ds:schemaRefs>
    <ds:schemaRef ds:uri="http://schemas.microsoft.com/office/2006/metadata/properties"/>
    <ds:schemaRef ds:uri="http://schemas.microsoft.com/office/infopath/2007/PartnerControls"/>
    <ds:schemaRef ds:uri="0525d0d8-811f-43c0-80e5-70547b61a235"/>
    <ds:schemaRef ds:uri="b3440a03-e197-4d93-8960-2b4cb6b3a391"/>
  </ds:schemaRefs>
</ds:datastoreItem>
</file>

<file path=customXml/itemProps2.xml><?xml version="1.0" encoding="utf-8"?>
<ds:datastoreItem xmlns:ds="http://schemas.openxmlformats.org/officeDocument/2006/customXml" ds:itemID="{FEA5F3DA-E899-4D34-B73D-DA2C429A9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F28276-95C9-4243-AD03-FE627DA206E7}"/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269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5_Office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Foster</dc:creator>
  <cp:lastModifiedBy>Andrew Foster</cp:lastModifiedBy>
  <cp:revision>37</cp:revision>
  <dcterms:created xsi:type="dcterms:W3CDTF">2019-08-02T19:39:12Z</dcterms:created>
  <dcterms:modified xsi:type="dcterms:W3CDTF">2023-09-03T17:24:06Z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0x0101000D04D5648BFB784E81ED1C21915F6D2B</vt:lpwstr>
  </property>
  <property fmtid="{D5CDD505-2E9C-101B-9397-08002B2CF9AE}" pid="3" name="MSIP_Label_e2b6c078-73cb-4371-8a5b-e9fc18accbf8_Enabled">
    <vt:lpwstr>true</vt:lpwstr>
  </property>
  <property fmtid="{D5CDD505-2E9C-101B-9397-08002B2CF9AE}" pid="4" name="MSIP_Label_e2b6c078-73cb-4371-8a5b-e9fc18accbf8_SetDate">
    <vt:lpwstr>2023-09-03T17:24:06Z</vt:lpwstr>
  </property>
  <property fmtid="{D5CDD505-2E9C-101B-9397-08002B2CF9AE}" pid="5" name="MSIP_Label_e2b6c078-73cb-4371-8a5b-e9fc18accbf8_Method">
    <vt:lpwstr>Standard</vt:lpwstr>
  </property>
  <property fmtid="{D5CDD505-2E9C-101B-9397-08002B2CF9AE}" pid="6" name="MSIP_Label_e2b6c078-73cb-4371-8a5b-e9fc18accbf8_Name">
    <vt:lpwstr>INTERNAL</vt:lpwstr>
  </property>
  <property fmtid="{D5CDD505-2E9C-101B-9397-08002B2CF9AE}" pid="7" name="MSIP_Label_e2b6c078-73cb-4371-8a5b-e9fc18accbf8_SiteId">
    <vt:lpwstr>56c62bbe-8598-4b85-9e51-1ca753fa50f2</vt:lpwstr>
  </property>
  <property fmtid="{D5CDD505-2E9C-101B-9397-08002B2CF9AE}" pid="8" name="MSIP_Label_e2b6c078-73cb-4371-8a5b-e9fc18accbf8_ActionId">
    <vt:lpwstr>bd60f517-3ca9-4bc2-9aaa-e7b527c3ed5a</vt:lpwstr>
  </property>
  <property fmtid="{D5CDD505-2E9C-101B-9397-08002B2CF9AE}" pid="9" name="MSIP_Label_e2b6c078-73cb-4371-8a5b-e9fc18accbf8_ContentBits">
    <vt:lpwstr>0</vt:lpwstr>
  </property>
  <property fmtid="{D5CDD505-2E9C-101B-9397-08002B2CF9AE}" pid="10" name="MediaServiceImageTags">
    <vt:lpwstr/>
  </property>
</Properties>
</file>